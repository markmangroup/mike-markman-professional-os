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2.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3.xml" ContentType="application/vnd.openxmlformats-officedocument.presentationml.notesSlide+xml"/>
  <Override PartName="/ppt/tags/tag13.xml" ContentType="application/vnd.openxmlformats-officedocument.presentationml.tags+xml"/>
  <Override PartName="/ppt/notesSlides/notesSlide4.xml" ContentType="application/vnd.openxmlformats-officedocument.presentationml.notesSlide+xml"/>
  <Override PartName="/ppt/tags/tag14.xml" ContentType="application/vnd.openxmlformats-officedocument.presentationml.tags+xml"/>
  <Override PartName="/ppt/notesSlides/notesSlide5.xml" ContentType="application/vnd.openxmlformats-officedocument.presentationml.notesSlide+xml"/>
  <Override PartName="/ppt/tags/tag15.xml" ContentType="application/vnd.openxmlformats-officedocument.presentationml.tags+xml"/>
  <Override PartName="/ppt/notesSlides/notesSlide6.xml" ContentType="application/vnd.openxmlformats-officedocument.presentationml.notesSlide+xml"/>
  <Override PartName="/ppt/tags/tag16.xml" ContentType="application/vnd.openxmlformats-officedocument.presentationml.tags+xml"/>
  <Override PartName="/ppt/notesSlides/notesSlide7.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4233" r:id="rId4"/>
    <p:sldMasterId id="2147484262" r:id="rId5"/>
    <p:sldMasterId id="2147484290" r:id="rId6"/>
  </p:sldMasterIdLst>
  <p:notesMasterIdLst>
    <p:notesMasterId r:id="rId23"/>
  </p:notesMasterIdLst>
  <p:handoutMasterIdLst>
    <p:handoutMasterId r:id="rId24"/>
  </p:handoutMasterIdLst>
  <p:sldIdLst>
    <p:sldId id="322" r:id="rId7"/>
    <p:sldId id="2147470448" r:id="rId8"/>
    <p:sldId id="2147468731" r:id="rId9"/>
    <p:sldId id="2147470451" r:id="rId10"/>
    <p:sldId id="2147470450" r:id="rId11"/>
    <p:sldId id="2147470449" r:id="rId12"/>
    <p:sldId id="2147468881" r:id="rId13"/>
    <p:sldId id="2147468903" r:id="rId14"/>
    <p:sldId id="2147470443" r:id="rId15"/>
    <p:sldId id="2147470446" r:id="rId16"/>
    <p:sldId id="2147470445" r:id="rId17"/>
    <p:sldId id="2147472333" r:id="rId18"/>
    <p:sldId id="2147472321" r:id="rId19"/>
    <p:sldId id="2147472322" r:id="rId20"/>
    <p:sldId id="2147472331" r:id="rId21"/>
    <p:sldId id="2147472332" r:id="rId22"/>
  </p:sldIdLst>
  <p:sldSz cx="12192000" cy="6858000"/>
  <p:notesSz cx="7023100" cy="93091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9F86C78-EE8B-4082-BF40-E8B4A53BF13F}">
          <p14:sldIdLst>
            <p14:sldId id="322"/>
            <p14:sldId id="2147470448"/>
            <p14:sldId id="2147468731"/>
            <p14:sldId id="2147470451"/>
            <p14:sldId id="2147470450"/>
            <p14:sldId id="2147470449"/>
          </p14:sldIdLst>
        </p14:section>
        <p14:section name="Annex" id="{C08F2F45-7961-4F31-B0AF-47ADED8465A3}">
          <p14:sldIdLst>
            <p14:sldId id="2147468881"/>
            <p14:sldId id="2147468903"/>
            <p14:sldId id="2147470443"/>
            <p14:sldId id="2147470446"/>
            <p14:sldId id="2147470445"/>
            <p14:sldId id="2147472333"/>
            <p14:sldId id="2147472321"/>
            <p14:sldId id="2147472322"/>
            <p14:sldId id="2147472331"/>
            <p14:sldId id="214747233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587"/>
    <a:srgbClr val="C6EFFF"/>
    <a:srgbClr val="F4F4F4"/>
    <a:srgbClr val="DA291C"/>
    <a:srgbClr val="959CA0"/>
    <a:srgbClr val="FE8A12"/>
    <a:srgbClr val="F4C65A"/>
    <a:srgbClr val="FFE2C4"/>
    <a:srgbClr val="FEC488"/>
    <a:srgbClr val="7FD1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61" autoAdjust="0"/>
    <p:restoredTop sz="96327" autoAdjust="0"/>
  </p:normalViewPr>
  <p:slideViewPr>
    <p:cSldViewPr snapToGrid="0">
      <p:cViewPr varScale="1">
        <p:scale>
          <a:sx n="114" d="100"/>
          <a:sy n="114" d="100"/>
        </p:scale>
        <p:origin x="102" y="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90" d="100"/>
          <a:sy n="90" d="100"/>
        </p:scale>
        <p:origin x="4984" y="70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jada, Carmen" userId="4e46fa0d-51a0-4b7a-a6a6-e5b06c9f6d76" providerId="ADAL" clId="{49D0B80F-F195-4370-A8E7-2ED3A6B13374}"/>
    <pc:docChg chg="modSld">
      <pc:chgData name="Tejada, Carmen" userId="4e46fa0d-51a0-4b7a-a6a6-e5b06c9f6d76" providerId="ADAL" clId="{49D0B80F-F195-4370-A8E7-2ED3A6B13374}" dt="2023-05-05T10:00:42.177" v="5" actId="14100"/>
      <pc:docMkLst>
        <pc:docMk/>
      </pc:docMkLst>
      <pc:sldChg chg="modSp mod">
        <pc:chgData name="Tejada, Carmen" userId="4e46fa0d-51a0-4b7a-a6a6-e5b06c9f6d76" providerId="ADAL" clId="{49D0B80F-F195-4370-A8E7-2ED3A6B13374}" dt="2023-05-05T09:46:45.476" v="1" actId="1076"/>
        <pc:sldMkLst>
          <pc:docMk/>
          <pc:sldMk cId="883875379" sldId="2147470448"/>
        </pc:sldMkLst>
        <pc:picChg chg="mod">
          <ac:chgData name="Tejada, Carmen" userId="4e46fa0d-51a0-4b7a-a6a6-e5b06c9f6d76" providerId="ADAL" clId="{49D0B80F-F195-4370-A8E7-2ED3A6B13374}" dt="2023-05-05T09:46:45.476" v="1" actId="1076"/>
          <ac:picMkLst>
            <pc:docMk/>
            <pc:sldMk cId="883875379" sldId="2147470448"/>
            <ac:picMk id="98" creationId="{AB4AC974-FCDF-4141-9FB0-C0A223480855}"/>
          </ac:picMkLst>
        </pc:picChg>
      </pc:sldChg>
      <pc:sldChg chg="modSp mod">
        <pc:chgData name="Tejada, Carmen" userId="4e46fa0d-51a0-4b7a-a6a6-e5b06c9f6d76" providerId="ADAL" clId="{49D0B80F-F195-4370-A8E7-2ED3A6B13374}" dt="2023-05-05T10:00:42.177" v="5" actId="14100"/>
        <pc:sldMkLst>
          <pc:docMk/>
          <pc:sldMk cId="1455993487" sldId="2147470451"/>
        </pc:sldMkLst>
        <pc:spChg chg="mod">
          <ac:chgData name="Tejada, Carmen" userId="4e46fa0d-51a0-4b7a-a6a6-e5b06c9f6d76" providerId="ADAL" clId="{49D0B80F-F195-4370-A8E7-2ED3A6B13374}" dt="2023-05-05T10:00:42.177" v="5" actId="14100"/>
          <ac:spMkLst>
            <pc:docMk/>
            <pc:sldMk cId="1455993487" sldId="2147470451"/>
            <ac:spMk id="7" creationId="{F9D6CC23-B07E-4628-A842-0C251EFA8DFA}"/>
          </ac:spMkLst>
        </pc:spChg>
      </pc:sldChg>
    </pc:docChg>
  </pc:docChgLst>
  <pc:docChgLst>
    <pc:chgData name="Tejada, Carmen" userId="4e46fa0d-51a0-4b7a-a6a6-e5b06c9f6d76" providerId="ADAL" clId="{4D446C45-A82C-4034-8575-068DA9445DC7}"/>
    <pc:docChg chg="undo redo custSel addSld delSld modSld sldOrd modSection replTag">
      <pc:chgData name="Tejada, Carmen" userId="4e46fa0d-51a0-4b7a-a6a6-e5b06c9f6d76" providerId="ADAL" clId="{4D446C45-A82C-4034-8575-068DA9445DC7}" dt="2023-03-09T15:43:22.841" v="8974" actId="1035"/>
      <pc:docMkLst>
        <pc:docMk/>
      </pc:docMkLst>
      <pc:sldChg chg="addSp delSp modSp del mod">
        <pc:chgData name="Tejada, Carmen" userId="4e46fa0d-51a0-4b7a-a6a6-e5b06c9f6d76" providerId="ADAL" clId="{4D446C45-A82C-4034-8575-068DA9445DC7}" dt="2023-03-01T19:49:14.303" v="7693" actId="47"/>
        <pc:sldMkLst>
          <pc:docMk/>
          <pc:sldMk cId="2136439337" sldId="256"/>
        </pc:sldMkLst>
        <pc:spChg chg="mod">
          <ac:chgData name="Tejada, Carmen" userId="4e46fa0d-51a0-4b7a-a6a6-e5b06c9f6d76" providerId="ADAL" clId="{4D446C45-A82C-4034-8575-068DA9445DC7}" dt="2023-03-01T19:48:42.497" v="7375" actId="948"/>
          <ac:spMkLst>
            <pc:docMk/>
            <pc:sldMk cId="2136439337" sldId="256"/>
            <ac:spMk id="2" creationId="{8AB6AFAF-2B5B-4A50-9008-998B2C9A03C2}"/>
          </ac:spMkLst>
        </pc:spChg>
        <pc:spChg chg="mod">
          <ac:chgData name="Tejada, Carmen" userId="4e46fa0d-51a0-4b7a-a6a6-e5b06c9f6d76" providerId="ADAL" clId="{4D446C45-A82C-4034-8575-068DA9445DC7}" dt="2023-02-27T17:23:09.147" v="7" actId="20577"/>
          <ac:spMkLst>
            <pc:docMk/>
            <pc:sldMk cId="2136439337" sldId="256"/>
            <ac:spMk id="3" creationId="{143DBC8B-FF70-423E-AE3E-988A9928E71A}"/>
          </ac:spMkLst>
        </pc:spChg>
        <pc:spChg chg="add del mod modVis">
          <ac:chgData name="Tejada, Carmen" userId="4e46fa0d-51a0-4b7a-a6a6-e5b06c9f6d76" providerId="ADAL" clId="{4D446C45-A82C-4034-8575-068DA9445DC7}" dt="2023-03-01T19:48:39.589" v="7361"/>
          <ac:spMkLst>
            <pc:docMk/>
            <pc:sldMk cId="2136439337" sldId="256"/>
            <ac:spMk id="4" creationId="{EF489A9C-892D-4B0A-9DCD-1C78D2CDD97A}"/>
          </ac:spMkLst>
        </pc:spChg>
        <pc:spChg chg="add del mod modVis">
          <ac:chgData name="Tejada, Carmen" userId="4e46fa0d-51a0-4b7a-a6a6-e5b06c9f6d76" providerId="ADAL" clId="{4D446C45-A82C-4034-8575-068DA9445DC7}" dt="2023-03-01T19:48:42.549" v="7415"/>
          <ac:spMkLst>
            <pc:docMk/>
            <pc:sldMk cId="2136439337" sldId="256"/>
            <ac:spMk id="6" creationId="{D59CC38F-F39E-42E7-B9A3-E01C6823F881}"/>
          </ac:spMkLst>
        </pc:spChg>
        <pc:graphicFrameChg chg="mod">
          <ac:chgData name="Tejada, Carmen" userId="4e46fa0d-51a0-4b7a-a6a6-e5b06c9f6d76" providerId="ADAL" clId="{4D446C45-A82C-4034-8575-068DA9445DC7}" dt="2023-03-01T19:48:42.552" v="7417"/>
          <ac:graphicFrameMkLst>
            <pc:docMk/>
            <pc:sldMk cId="2136439337" sldId="256"/>
            <ac:graphicFrameMk id="5" creationId="{F23C087A-2589-4023-8D51-FCA84D5678CF}"/>
          </ac:graphicFrameMkLst>
        </pc:graphicFrameChg>
      </pc:sldChg>
      <pc:sldChg chg="addSp delSp modSp add mod">
        <pc:chgData name="Tejada, Carmen" userId="4e46fa0d-51a0-4b7a-a6a6-e5b06c9f6d76" providerId="ADAL" clId="{4D446C45-A82C-4034-8575-068DA9445DC7}" dt="2023-03-01T19:49:12.694" v="7692"/>
        <pc:sldMkLst>
          <pc:docMk/>
          <pc:sldMk cId="1997426286" sldId="322"/>
        </pc:sldMkLst>
        <pc:spChg chg="mod">
          <ac:chgData name="Tejada, Carmen" userId="4e46fa0d-51a0-4b7a-a6a6-e5b06c9f6d76" providerId="ADAL" clId="{4D446C45-A82C-4034-8575-068DA9445DC7}" dt="2023-03-01T19:49:12.591" v="7650" actId="948"/>
          <ac:spMkLst>
            <pc:docMk/>
            <pc:sldMk cId="1997426286" sldId="322"/>
            <ac:spMk id="3" creationId="{CB5D5DA1-DACE-4236-B2A5-D674B23E4F3E}"/>
          </ac:spMkLst>
        </pc:spChg>
        <pc:spChg chg="add del mod modVis">
          <ac:chgData name="Tejada, Carmen" userId="4e46fa0d-51a0-4b7a-a6a6-e5b06c9f6d76" providerId="ADAL" clId="{4D446C45-A82C-4034-8575-068DA9445DC7}" dt="2023-03-01T19:48:55.219" v="7470"/>
          <ac:spMkLst>
            <pc:docMk/>
            <pc:sldMk cId="1997426286" sldId="322"/>
            <ac:spMk id="4" creationId="{279219A3-8639-492C-8F79-D5A4D51AEEEA}"/>
          </ac:spMkLst>
        </pc:spChg>
        <pc:spChg chg="add del mod modVis">
          <ac:chgData name="Tejada, Carmen" userId="4e46fa0d-51a0-4b7a-a6a6-e5b06c9f6d76" providerId="ADAL" clId="{4D446C45-A82C-4034-8575-068DA9445DC7}" dt="2023-03-01T19:48:56.040" v="7516"/>
          <ac:spMkLst>
            <pc:docMk/>
            <pc:sldMk cId="1997426286" sldId="322"/>
            <ac:spMk id="5" creationId="{2A859771-B386-48CF-8B59-8F85922351F1}"/>
          </ac:spMkLst>
        </pc:spChg>
        <pc:spChg chg="add del mod modVis">
          <ac:chgData name="Tejada, Carmen" userId="4e46fa0d-51a0-4b7a-a6a6-e5b06c9f6d76" providerId="ADAL" clId="{4D446C45-A82C-4034-8575-068DA9445DC7}" dt="2023-03-01T19:49:10.798" v="7599"/>
          <ac:spMkLst>
            <pc:docMk/>
            <pc:sldMk cId="1997426286" sldId="322"/>
            <ac:spMk id="6" creationId="{FC836C3A-DEA7-490A-BE0D-C3EE585CD9E3}"/>
          </ac:spMkLst>
        </pc:spChg>
        <pc:spChg chg="mod">
          <ac:chgData name="Tejada, Carmen" userId="4e46fa0d-51a0-4b7a-a6a6-e5b06c9f6d76" providerId="ADAL" clId="{4D446C45-A82C-4034-8575-068DA9445DC7}" dt="2023-03-01T19:49:07.640" v="7551" actId="20577"/>
          <ac:spMkLst>
            <pc:docMk/>
            <pc:sldMk cId="1997426286" sldId="322"/>
            <ac:spMk id="7" creationId="{9BCBC527-C297-40F2-9FF9-708EEFB8FD75}"/>
          </ac:spMkLst>
        </pc:spChg>
        <pc:spChg chg="mod">
          <ac:chgData name="Tejada, Carmen" userId="4e46fa0d-51a0-4b7a-a6a6-e5b06c9f6d76" providerId="ADAL" clId="{4D446C45-A82C-4034-8575-068DA9445DC7}" dt="2023-03-01T19:49:03.961" v="7545" actId="20577"/>
          <ac:spMkLst>
            <pc:docMk/>
            <pc:sldMk cId="1997426286" sldId="322"/>
            <ac:spMk id="8" creationId="{862D3331-0F5A-4344-9277-E609CEE8AAEF}"/>
          </ac:spMkLst>
        </pc:spChg>
        <pc:spChg chg="add del mod modVis">
          <ac:chgData name="Tejada, Carmen" userId="4e46fa0d-51a0-4b7a-a6a6-e5b06c9f6d76" providerId="ADAL" clId="{4D446C45-A82C-4034-8575-068DA9445DC7}" dt="2023-03-01T19:49:11.473" v="7644"/>
          <ac:spMkLst>
            <pc:docMk/>
            <pc:sldMk cId="1997426286" sldId="322"/>
            <ac:spMk id="9" creationId="{FCE265C3-8865-4650-B321-8252B5B1FE43}"/>
          </ac:spMkLst>
        </pc:spChg>
        <pc:spChg chg="add del mod modVis">
          <ac:chgData name="Tejada, Carmen" userId="4e46fa0d-51a0-4b7a-a6a6-e5b06c9f6d76" providerId="ADAL" clId="{4D446C45-A82C-4034-8575-068DA9445DC7}" dt="2023-03-01T19:49:12.689" v="7690"/>
          <ac:spMkLst>
            <pc:docMk/>
            <pc:sldMk cId="1997426286" sldId="322"/>
            <ac:spMk id="10" creationId="{08C10718-5335-4139-B623-786920C5C8B1}"/>
          </ac:spMkLst>
        </pc:spChg>
        <pc:graphicFrameChg chg="mod">
          <ac:chgData name="Tejada, Carmen" userId="4e46fa0d-51a0-4b7a-a6a6-e5b06c9f6d76" providerId="ADAL" clId="{4D446C45-A82C-4034-8575-068DA9445DC7}" dt="2023-03-01T19:49:12.694" v="7692"/>
          <ac:graphicFrameMkLst>
            <pc:docMk/>
            <pc:sldMk cId="1997426286" sldId="322"/>
            <ac:graphicFrameMk id="2" creationId="{FF35952B-7D58-4000-B955-05395328737C}"/>
          </ac:graphicFrameMkLst>
        </pc:graphicFrameChg>
      </pc:sldChg>
      <pc:sldChg chg="del ord">
        <pc:chgData name="Tejada, Carmen" userId="4e46fa0d-51a0-4b7a-a6a6-e5b06c9f6d76" providerId="ADAL" clId="{4D446C45-A82C-4034-8575-068DA9445DC7}" dt="2023-03-01T18:19:25.181" v="5800" actId="47"/>
        <pc:sldMkLst>
          <pc:docMk/>
          <pc:sldMk cId="1968444655" sldId="5426"/>
        </pc:sldMkLst>
      </pc:sldChg>
      <pc:sldChg chg="add del">
        <pc:chgData name="Tejada, Carmen" userId="4e46fa0d-51a0-4b7a-a6a6-e5b06c9f6d76" providerId="ADAL" clId="{4D446C45-A82C-4034-8575-068DA9445DC7}" dt="2023-03-01T19:47:50.518" v="7258" actId="47"/>
        <pc:sldMkLst>
          <pc:docMk/>
          <pc:sldMk cId="2857335653" sldId="5440"/>
        </pc:sldMkLst>
      </pc:sldChg>
      <pc:sldChg chg="add del">
        <pc:chgData name="Tejada, Carmen" userId="4e46fa0d-51a0-4b7a-a6a6-e5b06c9f6d76" providerId="ADAL" clId="{4D446C45-A82C-4034-8575-068DA9445DC7}" dt="2023-03-01T19:47:51.063" v="7259" actId="47"/>
        <pc:sldMkLst>
          <pc:docMk/>
          <pc:sldMk cId="3231084715" sldId="5442"/>
        </pc:sldMkLst>
      </pc:sldChg>
      <pc:sldChg chg="add del">
        <pc:chgData name="Tejada, Carmen" userId="4e46fa0d-51a0-4b7a-a6a6-e5b06c9f6d76" providerId="ADAL" clId="{4D446C45-A82C-4034-8575-068DA9445DC7}" dt="2023-03-01T19:47:51.515" v="7260" actId="47"/>
        <pc:sldMkLst>
          <pc:docMk/>
          <pc:sldMk cId="1608904113" sldId="5443"/>
        </pc:sldMkLst>
      </pc:sldChg>
      <pc:sldChg chg="del ord">
        <pc:chgData name="Tejada, Carmen" userId="4e46fa0d-51a0-4b7a-a6a6-e5b06c9f6d76" providerId="ADAL" clId="{4D446C45-A82C-4034-8575-068DA9445DC7}" dt="2023-03-01T18:19:27.183" v="5803" actId="47"/>
        <pc:sldMkLst>
          <pc:docMk/>
          <pc:sldMk cId="1159131456" sldId="2147468259"/>
        </pc:sldMkLst>
      </pc:sldChg>
      <pc:sldChg chg="addSp delSp modSp mod">
        <pc:chgData name="Tejada, Carmen" userId="4e46fa0d-51a0-4b7a-a6a6-e5b06c9f6d76" providerId="ADAL" clId="{4D446C45-A82C-4034-8575-068DA9445DC7}" dt="2023-03-02T08:55:30.023" v="8809" actId="1076"/>
        <pc:sldMkLst>
          <pc:docMk/>
          <pc:sldMk cId="869674133" sldId="2147468731"/>
        </pc:sldMkLst>
        <pc:spChg chg="mod ord">
          <ac:chgData name="Tejada, Carmen" userId="4e46fa0d-51a0-4b7a-a6a6-e5b06c9f6d76" providerId="ADAL" clId="{4D446C45-A82C-4034-8575-068DA9445DC7}" dt="2023-02-28T19:10:30.060" v="1546"/>
          <ac:spMkLst>
            <pc:docMk/>
            <pc:sldMk cId="869674133" sldId="2147468731"/>
            <ac:spMk id="2" creationId="{F6B7E865-139A-4E61-9E9A-0E084534A14A}"/>
          </ac:spMkLst>
        </pc:spChg>
        <pc:spChg chg="del">
          <ac:chgData name="Tejada, Carmen" userId="4e46fa0d-51a0-4b7a-a6a6-e5b06c9f6d76" providerId="ADAL" clId="{4D446C45-A82C-4034-8575-068DA9445DC7}" dt="2023-02-28T18:56:50.150" v="1040" actId="478"/>
          <ac:spMkLst>
            <pc:docMk/>
            <pc:sldMk cId="869674133" sldId="2147468731"/>
            <ac:spMk id="3" creationId="{FB313AA8-FE9C-4594-AE6D-4DABC73B4A05}"/>
          </ac:spMkLst>
        </pc:spChg>
        <pc:spChg chg="del mod ord">
          <ac:chgData name="Tejada, Carmen" userId="4e46fa0d-51a0-4b7a-a6a6-e5b06c9f6d76" providerId="ADAL" clId="{4D446C45-A82C-4034-8575-068DA9445DC7}" dt="2023-02-28T19:10:02.110" v="1452" actId="478"/>
          <ac:spMkLst>
            <pc:docMk/>
            <pc:sldMk cId="869674133" sldId="2147468731"/>
            <ac:spMk id="4" creationId="{D6164594-7E85-4B72-A9C3-6CBBF7E5971E}"/>
          </ac:spMkLst>
        </pc:spChg>
        <pc:spChg chg="mod ord">
          <ac:chgData name="Tejada, Carmen" userId="4e46fa0d-51a0-4b7a-a6a6-e5b06c9f6d76" providerId="ADAL" clId="{4D446C45-A82C-4034-8575-068DA9445DC7}" dt="2023-02-28T19:10:30.051" v="1522"/>
          <ac:spMkLst>
            <pc:docMk/>
            <pc:sldMk cId="869674133" sldId="2147468731"/>
            <ac:spMk id="7" creationId="{0E230094-A479-4F7E-BAF9-54EBB6A99945}"/>
          </ac:spMkLst>
        </pc:spChg>
        <pc:spChg chg="add del mod">
          <ac:chgData name="Tejada, Carmen" userId="4e46fa0d-51a0-4b7a-a6a6-e5b06c9f6d76" providerId="ADAL" clId="{4D446C45-A82C-4034-8575-068DA9445DC7}" dt="2023-02-28T18:57:08.722" v="1041" actId="478"/>
          <ac:spMkLst>
            <pc:docMk/>
            <pc:sldMk cId="869674133" sldId="2147468731"/>
            <ac:spMk id="11" creationId="{1667942F-A4F9-48BA-A8FB-5FA5A54CBBE9}"/>
          </ac:spMkLst>
        </pc:spChg>
        <pc:spChg chg="mod ord">
          <ac:chgData name="Tejada, Carmen" userId="4e46fa0d-51a0-4b7a-a6a6-e5b06c9f6d76" providerId="ADAL" clId="{4D446C45-A82C-4034-8575-068DA9445DC7}" dt="2023-02-28T19:10:30.050" v="1520"/>
          <ac:spMkLst>
            <pc:docMk/>
            <pc:sldMk cId="869674133" sldId="2147468731"/>
            <ac:spMk id="13" creationId="{08617D84-012C-4252-A42A-15BDE2C492BF}"/>
          </ac:spMkLst>
        </pc:spChg>
        <pc:spChg chg="add mod ord">
          <ac:chgData name="Tejada, Carmen" userId="4e46fa0d-51a0-4b7a-a6a6-e5b06c9f6d76" providerId="ADAL" clId="{4D446C45-A82C-4034-8575-068DA9445DC7}" dt="2023-02-28T19:10:30.061" v="1550"/>
          <ac:spMkLst>
            <pc:docMk/>
            <pc:sldMk cId="869674133" sldId="2147468731"/>
            <ac:spMk id="29" creationId="{946491E8-BE2F-4750-9305-2111D7F70877}"/>
          </ac:spMkLst>
        </pc:spChg>
        <pc:spChg chg="add mod ord">
          <ac:chgData name="Tejada, Carmen" userId="4e46fa0d-51a0-4b7a-a6a6-e5b06c9f6d76" providerId="ADAL" clId="{4D446C45-A82C-4034-8575-068DA9445DC7}" dt="2023-02-28T19:10:36.006" v="1593" actId="207"/>
          <ac:spMkLst>
            <pc:docMk/>
            <pc:sldMk cId="869674133" sldId="2147468731"/>
            <ac:spMk id="32" creationId="{CBD1CB14-9B4B-46F9-A1CD-CCEBA8165BF1}"/>
          </ac:spMkLst>
        </pc:spChg>
        <pc:spChg chg="add mod ord">
          <ac:chgData name="Tejada, Carmen" userId="4e46fa0d-51a0-4b7a-a6a6-e5b06c9f6d76" providerId="ADAL" clId="{4D446C45-A82C-4034-8575-068DA9445DC7}" dt="2023-02-28T19:10:36.006" v="1593" actId="207"/>
          <ac:spMkLst>
            <pc:docMk/>
            <pc:sldMk cId="869674133" sldId="2147468731"/>
            <ac:spMk id="35" creationId="{DF9455FF-8950-4C03-91F4-0878FB7A17C2}"/>
          </ac:spMkLst>
        </pc:spChg>
        <pc:spChg chg="mod ord">
          <ac:chgData name="Tejada, Carmen" userId="4e46fa0d-51a0-4b7a-a6a6-e5b06c9f6d76" providerId="ADAL" clId="{4D446C45-A82C-4034-8575-068DA9445DC7}" dt="2023-02-28T19:10:30.048" v="1516"/>
          <ac:spMkLst>
            <pc:docMk/>
            <pc:sldMk cId="869674133" sldId="2147468731"/>
            <ac:spMk id="44" creationId="{FE20F9C6-BC4B-42FD-86D0-BF988E5E8995}"/>
          </ac:spMkLst>
        </pc:spChg>
        <pc:spChg chg="add mod ord">
          <ac:chgData name="Tejada, Carmen" userId="4e46fa0d-51a0-4b7a-a6a6-e5b06c9f6d76" providerId="ADAL" clId="{4D446C45-A82C-4034-8575-068DA9445DC7}" dt="2023-02-28T19:10:30.063" v="1556"/>
          <ac:spMkLst>
            <pc:docMk/>
            <pc:sldMk cId="869674133" sldId="2147468731"/>
            <ac:spMk id="45" creationId="{3EBD4C3A-8D17-420E-ABFB-4945591BD6AE}"/>
          </ac:spMkLst>
        </pc:spChg>
        <pc:spChg chg="mod ord">
          <ac:chgData name="Tejada, Carmen" userId="4e46fa0d-51a0-4b7a-a6a6-e5b06c9f6d76" providerId="ADAL" clId="{4D446C45-A82C-4034-8575-068DA9445DC7}" dt="2023-02-28T19:10:30.049" v="1518"/>
          <ac:spMkLst>
            <pc:docMk/>
            <pc:sldMk cId="869674133" sldId="2147468731"/>
            <ac:spMk id="49" creationId="{E69AF2BB-A7A3-448F-A93F-DC7E3855EC42}"/>
          </ac:spMkLst>
        </pc:spChg>
        <pc:spChg chg="add mod">
          <ac:chgData name="Tejada, Carmen" userId="4e46fa0d-51a0-4b7a-a6a6-e5b06c9f6d76" providerId="ADAL" clId="{4D446C45-A82C-4034-8575-068DA9445DC7}" dt="2023-03-01T18:12:03.422" v="5418" actId="14100"/>
          <ac:spMkLst>
            <pc:docMk/>
            <pc:sldMk cId="869674133" sldId="2147468731"/>
            <ac:spMk id="50" creationId="{024F460E-2D44-4B14-AD78-657A1DF15A92}"/>
          </ac:spMkLst>
        </pc:spChg>
        <pc:spChg chg="add mod">
          <ac:chgData name="Tejada, Carmen" userId="4e46fa0d-51a0-4b7a-a6a6-e5b06c9f6d76" providerId="ADAL" clId="{4D446C45-A82C-4034-8575-068DA9445DC7}" dt="2023-03-01T18:12:01.049" v="5417" actId="14100"/>
          <ac:spMkLst>
            <pc:docMk/>
            <pc:sldMk cId="869674133" sldId="2147468731"/>
            <ac:spMk id="51" creationId="{2DBE1E16-D935-4C34-BA0B-3049F7380200}"/>
          </ac:spMkLst>
        </pc:spChg>
        <pc:spChg chg="add mod ord">
          <ac:chgData name="Tejada, Carmen" userId="4e46fa0d-51a0-4b7a-a6a6-e5b06c9f6d76" providerId="ADAL" clId="{4D446C45-A82C-4034-8575-068DA9445DC7}" dt="2023-02-28T19:10:30.064" v="1560"/>
          <ac:spMkLst>
            <pc:docMk/>
            <pc:sldMk cId="869674133" sldId="2147468731"/>
            <ac:spMk id="52" creationId="{415FC868-C29A-4011-875F-ABEF56B384DC}"/>
          </ac:spMkLst>
        </pc:spChg>
        <pc:spChg chg="add mod ord">
          <ac:chgData name="Tejada, Carmen" userId="4e46fa0d-51a0-4b7a-a6a6-e5b06c9f6d76" providerId="ADAL" clId="{4D446C45-A82C-4034-8575-068DA9445DC7}" dt="2023-03-01T18:15:00.682" v="5589" actId="1076"/>
          <ac:spMkLst>
            <pc:docMk/>
            <pc:sldMk cId="869674133" sldId="2147468731"/>
            <ac:spMk id="57" creationId="{8C53AA9C-E89F-44F0-929A-40B799745904}"/>
          </ac:spMkLst>
        </pc:spChg>
        <pc:spChg chg="mod ord">
          <ac:chgData name="Tejada, Carmen" userId="4e46fa0d-51a0-4b7a-a6a6-e5b06c9f6d76" providerId="ADAL" clId="{4D446C45-A82C-4034-8575-068DA9445DC7}" dt="2023-02-28T19:10:36.006" v="1593" actId="207"/>
          <ac:spMkLst>
            <pc:docMk/>
            <pc:sldMk cId="869674133" sldId="2147468731"/>
            <ac:spMk id="58" creationId="{4D9B7E2F-3EF6-4C2B-91C0-1A5A471F1C6E}"/>
          </ac:spMkLst>
        </pc:spChg>
        <pc:spChg chg="mod ord">
          <ac:chgData name="Tejada, Carmen" userId="4e46fa0d-51a0-4b7a-a6a6-e5b06c9f6d76" providerId="ADAL" clId="{4D446C45-A82C-4034-8575-068DA9445DC7}" dt="2023-02-28T19:10:30.054" v="1530"/>
          <ac:spMkLst>
            <pc:docMk/>
            <pc:sldMk cId="869674133" sldId="2147468731"/>
            <ac:spMk id="59" creationId="{218B5DCA-187B-4DC7-9644-C896F6A08455}"/>
          </ac:spMkLst>
        </pc:spChg>
        <pc:spChg chg="add del mod">
          <ac:chgData name="Tejada, Carmen" userId="4e46fa0d-51a0-4b7a-a6a6-e5b06c9f6d76" providerId="ADAL" clId="{4D446C45-A82C-4034-8575-068DA9445DC7}" dt="2023-02-28T19:06:36.870" v="1379" actId="478"/>
          <ac:spMkLst>
            <pc:docMk/>
            <pc:sldMk cId="869674133" sldId="2147468731"/>
            <ac:spMk id="60" creationId="{CB1A5684-CB7A-48D1-AFF8-5DF928B817EF}"/>
          </ac:spMkLst>
        </pc:spChg>
        <pc:spChg chg="add mod ord">
          <ac:chgData name="Tejada, Carmen" userId="4e46fa0d-51a0-4b7a-a6a6-e5b06c9f6d76" providerId="ADAL" clId="{4D446C45-A82C-4034-8575-068DA9445DC7}" dt="2023-03-01T18:12:55.593" v="5479" actId="20577"/>
          <ac:spMkLst>
            <pc:docMk/>
            <pc:sldMk cId="869674133" sldId="2147468731"/>
            <ac:spMk id="61" creationId="{1032928F-93D1-438E-9D90-0D4BD0631FC9}"/>
          </ac:spMkLst>
        </pc:spChg>
        <pc:spChg chg="add mod ord">
          <ac:chgData name="Tejada, Carmen" userId="4e46fa0d-51a0-4b7a-a6a6-e5b06c9f6d76" providerId="ADAL" clId="{4D446C45-A82C-4034-8575-068DA9445DC7}" dt="2023-02-28T19:10:30.069" v="1573"/>
          <ac:spMkLst>
            <pc:docMk/>
            <pc:sldMk cId="869674133" sldId="2147468731"/>
            <ac:spMk id="62" creationId="{D93791DF-A2DF-4E37-BF99-03588576A0E9}"/>
          </ac:spMkLst>
        </pc:spChg>
        <pc:spChg chg="mod ord">
          <ac:chgData name="Tejada, Carmen" userId="4e46fa0d-51a0-4b7a-a6a6-e5b06c9f6d76" providerId="ADAL" clId="{4D446C45-A82C-4034-8575-068DA9445DC7}" dt="2023-02-28T19:10:30.066" v="1566"/>
          <ac:spMkLst>
            <pc:docMk/>
            <pc:sldMk cId="869674133" sldId="2147468731"/>
            <ac:spMk id="63" creationId="{CC218A8A-F0F0-4038-A965-9439C58A4214}"/>
          </ac:spMkLst>
        </pc:spChg>
        <pc:spChg chg="mod ord">
          <ac:chgData name="Tejada, Carmen" userId="4e46fa0d-51a0-4b7a-a6a6-e5b06c9f6d76" providerId="ADAL" clId="{4D446C45-A82C-4034-8575-068DA9445DC7}" dt="2023-03-01T18:12:19.305" v="5421" actId="1076"/>
          <ac:spMkLst>
            <pc:docMk/>
            <pc:sldMk cId="869674133" sldId="2147468731"/>
            <ac:spMk id="64" creationId="{F9667050-2731-46D0-85D6-A70B3046A9C4}"/>
          </ac:spMkLst>
        </pc:spChg>
        <pc:spChg chg="del mod ord">
          <ac:chgData name="Tejada, Carmen" userId="4e46fa0d-51a0-4b7a-a6a6-e5b06c9f6d76" providerId="ADAL" clId="{4D446C45-A82C-4034-8575-068DA9445DC7}" dt="2023-02-28T19:06:35.771" v="1378" actId="478"/>
          <ac:spMkLst>
            <pc:docMk/>
            <pc:sldMk cId="869674133" sldId="2147468731"/>
            <ac:spMk id="65" creationId="{1DD0794B-EC34-4002-BBD1-FF2EF60B3D26}"/>
          </ac:spMkLst>
        </pc:spChg>
        <pc:spChg chg="add mod">
          <ac:chgData name="Tejada, Carmen" userId="4e46fa0d-51a0-4b7a-a6a6-e5b06c9f6d76" providerId="ADAL" clId="{4D446C45-A82C-4034-8575-068DA9445DC7}" dt="2023-03-01T18:15:50.386" v="5627" actId="1076"/>
          <ac:spMkLst>
            <pc:docMk/>
            <pc:sldMk cId="869674133" sldId="2147468731"/>
            <ac:spMk id="65" creationId="{F4ACAB36-B7E9-49C9-B12F-A323D3ACE19A}"/>
          </ac:spMkLst>
        </pc:spChg>
        <pc:spChg chg="add mod ord">
          <ac:chgData name="Tejada, Carmen" userId="4e46fa0d-51a0-4b7a-a6a6-e5b06c9f6d76" providerId="ADAL" clId="{4D446C45-A82C-4034-8575-068DA9445DC7}" dt="2023-03-01T18:12:19.305" v="5421" actId="1076"/>
          <ac:spMkLst>
            <pc:docMk/>
            <pc:sldMk cId="869674133" sldId="2147468731"/>
            <ac:spMk id="66" creationId="{5C16A0B1-0962-4742-876F-418CEF8B701B}"/>
          </ac:spMkLst>
        </pc:spChg>
        <pc:spChg chg="mod ord">
          <ac:chgData name="Tejada, Carmen" userId="4e46fa0d-51a0-4b7a-a6a6-e5b06c9f6d76" providerId="ADAL" clId="{4D446C45-A82C-4034-8575-068DA9445DC7}" dt="2023-03-02T08:47:34.770" v="8753" actId="13926"/>
          <ac:spMkLst>
            <pc:docMk/>
            <pc:sldMk cId="869674133" sldId="2147468731"/>
            <ac:spMk id="67" creationId="{964D3411-CCE8-4E6C-8743-10C90E575419}"/>
          </ac:spMkLst>
        </pc:spChg>
        <pc:spChg chg="add mod ord">
          <ac:chgData name="Tejada, Carmen" userId="4e46fa0d-51a0-4b7a-a6a6-e5b06c9f6d76" providerId="ADAL" clId="{4D446C45-A82C-4034-8575-068DA9445DC7}" dt="2023-03-01T18:12:19.305" v="5421" actId="1076"/>
          <ac:spMkLst>
            <pc:docMk/>
            <pc:sldMk cId="869674133" sldId="2147468731"/>
            <ac:spMk id="68" creationId="{69CE712F-3DFC-4C71-8C03-81C2CFD29A3C}"/>
          </ac:spMkLst>
        </pc:spChg>
        <pc:spChg chg="add mod ord">
          <ac:chgData name="Tejada, Carmen" userId="4e46fa0d-51a0-4b7a-a6a6-e5b06c9f6d76" providerId="ADAL" clId="{4D446C45-A82C-4034-8575-068DA9445DC7}" dt="2023-02-28T19:10:30.073" v="1587"/>
          <ac:spMkLst>
            <pc:docMk/>
            <pc:sldMk cId="869674133" sldId="2147468731"/>
            <ac:spMk id="73" creationId="{CD7C0606-6B4B-450A-AACD-DEF88ADEC1F5}"/>
          </ac:spMkLst>
        </pc:spChg>
        <pc:spChg chg="add mod ord">
          <ac:chgData name="Tejada, Carmen" userId="4e46fa0d-51a0-4b7a-a6a6-e5b06c9f6d76" providerId="ADAL" clId="{4D446C45-A82C-4034-8575-068DA9445DC7}" dt="2023-02-28T19:10:30.074" v="1589"/>
          <ac:spMkLst>
            <pc:docMk/>
            <pc:sldMk cId="869674133" sldId="2147468731"/>
            <ac:spMk id="74" creationId="{7C03DDB6-D670-4553-8AA6-92AB5DA0CFF0}"/>
          </ac:spMkLst>
        </pc:spChg>
        <pc:spChg chg="add mod ord">
          <ac:chgData name="Tejada, Carmen" userId="4e46fa0d-51a0-4b7a-a6a6-e5b06c9f6d76" providerId="ADAL" clId="{4D446C45-A82C-4034-8575-068DA9445DC7}" dt="2023-02-28T19:10:30.047" v="1514"/>
          <ac:spMkLst>
            <pc:docMk/>
            <pc:sldMk cId="869674133" sldId="2147468731"/>
            <ac:spMk id="75" creationId="{7F75B8A7-9978-4F95-BC83-93E2C1023939}"/>
          </ac:spMkLst>
        </pc:spChg>
        <pc:spChg chg="add mod">
          <ac:chgData name="Tejada, Carmen" userId="4e46fa0d-51a0-4b7a-a6a6-e5b06c9f6d76" providerId="ADAL" clId="{4D446C45-A82C-4034-8575-068DA9445DC7}" dt="2023-03-02T08:55:30.023" v="8809" actId="1076"/>
          <ac:spMkLst>
            <pc:docMk/>
            <pc:sldMk cId="869674133" sldId="2147468731"/>
            <ac:spMk id="77" creationId="{4704CA4E-FEFC-459C-A157-EFB4DEF776F6}"/>
          </ac:spMkLst>
        </pc:spChg>
        <pc:spChg chg="add mod">
          <ac:chgData name="Tejada, Carmen" userId="4e46fa0d-51a0-4b7a-a6a6-e5b06c9f6d76" providerId="ADAL" clId="{4D446C45-A82C-4034-8575-068DA9445DC7}" dt="2023-03-01T18:15:21.235" v="5618" actId="1076"/>
          <ac:spMkLst>
            <pc:docMk/>
            <pc:sldMk cId="869674133" sldId="2147468731"/>
            <ac:spMk id="79" creationId="{8EC78E7B-1169-406C-849E-A95A424E6B39}"/>
          </ac:spMkLst>
        </pc:spChg>
        <pc:spChg chg="add mod">
          <ac:chgData name="Tejada, Carmen" userId="4e46fa0d-51a0-4b7a-a6a6-e5b06c9f6d76" providerId="ADAL" clId="{4D446C45-A82C-4034-8575-068DA9445DC7}" dt="2023-03-01T18:15:21.235" v="5618" actId="1076"/>
          <ac:spMkLst>
            <pc:docMk/>
            <pc:sldMk cId="869674133" sldId="2147468731"/>
            <ac:spMk id="80" creationId="{D3843AFD-E3EC-44DA-A625-D053057CCC16}"/>
          </ac:spMkLst>
        </pc:spChg>
        <pc:spChg chg="add del mod modVis">
          <ac:chgData name="Tejada, Carmen" userId="4e46fa0d-51a0-4b7a-a6a6-e5b06c9f6d76" providerId="ADAL" clId="{4D446C45-A82C-4034-8575-068DA9445DC7}" dt="2023-02-28T19:01:52.938" v="1203"/>
          <ac:spMkLst>
            <pc:docMk/>
            <pc:sldMk cId="869674133" sldId="2147468731"/>
            <ac:spMk id="7170" creationId="{93D55DA5-1D79-47DB-9A34-F919A9F0F24D}"/>
          </ac:spMkLst>
        </pc:spChg>
        <pc:spChg chg="mod ord">
          <ac:chgData name="Tejada, Carmen" userId="4e46fa0d-51a0-4b7a-a6a6-e5b06c9f6d76" providerId="ADAL" clId="{4D446C45-A82C-4034-8575-068DA9445DC7}" dt="2023-03-01T08:53:02.795" v="5019" actId="1076"/>
          <ac:spMkLst>
            <pc:docMk/>
            <pc:sldMk cId="869674133" sldId="2147468731"/>
            <ac:spMk id="7173" creationId="{885E821D-7984-40A3-BED5-A5A79A3DAD0D}"/>
          </ac:spMkLst>
        </pc:spChg>
        <pc:spChg chg="mod ord">
          <ac:chgData name="Tejada, Carmen" userId="4e46fa0d-51a0-4b7a-a6a6-e5b06c9f6d76" providerId="ADAL" clId="{4D446C45-A82C-4034-8575-068DA9445DC7}" dt="2023-03-01T18:12:19.305" v="5421" actId="1076"/>
          <ac:spMkLst>
            <pc:docMk/>
            <pc:sldMk cId="869674133" sldId="2147468731"/>
            <ac:spMk id="7174" creationId="{D1A3C2D0-DB0F-48C4-A058-75366C181711}"/>
          </ac:spMkLst>
        </pc:spChg>
        <pc:spChg chg="add del mod">
          <ac:chgData name="Tejada, Carmen" userId="4e46fa0d-51a0-4b7a-a6a6-e5b06c9f6d76" providerId="ADAL" clId="{4D446C45-A82C-4034-8575-068DA9445DC7}" dt="2023-02-28T19:10:03.578" v="1456" actId="478"/>
          <ac:spMkLst>
            <pc:docMk/>
            <pc:sldMk cId="869674133" sldId="2147468731"/>
            <ac:spMk id="7179" creationId="{7C195054-AB71-4264-90E3-79292D95D807}"/>
          </ac:spMkLst>
        </pc:spChg>
        <pc:spChg chg="add mod">
          <ac:chgData name="Tejada, Carmen" userId="4e46fa0d-51a0-4b7a-a6a6-e5b06c9f6d76" providerId="ADAL" clId="{4D446C45-A82C-4034-8575-068DA9445DC7}" dt="2023-03-01T18:12:19.305" v="5421" actId="1076"/>
          <ac:spMkLst>
            <pc:docMk/>
            <pc:sldMk cId="869674133" sldId="2147468731"/>
            <ac:spMk id="7180" creationId="{30855121-B80D-4598-8C93-A56E278B5C70}"/>
          </ac:spMkLst>
        </pc:spChg>
        <pc:spChg chg="add del mod">
          <ac:chgData name="Tejada, Carmen" userId="4e46fa0d-51a0-4b7a-a6a6-e5b06c9f6d76" providerId="ADAL" clId="{4D446C45-A82C-4034-8575-068DA9445DC7}" dt="2023-03-01T18:11:30.472" v="5407" actId="478"/>
          <ac:spMkLst>
            <pc:docMk/>
            <pc:sldMk cId="869674133" sldId="2147468731"/>
            <ac:spMk id="7186" creationId="{FC14DE6B-25C9-43CD-A3AA-1ACD4D7D47F4}"/>
          </ac:spMkLst>
        </pc:spChg>
        <pc:graphicFrameChg chg="mod">
          <ac:chgData name="Tejada, Carmen" userId="4e46fa0d-51a0-4b7a-a6a6-e5b06c9f6d76" providerId="ADAL" clId="{4D446C45-A82C-4034-8575-068DA9445DC7}" dt="2023-02-28T19:10:30.078" v="1592"/>
          <ac:graphicFrameMkLst>
            <pc:docMk/>
            <pc:sldMk cId="869674133" sldId="2147468731"/>
            <ac:graphicFrameMk id="6" creationId="{DA7E5690-FD95-47B7-8A74-E2669683C0DB}"/>
          </ac:graphicFrameMkLst>
        </pc:graphicFrameChg>
        <pc:picChg chg="mod ord">
          <ac:chgData name="Tejada, Carmen" userId="4e46fa0d-51a0-4b7a-a6a6-e5b06c9f6d76" providerId="ADAL" clId="{4D446C45-A82C-4034-8575-068DA9445DC7}" dt="2023-02-28T19:10:30.052" v="1524"/>
          <ac:picMkLst>
            <pc:docMk/>
            <pc:sldMk cId="869674133" sldId="2147468731"/>
            <ac:picMk id="12" creationId="{78775363-6301-4567-A0C7-291233979605}"/>
          </ac:picMkLst>
        </pc:picChg>
        <pc:picChg chg="del mod">
          <ac:chgData name="Tejada, Carmen" userId="4e46fa0d-51a0-4b7a-a6a6-e5b06c9f6d76" providerId="ADAL" clId="{4D446C45-A82C-4034-8575-068DA9445DC7}" dt="2023-02-28T19:00:55.486" v="1095" actId="478"/>
          <ac:picMkLst>
            <pc:docMk/>
            <pc:sldMk cId="869674133" sldId="2147468731"/>
            <ac:picMk id="14" creationId="{C3C36F57-D51D-4329-80A0-11CCABD4161F}"/>
          </ac:picMkLst>
        </pc:picChg>
        <pc:picChg chg="del mod ord">
          <ac:chgData name="Tejada, Carmen" userId="4e46fa0d-51a0-4b7a-a6a6-e5b06c9f6d76" providerId="ADAL" clId="{4D446C45-A82C-4034-8575-068DA9445DC7}" dt="2023-02-28T19:07:41.389" v="1405" actId="478"/>
          <ac:picMkLst>
            <pc:docMk/>
            <pc:sldMk cId="869674133" sldId="2147468731"/>
            <ac:picMk id="17" creationId="{832F6E58-8268-4B67-B4BF-61819A63ECDE}"/>
          </ac:picMkLst>
        </pc:picChg>
        <pc:picChg chg="add mod ord">
          <ac:chgData name="Tejada, Carmen" userId="4e46fa0d-51a0-4b7a-a6a6-e5b06c9f6d76" providerId="ADAL" clId="{4D446C45-A82C-4034-8575-068DA9445DC7}" dt="2023-02-28T19:10:30.060" v="1548"/>
          <ac:picMkLst>
            <pc:docMk/>
            <pc:sldMk cId="869674133" sldId="2147468731"/>
            <ac:picMk id="28" creationId="{13D40B61-CC44-4FA4-A970-614B1DA4E97F}"/>
          </ac:picMkLst>
        </pc:picChg>
        <pc:picChg chg="mod">
          <ac:chgData name="Tejada, Carmen" userId="4e46fa0d-51a0-4b7a-a6a6-e5b06c9f6d76" providerId="ADAL" clId="{4D446C45-A82C-4034-8575-068DA9445DC7}" dt="2023-02-28T19:10:30.054" v="1531"/>
          <ac:picMkLst>
            <pc:docMk/>
            <pc:sldMk cId="869674133" sldId="2147468731"/>
            <ac:picMk id="34" creationId="{AA536246-F114-491D-AD1C-4C676A07FD76}"/>
          </ac:picMkLst>
        </pc:picChg>
        <pc:picChg chg="del mod">
          <ac:chgData name="Tejada, Carmen" userId="4e46fa0d-51a0-4b7a-a6a6-e5b06c9f6d76" providerId="ADAL" clId="{4D446C45-A82C-4034-8575-068DA9445DC7}" dt="2023-02-28T18:57:57.714" v="1050" actId="478"/>
          <ac:picMkLst>
            <pc:docMk/>
            <pc:sldMk cId="869674133" sldId="2147468731"/>
            <ac:picMk id="46" creationId="{EEF0BCAE-D9C9-46AC-BDC1-FA1B0C1F8BB4}"/>
          </ac:picMkLst>
        </pc:picChg>
        <pc:picChg chg="del">
          <ac:chgData name="Tejada, Carmen" userId="4e46fa0d-51a0-4b7a-a6a6-e5b06c9f6d76" providerId="ADAL" clId="{4D446C45-A82C-4034-8575-068DA9445DC7}" dt="2023-02-28T18:50:13.474" v="880" actId="478"/>
          <ac:picMkLst>
            <pc:docMk/>
            <pc:sldMk cId="869674133" sldId="2147468731"/>
            <ac:picMk id="47" creationId="{DF637B2E-5F85-4A4E-9578-FCB49702FBEB}"/>
          </ac:picMkLst>
        </pc:picChg>
        <pc:picChg chg="add mod ord">
          <ac:chgData name="Tejada, Carmen" userId="4e46fa0d-51a0-4b7a-a6a6-e5b06c9f6d76" providerId="ADAL" clId="{4D446C45-A82C-4034-8575-068DA9445DC7}" dt="2023-02-28T19:10:30.065" v="1562"/>
          <ac:picMkLst>
            <pc:docMk/>
            <pc:sldMk cId="869674133" sldId="2147468731"/>
            <ac:picMk id="53" creationId="{15BDDF82-4534-48C5-A9A3-3BCF20D31C8B}"/>
          </ac:picMkLst>
        </pc:picChg>
        <pc:picChg chg="add mod ord">
          <ac:chgData name="Tejada, Carmen" userId="4e46fa0d-51a0-4b7a-a6a6-e5b06c9f6d76" providerId="ADAL" clId="{4D446C45-A82C-4034-8575-068DA9445DC7}" dt="2023-02-28T19:10:30.066" v="1564"/>
          <ac:picMkLst>
            <pc:docMk/>
            <pc:sldMk cId="869674133" sldId="2147468731"/>
            <ac:picMk id="54" creationId="{101245A5-FB34-4449-820D-64F2D5BD0F3D}"/>
          </ac:picMkLst>
        </pc:picChg>
        <pc:picChg chg="add mod">
          <ac:chgData name="Tejada, Carmen" userId="4e46fa0d-51a0-4b7a-a6a6-e5b06c9f6d76" providerId="ADAL" clId="{4D446C45-A82C-4034-8575-068DA9445DC7}" dt="2023-03-01T18:11:43.319" v="5409" actId="1076"/>
          <ac:picMkLst>
            <pc:docMk/>
            <pc:sldMk cId="869674133" sldId="2147468731"/>
            <ac:picMk id="55" creationId="{41D78BB4-FA07-41BC-B9E2-4E9E9BFCD7E1}"/>
          </ac:picMkLst>
        </pc:picChg>
        <pc:picChg chg="add mod">
          <ac:chgData name="Tejada, Carmen" userId="4e46fa0d-51a0-4b7a-a6a6-e5b06c9f6d76" providerId="ADAL" clId="{4D446C45-A82C-4034-8575-068DA9445DC7}" dt="2023-03-01T18:14:37.667" v="5569" actId="1076"/>
          <ac:picMkLst>
            <pc:docMk/>
            <pc:sldMk cId="869674133" sldId="2147468731"/>
            <ac:picMk id="56" creationId="{3BE9FEA1-AA53-41A5-A7B2-16D294C5A358}"/>
          </ac:picMkLst>
        </pc:picChg>
        <pc:picChg chg="add mod">
          <ac:chgData name="Tejada, Carmen" userId="4e46fa0d-51a0-4b7a-a6a6-e5b06c9f6d76" providerId="ADAL" clId="{4D446C45-A82C-4034-8575-068DA9445DC7}" dt="2023-03-01T18:15:21.235" v="5618" actId="1076"/>
          <ac:picMkLst>
            <pc:docMk/>
            <pc:sldMk cId="869674133" sldId="2147468731"/>
            <ac:picMk id="60" creationId="{15D8CFEA-81C1-434B-8796-73BD9A8687E6}"/>
          </ac:picMkLst>
        </pc:picChg>
        <pc:picChg chg="mod">
          <ac:chgData name="Tejada, Carmen" userId="4e46fa0d-51a0-4b7a-a6a6-e5b06c9f6d76" providerId="ADAL" clId="{4D446C45-A82C-4034-8575-068DA9445DC7}" dt="2023-02-28T19:10:30.055" v="1532"/>
          <ac:picMkLst>
            <pc:docMk/>
            <pc:sldMk cId="869674133" sldId="2147468731"/>
            <ac:picMk id="109576" creationId="{91CB9A93-F714-4363-80B8-8365ADB94122}"/>
          </ac:picMkLst>
        </pc:picChg>
        <pc:cxnChg chg="mod ord">
          <ac:chgData name="Tejada, Carmen" userId="4e46fa0d-51a0-4b7a-a6a6-e5b06c9f6d76" providerId="ADAL" clId="{4D446C45-A82C-4034-8575-068DA9445DC7}" dt="2023-02-28T19:10:30.055" v="1534"/>
          <ac:cxnSpMkLst>
            <pc:docMk/>
            <pc:sldMk cId="869674133" sldId="2147468731"/>
            <ac:cxnSpMk id="15" creationId="{6A70C67C-F0DF-484B-8DD3-25EFC404808C}"/>
          </ac:cxnSpMkLst>
        </pc:cxnChg>
        <pc:cxnChg chg="add del mod">
          <ac:chgData name="Tejada, Carmen" userId="4e46fa0d-51a0-4b7a-a6a6-e5b06c9f6d76" providerId="ADAL" clId="{4D446C45-A82C-4034-8575-068DA9445DC7}" dt="2023-02-28T18:57:40.211" v="1048" actId="478"/>
          <ac:cxnSpMkLst>
            <pc:docMk/>
            <pc:sldMk cId="869674133" sldId="2147468731"/>
            <ac:cxnSpMk id="18" creationId="{737EDBF4-68E7-46AF-89F7-331FF0F903A4}"/>
          </ac:cxnSpMkLst>
        </pc:cxnChg>
        <pc:cxnChg chg="mod ord">
          <ac:chgData name="Tejada, Carmen" userId="4e46fa0d-51a0-4b7a-a6a6-e5b06c9f6d76" providerId="ADAL" clId="{4D446C45-A82C-4034-8575-068DA9445DC7}" dt="2023-03-01T08:52:55.314" v="5018" actId="14100"/>
          <ac:cxnSpMkLst>
            <pc:docMk/>
            <pc:sldMk cId="869674133" sldId="2147468731"/>
            <ac:cxnSpMk id="19" creationId="{475037B5-5BEF-4E50-A988-3A5D555D6043}"/>
          </ac:cxnSpMkLst>
        </pc:cxnChg>
        <pc:cxnChg chg="mod ord">
          <ac:chgData name="Tejada, Carmen" userId="4e46fa0d-51a0-4b7a-a6a6-e5b06c9f6d76" providerId="ADAL" clId="{4D446C45-A82C-4034-8575-068DA9445DC7}" dt="2023-02-28T19:10:30.052" v="1526"/>
          <ac:cxnSpMkLst>
            <pc:docMk/>
            <pc:sldMk cId="869674133" sldId="2147468731"/>
            <ac:cxnSpMk id="38" creationId="{A3B49FCC-B5D5-4B97-BC5E-8C1A0B11C083}"/>
          </ac:cxnSpMkLst>
        </pc:cxnChg>
        <pc:cxnChg chg="add mod ord">
          <ac:chgData name="Tejada, Carmen" userId="4e46fa0d-51a0-4b7a-a6a6-e5b06c9f6d76" providerId="ADAL" clId="{4D446C45-A82C-4034-8575-068DA9445DC7}" dt="2023-02-28T19:10:30.071" v="1581"/>
          <ac:cxnSpMkLst>
            <pc:docMk/>
            <pc:sldMk cId="869674133" sldId="2147468731"/>
            <ac:cxnSpMk id="69" creationId="{DCBE828D-7904-4E1E-9AB5-13B69A923755}"/>
          </ac:cxnSpMkLst>
        </pc:cxnChg>
        <pc:cxnChg chg="add mod ord">
          <ac:chgData name="Tejada, Carmen" userId="4e46fa0d-51a0-4b7a-a6a6-e5b06c9f6d76" providerId="ADAL" clId="{4D446C45-A82C-4034-8575-068DA9445DC7}" dt="2023-02-28T19:10:30.072" v="1583"/>
          <ac:cxnSpMkLst>
            <pc:docMk/>
            <pc:sldMk cId="869674133" sldId="2147468731"/>
            <ac:cxnSpMk id="70" creationId="{60314407-05DD-40B2-8988-AEF4808E31DA}"/>
          </ac:cxnSpMkLst>
        </pc:cxnChg>
        <pc:cxnChg chg="add mod ord">
          <ac:chgData name="Tejada, Carmen" userId="4e46fa0d-51a0-4b7a-a6a6-e5b06c9f6d76" providerId="ADAL" clId="{4D446C45-A82C-4034-8575-068DA9445DC7}" dt="2023-02-28T19:10:30.073" v="1585"/>
          <ac:cxnSpMkLst>
            <pc:docMk/>
            <pc:sldMk cId="869674133" sldId="2147468731"/>
            <ac:cxnSpMk id="71" creationId="{8D32CD9F-5792-4379-8DCA-AF0220C747A5}"/>
          </ac:cxnSpMkLst>
        </pc:cxnChg>
        <pc:cxnChg chg="add mod ord">
          <ac:chgData name="Tejada, Carmen" userId="4e46fa0d-51a0-4b7a-a6a6-e5b06c9f6d76" providerId="ADAL" clId="{4D446C45-A82C-4034-8575-068DA9445DC7}" dt="2023-02-28T19:10:30.063" v="1558"/>
          <ac:cxnSpMkLst>
            <pc:docMk/>
            <pc:sldMk cId="869674133" sldId="2147468731"/>
            <ac:cxnSpMk id="7168" creationId="{5C220980-D17E-49A9-857D-C16164ACF19F}"/>
          </ac:cxnSpMkLst>
        </pc:cxnChg>
        <pc:cxnChg chg="add mod ord">
          <ac:chgData name="Tejada, Carmen" userId="4e46fa0d-51a0-4b7a-a6a6-e5b06c9f6d76" providerId="ADAL" clId="{4D446C45-A82C-4034-8575-068DA9445DC7}" dt="2023-02-28T19:10:30.071" v="1579"/>
          <ac:cxnSpMkLst>
            <pc:docMk/>
            <pc:sldMk cId="869674133" sldId="2147468731"/>
            <ac:cxnSpMk id="7172" creationId="{093EF47B-7CE9-4DDF-B19D-000F93500E40}"/>
          </ac:cxnSpMkLst>
        </pc:cxnChg>
        <pc:cxnChg chg="add mod">
          <ac:chgData name="Tejada, Carmen" userId="4e46fa0d-51a0-4b7a-a6a6-e5b06c9f6d76" providerId="ADAL" clId="{4D446C45-A82C-4034-8575-068DA9445DC7}" dt="2023-03-01T18:15:24.940" v="5619" actId="14100"/>
          <ac:cxnSpMkLst>
            <pc:docMk/>
            <pc:sldMk cId="869674133" sldId="2147468731"/>
            <ac:cxnSpMk id="7183" creationId="{B0ADFC34-897C-41FE-B718-65ABA63A62E0}"/>
          </ac:cxnSpMkLst>
        </pc:cxnChg>
      </pc:sldChg>
      <pc:sldChg chg="del">
        <pc:chgData name="Tejada, Carmen" userId="4e46fa0d-51a0-4b7a-a6a6-e5b06c9f6d76" providerId="ADAL" clId="{4D446C45-A82C-4034-8575-068DA9445DC7}" dt="2023-03-01T18:19:20.515" v="5799" actId="47"/>
        <pc:sldMkLst>
          <pc:docMk/>
          <pc:sldMk cId="3851480580" sldId="2147468882"/>
        </pc:sldMkLst>
      </pc:sldChg>
      <pc:sldChg chg="modSp del mod ord">
        <pc:chgData name="Tejada, Carmen" userId="4e46fa0d-51a0-4b7a-a6a6-e5b06c9f6d76" providerId="ADAL" clId="{4D446C45-A82C-4034-8575-068DA9445DC7}" dt="2023-03-01T18:19:26.645" v="5802" actId="47"/>
        <pc:sldMkLst>
          <pc:docMk/>
          <pc:sldMk cId="4168971213" sldId="2147468901"/>
        </pc:sldMkLst>
        <pc:graphicFrameChg chg="modGraphic">
          <ac:chgData name="Tejada, Carmen" userId="4e46fa0d-51a0-4b7a-a6a6-e5b06c9f6d76" providerId="ADAL" clId="{4D446C45-A82C-4034-8575-068DA9445DC7}" dt="2023-02-28T10:16:47.115" v="23" actId="2162"/>
          <ac:graphicFrameMkLst>
            <pc:docMk/>
            <pc:sldMk cId="4168971213" sldId="2147468901"/>
            <ac:graphicFrameMk id="3" creationId="{F0B6E1CA-76C3-4233-9E8C-DD224B557537}"/>
          </ac:graphicFrameMkLst>
        </pc:graphicFrameChg>
      </pc:sldChg>
      <pc:sldChg chg="addSp delSp modSp add del mod">
        <pc:chgData name="Tejada, Carmen" userId="4e46fa0d-51a0-4b7a-a6a6-e5b06c9f6d76" providerId="ADAL" clId="{4D446C45-A82C-4034-8575-068DA9445DC7}" dt="2023-02-28T19:32:58.610" v="2392" actId="47"/>
        <pc:sldMkLst>
          <pc:docMk/>
          <pc:sldMk cId="2980162482" sldId="2147468902"/>
        </pc:sldMkLst>
        <pc:spChg chg="add del mod">
          <ac:chgData name="Tejada, Carmen" userId="4e46fa0d-51a0-4b7a-a6a6-e5b06c9f6d76" providerId="ADAL" clId="{4D446C45-A82C-4034-8575-068DA9445DC7}" dt="2023-02-28T10:39:29.134" v="325" actId="478"/>
          <ac:spMkLst>
            <pc:docMk/>
            <pc:sldMk cId="2980162482" sldId="2147468902"/>
            <ac:spMk id="2" creationId="{57D2EE53-7411-483F-8756-7D168CCF3C0B}"/>
          </ac:spMkLst>
        </pc:spChg>
        <pc:spChg chg="del mod ord">
          <ac:chgData name="Tejada, Carmen" userId="4e46fa0d-51a0-4b7a-a6a6-e5b06c9f6d76" providerId="ADAL" clId="{4D446C45-A82C-4034-8575-068DA9445DC7}" dt="2023-02-28T19:29:48.923" v="2306" actId="478"/>
          <ac:spMkLst>
            <pc:docMk/>
            <pc:sldMk cId="2980162482" sldId="2147468902"/>
            <ac:spMk id="4" creationId="{2649D6BD-604C-4F7D-9E86-E08A9B4DA94D}"/>
          </ac:spMkLst>
        </pc:spChg>
        <pc:spChg chg="del mod">
          <ac:chgData name="Tejada, Carmen" userId="4e46fa0d-51a0-4b7a-a6a6-e5b06c9f6d76" providerId="ADAL" clId="{4D446C45-A82C-4034-8575-068DA9445DC7}" dt="2023-02-28T10:16:57.776" v="26" actId="478"/>
          <ac:spMkLst>
            <pc:docMk/>
            <pc:sldMk cId="2980162482" sldId="2147468902"/>
            <ac:spMk id="5" creationId="{D13329F7-1B8A-4B92-B0E6-D756584E1CA2}"/>
          </ac:spMkLst>
        </pc:spChg>
        <pc:spChg chg="del mod">
          <ac:chgData name="Tejada, Carmen" userId="4e46fa0d-51a0-4b7a-a6a6-e5b06c9f6d76" providerId="ADAL" clId="{4D446C45-A82C-4034-8575-068DA9445DC7}" dt="2023-02-28T10:16:57.776" v="26" actId="478"/>
          <ac:spMkLst>
            <pc:docMk/>
            <pc:sldMk cId="2980162482" sldId="2147468902"/>
            <ac:spMk id="7" creationId="{42115384-838F-40AE-8788-99597B507EE1}"/>
          </ac:spMkLst>
        </pc:spChg>
        <pc:spChg chg="del mod">
          <ac:chgData name="Tejada, Carmen" userId="4e46fa0d-51a0-4b7a-a6a6-e5b06c9f6d76" providerId="ADAL" clId="{4D446C45-A82C-4034-8575-068DA9445DC7}" dt="2023-02-28T10:16:57.776" v="26" actId="478"/>
          <ac:spMkLst>
            <pc:docMk/>
            <pc:sldMk cId="2980162482" sldId="2147468902"/>
            <ac:spMk id="8" creationId="{01E81C25-0713-41E4-9C27-C6DC4B9043E7}"/>
          </ac:spMkLst>
        </pc:spChg>
        <pc:spChg chg="add del mod modVis">
          <ac:chgData name="Tejada, Carmen" userId="4e46fa0d-51a0-4b7a-a6a6-e5b06c9f6d76" providerId="ADAL" clId="{4D446C45-A82C-4034-8575-068DA9445DC7}" dt="2023-02-28T10:48:59.559" v="473"/>
          <ac:spMkLst>
            <pc:docMk/>
            <pc:sldMk cId="2980162482" sldId="2147468902"/>
            <ac:spMk id="9" creationId="{848DCFBA-9512-4F04-82E8-238EDFC6C431}"/>
          </ac:spMkLst>
        </pc:spChg>
        <pc:spChg chg="add del mod">
          <ac:chgData name="Tejada, Carmen" userId="4e46fa0d-51a0-4b7a-a6a6-e5b06c9f6d76" providerId="ADAL" clId="{4D446C45-A82C-4034-8575-068DA9445DC7}" dt="2023-02-28T19:29:52.696" v="2310" actId="478"/>
          <ac:spMkLst>
            <pc:docMk/>
            <pc:sldMk cId="2980162482" sldId="2147468902"/>
            <ac:spMk id="12" creationId="{6B254E47-F501-4DEA-BFEE-36B934864831}"/>
          </ac:spMkLst>
        </pc:spChg>
        <pc:spChg chg="del mod">
          <ac:chgData name="Tejada, Carmen" userId="4e46fa0d-51a0-4b7a-a6a6-e5b06c9f6d76" providerId="ADAL" clId="{4D446C45-A82C-4034-8575-068DA9445DC7}" dt="2023-02-28T10:16:57.776" v="26" actId="478"/>
          <ac:spMkLst>
            <pc:docMk/>
            <pc:sldMk cId="2980162482" sldId="2147468902"/>
            <ac:spMk id="13" creationId="{05536F5F-03F6-440D-BF88-4140500E679B}"/>
          </ac:spMkLst>
        </pc:spChg>
        <pc:spChg chg="del mod">
          <ac:chgData name="Tejada, Carmen" userId="4e46fa0d-51a0-4b7a-a6a6-e5b06c9f6d76" providerId="ADAL" clId="{4D446C45-A82C-4034-8575-068DA9445DC7}" dt="2023-02-28T10:16:57.776" v="26" actId="478"/>
          <ac:spMkLst>
            <pc:docMk/>
            <pc:sldMk cId="2980162482" sldId="2147468902"/>
            <ac:spMk id="31" creationId="{246B62E2-72EB-4F4A-8FD3-47AF9C9BCDA5}"/>
          </ac:spMkLst>
        </pc:spChg>
        <pc:spChg chg="add del mod ord">
          <ac:chgData name="Tejada, Carmen" userId="4e46fa0d-51a0-4b7a-a6a6-e5b06c9f6d76" providerId="ADAL" clId="{4D446C45-A82C-4034-8575-068DA9445DC7}" dt="2023-02-28T19:31:16.237" v="2360" actId="478"/>
          <ac:spMkLst>
            <pc:docMk/>
            <pc:sldMk cId="2980162482" sldId="2147468902"/>
            <ac:spMk id="32" creationId="{EF78D163-6CA7-4ADC-8B10-B938808C3400}"/>
          </ac:spMkLst>
        </pc:spChg>
        <pc:spChg chg="add del mod ord">
          <ac:chgData name="Tejada, Carmen" userId="4e46fa0d-51a0-4b7a-a6a6-e5b06c9f6d76" providerId="ADAL" clId="{4D446C45-A82C-4034-8575-068DA9445DC7}" dt="2023-02-28T19:31:16.237" v="2360" actId="478"/>
          <ac:spMkLst>
            <pc:docMk/>
            <pc:sldMk cId="2980162482" sldId="2147468902"/>
            <ac:spMk id="33" creationId="{B10E444A-7666-46EE-96C8-30A5536ED59F}"/>
          </ac:spMkLst>
        </pc:spChg>
        <pc:spChg chg="add del mod ord">
          <ac:chgData name="Tejada, Carmen" userId="4e46fa0d-51a0-4b7a-a6a6-e5b06c9f6d76" providerId="ADAL" clId="{4D446C45-A82C-4034-8575-068DA9445DC7}" dt="2023-02-28T19:31:16.237" v="2360" actId="478"/>
          <ac:spMkLst>
            <pc:docMk/>
            <pc:sldMk cId="2980162482" sldId="2147468902"/>
            <ac:spMk id="34" creationId="{46A31E6A-82B0-46D0-9577-D247CDF17FE2}"/>
          </ac:spMkLst>
        </pc:spChg>
        <pc:spChg chg="add del mod ord">
          <ac:chgData name="Tejada, Carmen" userId="4e46fa0d-51a0-4b7a-a6a6-e5b06c9f6d76" providerId="ADAL" clId="{4D446C45-A82C-4034-8575-068DA9445DC7}" dt="2023-02-28T19:31:16.237" v="2360" actId="478"/>
          <ac:spMkLst>
            <pc:docMk/>
            <pc:sldMk cId="2980162482" sldId="2147468902"/>
            <ac:spMk id="35" creationId="{FAF6E94B-8433-4622-9B70-0E8C000D944F}"/>
          </ac:spMkLst>
        </pc:spChg>
        <pc:spChg chg="add del mod ord">
          <ac:chgData name="Tejada, Carmen" userId="4e46fa0d-51a0-4b7a-a6a6-e5b06c9f6d76" providerId="ADAL" clId="{4D446C45-A82C-4034-8575-068DA9445DC7}" dt="2023-02-28T19:31:16.237" v="2360" actId="478"/>
          <ac:spMkLst>
            <pc:docMk/>
            <pc:sldMk cId="2980162482" sldId="2147468902"/>
            <ac:spMk id="36" creationId="{5D9EE3D5-B1AC-4A0A-AB49-F97A977BE729}"/>
          </ac:spMkLst>
        </pc:spChg>
        <pc:spChg chg="add del mod ord">
          <ac:chgData name="Tejada, Carmen" userId="4e46fa0d-51a0-4b7a-a6a6-e5b06c9f6d76" providerId="ADAL" clId="{4D446C45-A82C-4034-8575-068DA9445DC7}" dt="2023-02-28T19:31:16.237" v="2360" actId="478"/>
          <ac:spMkLst>
            <pc:docMk/>
            <pc:sldMk cId="2980162482" sldId="2147468902"/>
            <ac:spMk id="37" creationId="{D93E35CD-A858-47FE-8F47-59E6618503EA}"/>
          </ac:spMkLst>
        </pc:spChg>
        <pc:spChg chg="add del mod ord">
          <ac:chgData name="Tejada, Carmen" userId="4e46fa0d-51a0-4b7a-a6a6-e5b06c9f6d76" providerId="ADAL" clId="{4D446C45-A82C-4034-8575-068DA9445DC7}" dt="2023-02-28T19:31:16.237" v="2360" actId="478"/>
          <ac:spMkLst>
            <pc:docMk/>
            <pc:sldMk cId="2980162482" sldId="2147468902"/>
            <ac:spMk id="38" creationId="{E302B25F-3423-424B-A7B1-E103136F4D52}"/>
          </ac:spMkLst>
        </pc:spChg>
        <pc:spChg chg="add del mod ord">
          <ac:chgData name="Tejada, Carmen" userId="4e46fa0d-51a0-4b7a-a6a6-e5b06c9f6d76" providerId="ADAL" clId="{4D446C45-A82C-4034-8575-068DA9445DC7}" dt="2023-02-28T19:31:16.237" v="2360" actId="478"/>
          <ac:spMkLst>
            <pc:docMk/>
            <pc:sldMk cId="2980162482" sldId="2147468902"/>
            <ac:spMk id="39" creationId="{55208242-108F-4B95-B57F-26B9DC6585EA}"/>
          </ac:spMkLst>
        </pc:spChg>
        <pc:spChg chg="add del mod ord">
          <ac:chgData name="Tejada, Carmen" userId="4e46fa0d-51a0-4b7a-a6a6-e5b06c9f6d76" providerId="ADAL" clId="{4D446C45-A82C-4034-8575-068DA9445DC7}" dt="2023-02-28T19:31:16.237" v="2360" actId="478"/>
          <ac:spMkLst>
            <pc:docMk/>
            <pc:sldMk cId="2980162482" sldId="2147468902"/>
            <ac:spMk id="41" creationId="{18C15FAC-2428-41B8-B858-9A256B462FD0}"/>
          </ac:spMkLst>
        </pc:spChg>
        <pc:spChg chg="add del mod ord">
          <ac:chgData name="Tejada, Carmen" userId="4e46fa0d-51a0-4b7a-a6a6-e5b06c9f6d76" providerId="ADAL" clId="{4D446C45-A82C-4034-8575-068DA9445DC7}" dt="2023-02-28T19:31:16.237" v="2360" actId="478"/>
          <ac:spMkLst>
            <pc:docMk/>
            <pc:sldMk cId="2980162482" sldId="2147468902"/>
            <ac:spMk id="42" creationId="{E89AAEDE-36B6-4F02-9CF5-80798BCE53D6}"/>
          </ac:spMkLst>
        </pc:spChg>
        <pc:spChg chg="add del mod ord">
          <ac:chgData name="Tejada, Carmen" userId="4e46fa0d-51a0-4b7a-a6a6-e5b06c9f6d76" providerId="ADAL" clId="{4D446C45-A82C-4034-8575-068DA9445DC7}" dt="2023-02-28T19:31:16.237" v="2360" actId="478"/>
          <ac:spMkLst>
            <pc:docMk/>
            <pc:sldMk cId="2980162482" sldId="2147468902"/>
            <ac:spMk id="43" creationId="{DE9CA31B-A6F4-4B51-BF6A-5D5FA316E2E3}"/>
          </ac:spMkLst>
        </pc:spChg>
        <pc:spChg chg="add del mod ord">
          <ac:chgData name="Tejada, Carmen" userId="4e46fa0d-51a0-4b7a-a6a6-e5b06c9f6d76" providerId="ADAL" clId="{4D446C45-A82C-4034-8575-068DA9445DC7}" dt="2023-02-28T19:31:16.237" v="2360" actId="478"/>
          <ac:spMkLst>
            <pc:docMk/>
            <pc:sldMk cId="2980162482" sldId="2147468902"/>
            <ac:spMk id="44" creationId="{80590E6C-E729-4300-8B0D-650BCB7DF040}"/>
          </ac:spMkLst>
        </pc:spChg>
        <pc:spChg chg="add del mod ord">
          <ac:chgData name="Tejada, Carmen" userId="4e46fa0d-51a0-4b7a-a6a6-e5b06c9f6d76" providerId="ADAL" clId="{4D446C45-A82C-4034-8575-068DA9445DC7}" dt="2023-02-28T19:31:16.237" v="2360" actId="478"/>
          <ac:spMkLst>
            <pc:docMk/>
            <pc:sldMk cId="2980162482" sldId="2147468902"/>
            <ac:spMk id="45" creationId="{A97CB7C8-00A1-448B-AF5B-17EF539D286B}"/>
          </ac:spMkLst>
        </pc:spChg>
        <pc:spChg chg="add del mod ord">
          <ac:chgData name="Tejada, Carmen" userId="4e46fa0d-51a0-4b7a-a6a6-e5b06c9f6d76" providerId="ADAL" clId="{4D446C45-A82C-4034-8575-068DA9445DC7}" dt="2023-02-28T19:31:16.237" v="2360" actId="478"/>
          <ac:spMkLst>
            <pc:docMk/>
            <pc:sldMk cId="2980162482" sldId="2147468902"/>
            <ac:spMk id="46" creationId="{484632B5-76B0-4AF7-88AB-0087921D729A}"/>
          </ac:spMkLst>
        </pc:spChg>
        <pc:spChg chg="add del mod ord">
          <ac:chgData name="Tejada, Carmen" userId="4e46fa0d-51a0-4b7a-a6a6-e5b06c9f6d76" providerId="ADAL" clId="{4D446C45-A82C-4034-8575-068DA9445DC7}" dt="2023-02-28T19:31:16.237" v="2360" actId="478"/>
          <ac:spMkLst>
            <pc:docMk/>
            <pc:sldMk cId="2980162482" sldId="2147468902"/>
            <ac:spMk id="47" creationId="{4B16AA22-FD06-4434-ACEC-1BA3D9F01608}"/>
          </ac:spMkLst>
        </pc:spChg>
        <pc:spChg chg="add mod">
          <ac:chgData name="Tejada, Carmen" userId="4e46fa0d-51a0-4b7a-a6a6-e5b06c9f6d76" providerId="ADAL" clId="{4D446C45-A82C-4034-8575-068DA9445DC7}" dt="2023-02-28T19:31:11.486" v="2359" actId="20577"/>
          <ac:spMkLst>
            <pc:docMk/>
            <pc:sldMk cId="2980162482" sldId="2147468902"/>
            <ac:spMk id="48" creationId="{B5FFDF95-2C7B-4542-AAB1-6F5BB2746D4C}"/>
          </ac:spMkLst>
        </pc:spChg>
        <pc:spChg chg="add mod">
          <ac:chgData name="Tejada, Carmen" userId="4e46fa0d-51a0-4b7a-a6a6-e5b06c9f6d76" providerId="ADAL" clId="{4D446C45-A82C-4034-8575-068DA9445DC7}" dt="2023-02-28T19:29:47.122" v="2305"/>
          <ac:spMkLst>
            <pc:docMk/>
            <pc:sldMk cId="2980162482" sldId="2147468902"/>
            <ac:spMk id="49" creationId="{6683A1E4-6C6A-47D0-BD53-9B71498AC35E}"/>
          </ac:spMkLst>
        </pc:spChg>
        <pc:spChg chg="del mod">
          <ac:chgData name="Tejada, Carmen" userId="4e46fa0d-51a0-4b7a-a6a6-e5b06c9f6d76" providerId="ADAL" clId="{4D446C45-A82C-4034-8575-068DA9445DC7}" dt="2023-02-28T10:16:57.776" v="26" actId="478"/>
          <ac:spMkLst>
            <pc:docMk/>
            <pc:sldMk cId="2980162482" sldId="2147468902"/>
            <ac:spMk id="91" creationId="{EB0271FD-D7BD-4F5D-A8A4-09B90C13C882}"/>
          </ac:spMkLst>
        </pc:spChg>
        <pc:spChg chg="del mod">
          <ac:chgData name="Tejada, Carmen" userId="4e46fa0d-51a0-4b7a-a6a6-e5b06c9f6d76" providerId="ADAL" clId="{4D446C45-A82C-4034-8575-068DA9445DC7}" dt="2023-02-28T10:16:57.776" v="26" actId="478"/>
          <ac:spMkLst>
            <pc:docMk/>
            <pc:sldMk cId="2980162482" sldId="2147468902"/>
            <ac:spMk id="97" creationId="{A30597E4-AA83-40DD-8D59-8548281D2584}"/>
          </ac:spMkLst>
        </pc:spChg>
        <pc:spChg chg="del mod">
          <ac:chgData name="Tejada, Carmen" userId="4e46fa0d-51a0-4b7a-a6a6-e5b06c9f6d76" providerId="ADAL" clId="{4D446C45-A82C-4034-8575-068DA9445DC7}" dt="2023-02-28T10:16:57.776" v="26" actId="478"/>
          <ac:spMkLst>
            <pc:docMk/>
            <pc:sldMk cId="2980162482" sldId="2147468902"/>
            <ac:spMk id="99" creationId="{D74E3B8D-545E-482B-84D6-81FEB6F6EF98}"/>
          </ac:spMkLst>
        </pc:spChg>
        <pc:spChg chg="del mod">
          <ac:chgData name="Tejada, Carmen" userId="4e46fa0d-51a0-4b7a-a6a6-e5b06c9f6d76" providerId="ADAL" clId="{4D446C45-A82C-4034-8575-068DA9445DC7}" dt="2023-02-28T10:16:57.776" v="26" actId="478"/>
          <ac:spMkLst>
            <pc:docMk/>
            <pc:sldMk cId="2980162482" sldId="2147468902"/>
            <ac:spMk id="100" creationId="{D7E7F4C0-FFD8-403C-84E7-949889E7562B}"/>
          </ac:spMkLst>
        </pc:spChg>
        <pc:spChg chg="del mod">
          <ac:chgData name="Tejada, Carmen" userId="4e46fa0d-51a0-4b7a-a6a6-e5b06c9f6d76" providerId="ADAL" clId="{4D446C45-A82C-4034-8575-068DA9445DC7}" dt="2023-02-28T10:16:57.776" v="26" actId="478"/>
          <ac:spMkLst>
            <pc:docMk/>
            <pc:sldMk cId="2980162482" sldId="2147468902"/>
            <ac:spMk id="101" creationId="{A6DB8EE5-105F-4149-B893-682B41041A0E}"/>
          </ac:spMkLst>
        </pc:spChg>
        <pc:spChg chg="del mod">
          <ac:chgData name="Tejada, Carmen" userId="4e46fa0d-51a0-4b7a-a6a6-e5b06c9f6d76" providerId="ADAL" clId="{4D446C45-A82C-4034-8575-068DA9445DC7}" dt="2023-02-28T10:16:57.776" v="26" actId="478"/>
          <ac:spMkLst>
            <pc:docMk/>
            <pc:sldMk cId="2980162482" sldId="2147468902"/>
            <ac:spMk id="102" creationId="{17FE6A15-A8B0-403F-8EA5-515ACFC914C2}"/>
          </ac:spMkLst>
        </pc:spChg>
        <pc:spChg chg="del mod">
          <ac:chgData name="Tejada, Carmen" userId="4e46fa0d-51a0-4b7a-a6a6-e5b06c9f6d76" providerId="ADAL" clId="{4D446C45-A82C-4034-8575-068DA9445DC7}" dt="2023-02-28T10:16:57.776" v="26" actId="478"/>
          <ac:spMkLst>
            <pc:docMk/>
            <pc:sldMk cId="2980162482" sldId="2147468902"/>
            <ac:spMk id="103" creationId="{09877447-FC4D-45A7-AD1E-5F440324F738}"/>
          </ac:spMkLst>
        </pc:spChg>
        <pc:spChg chg="del mod">
          <ac:chgData name="Tejada, Carmen" userId="4e46fa0d-51a0-4b7a-a6a6-e5b06c9f6d76" providerId="ADAL" clId="{4D446C45-A82C-4034-8575-068DA9445DC7}" dt="2023-02-28T10:16:57.776" v="26" actId="478"/>
          <ac:spMkLst>
            <pc:docMk/>
            <pc:sldMk cId="2980162482" sldId="2147468902"/>
            <ac:spMk id="104" creationId="{EF39F73E-AD82-4BBC-8E61-5E5DFD89120F}"/>
          </ac:spMkLst>
        </pc:spChg>
        <pc:spChg chg="del mod">
          <ac:chgData name="Tejada, Carmen" userId="4e46fa0d-51a0-4b7a-a6a6-e5b06c9f6d76" providerId="ADAL" clId="{4D446C45-A82C-4034-8575-068DA9445DC7}" dt="2023-02-28T10:16:57.776" v="26" actId="478"/>
          <ac:spMkLst>
            <pc:docMk/>
            <pc:sldMk cId="2980162482" sldId="2147468902"/>
            <ac:spMk id="106" creationId="{9AE27B79-BD12-4F0D-B4B3-5E279F53A04D}"/>
          </ac:spMkLst>
        </pc:spChg>
        <pc:spChg chg="del mod">
          <ac:chgData name="Tejada, Carmen" userId="4e46fa0d-51a0-4b7a-a6a6-e5b06c9f6d76" providerId="ADAL" clId="{4D446C45-A82C-4034-8575-068DA9445DC7}" dt="2023-02-28T10:16:57.776" v="26" actId="478"/>
          <ac:spMkLst>
            <pc:docMk/>
            <pc:sldMk cId="2980162482" sldId="2147468902"/>
            <ac:spMk id="145" creationId="{9BFAE19D-AF62-42C4-B5E9-D39E880A5141}"/>
          </ac:spMkLst>
        </pc:spChg>
        <pc:spChg chg="del mod">
          <ac:chgData name="Tejada, Carmen" userId="4e46fa0d-51a0-4b7a-a6a6-e5b06c9f6d76" providerId="ADAL" clId="{4D446C45-A82C-4034-8575-068DA9445DC7}" dt="2023-02-28T10:16:57.776" v="26" actId="478"/>
          <ac:spMkLst>
            <pc:docMk/>
            <pc:sldMk cId="2980162482" sldId="2147468902"/>
            <ac:spMk id="150" creationId="{42938403-91E2-4403-A00D-8691406C839E}"/>
          </ac:spMkLst>
        </pc:spChg>
        <pc:spChg chg="del mod">
          <ac:chgData name="Tejada, Carmen" userId="4e46fa0d-51a0-4b7a-a6a6-e5b06c9f6d76" providerId="ADAL" clId="{4D446C45-A82C-4034-8575-068DA9445DC7}" dt="2023-02-28T10:16:57.776" v="26" actId="478"/>
          <ac:spMkLst>
            <pc:docMk/>
            <pc:sldMk cId="2980162482" sldId="2147468902"/>
            <ac:spMk id="154" creationId="{918D7A7C-F0DA-4377-9CDA-57051B983CBA}"/>
          </ac:spMkLst>
        </pc:spChg>
        <pc:spChg chg="del mod">
          <ac:chgData name="Tejada, Carmen" userId="4e46fa0d-51a0-4b7a-a6a6-e5b06c9f6d76" providerId="ADAL" clId="{4D446C45-A82C-4034-8575-068DA9445DC7}" dt="2023-02-28T10:16:57.776" v="26" actId="478"/>
          <ac:spMkLst>
            <pc:docMk/>
            <pc:sldMk cId="2980162482" sldId="2147468902"/>
            <ac:spMk id="156" creationId="{683FE5D3-FC0F-4DB6-B891-9177E6465033}"/>
          </ac:spMkLst>
        </pc:spChg>
        <pc:spChg chg="del mod">
          <ac:chgData name="Tejada, Carmen" userId="4e46fa0d-51a0-4b7a-a6a6-e5b06c9f6d76" providerId="ADAL" clId="{4D446C45-A82C-4034-8575-068DA9445DC7}" dt="2023-02-28T10:16:57.776" v="26" actId="478"/>
          <ac:spMkLst>
            <pc:docMk/>
            <pc:sldMk cId="2980162482" sldId="2147468902"/>
            <ac:spMk id="158" creationId="{7AFE23F7-5806-4BB6-86B9-79F75E13F203}"/>
          </ac:spMkLst>
        </pc:spChg>
        <pc:spChg chg="del mod">
          <ac:chgData name="Tejada, Carmen" userId="4e46fa0d-51a0-4b7a-a6a6-e5b06c9f6d76" providerId="ADAL" clId="{4D446C45-A82C-4034-8575-068DA9445DC7}" dt="2023-02-28T10:16:57.776" v="26" actId="478"/>
          <ac:spMkLst>
            <pc:docMk/>
            <pc:sldMk cId="2980162482" sldId="2147468902"/>
            <ac:spMk id="161" creationId="{B6110BAB-743D-488E-825B-0D1B3F454ECC}"/>
          </ac:spMkLst>
        </pc:spChg>
        <pc:spChg chg="del mod">
          <ac:chgData name="Tejada, Carmen" userId="4e46fa0d-51a0-4b7a-a6a6-e5b06c9f6d76" providerId="ADAL" clId="{4D446C45-A82C-4034-8575-068DA9445DC7}" dt="2023-02-28T10:17:03.833" v="29" actId="478"/>
          <ac:spMkLst>
            <pc:docMk/>
            <pc:sldMk cId="2980162482" sldId="2147468902"/>
            <ac:spMk id="162" creationId="{8B501E75-C682-492D-80CA-C6A3F67F3E01}"/>
          </ac:spMkLst>
        </pc:spChg>
        <pc:spChg chg="del mod">
          <ac:chgData name="Tejada, Carmen" userId="4e46fa0d-51a0-4b7a-a6a6-e5b06c9f6d76" providerId="ADAL" clId="{4D446C45-A82C-4034-8575-068DA9445DC7}" dt="2023-02-28T10:16:57.776" v="26" actId="478"/>
          <ac:spMkLst>
            <pc:docMk/>
            <pc:sldMk cId="2980162482" sldId="2147468902"/>
            <ac:spMk id="163" creationId="{C1F6CEDE-9938-4958-BF1E-5312191F09AE}"/>
          </ac:spMkLst>
        </pc:spChg>
        <pc:spChg chg="del mod">
          <ac:chgData name="Tejada, Carmen" userId="4e46fa0d-51a0-4b7a-a6a6-e5b06c9f6d76" providerId="ADAL" clId="{4D446C45-A82C-4034-8575-068DA9445DC7}" dt="2023-02-28T10:16:59.231" v="27" actId="478"/>
          <ac:spMkLst>
            <pc:docMk/>
            <pc:sldMk cId="2980162482" sldId="2147468902"/>
            <ac:spMk id="164" creationId="{FD010C5A-F1B4-441F-9973-ECF569449E91}"/>
          </ac:spMkLst>
        </pc:spChg>
        <pc:spChg chg="del mod">
          <ac:chgData name="Tejada, Carmen" userId="4e46fa0d-51a0-4b7a-a6a6-e5b06c9f6d76" providerId="ADAL" clId="{4D446C45-A82C-4034-8575-068DA9445DC7}" dt="2023-02-28T10:16:57.776" v="26" actId="478"/>
          <ac:spMkLst>
            <pc:docMk/>
            <pc:sldMk cId="2980162482" sldId="2147468902"/>
            <ac:spMk id="166" creationId="{A4655CAA-CA46-46FC-9B21-63FF9388FBD7}"/>
          </ac:spMkLst>
        </pc:spChg>
        <pc:spChg chg="del mod">
          <ac:chgData name="Tejada, Carmen" userId="4e46fa0d-51a0-4b7a-a6a6-e5b06c9f6d76" providerId="ADAL" clId="{4D446C45-A82C-4034-8575-068DA9445DC7}" dt="2023-02-28T10:16:57.776" v="26" actId="478"/>
          <ac:spMkLst>
            <pc:docMk/>
            <pc:sldMk cId="2980162482" sldId="2147468902"/>
            <ac:spMk id="167" creationId="{60979C39-B207-4F59-9644-3113127FBEE8}"/>
          </ac:spMkLst>
        </pc:spChg>
        <pc:grpChg chg="mod">
          <ac:chgData name="Tejada, Carmen" userId="4e46fa0d-51a0-4b7a-a6a6-e5b06c9f6d76" providerId="ADAL" clId="{4D446C45-A82C-4034-8575-068DA9445DC7}" dt="2023-02-28T10:16:53.421" v="25"/>
          <ac:grpSpMkLst>
            <pc:docMk/>
            <pc:sldMk cId="2980162482" sldId="2147468902"/>
            <ac:grpSpMk id="1" creationId="{00000000-0000-0000-0000-000000000000}"/>
          </ac:grpSpMkLst>
        </pc:grpChg>
        <pc:graphicFrameChg chg="del mod ord modGraphic">
          <ac:chgData name="Tejada, Carmen" userId="4e46fa0d-51a0-4b7a-a6a6-e5b06c9f6d76" providerId="ADAL" clId="{4D446C45-A82C-4034-8575-068DA9445DC7}" dt="2023-02-28T19:31:16.237" v="2360" actId="478"/>
          <ac:graphicFrameMkLst>
            <pc:docMk/>
            <pc:sldMk cId="2980162482" sldId="2147468902"/>
            <ac:graphicFrameMk id="3" creationId="{F0B6E1CA-76C3-4233-9E8C-DD224B557537}"/>
          </ac:graphicFrameMkLst>
        </pc:graphicFrameChg>
        <pc:graphicFrameChg chg="mod">
          <ac:chgData name="Tejada, Carmen" userId="4e46fa0d-51a0-4b7a-a6a6-e5b06c9f6d76" providerId="ADAL" clId="{4D446C45-A82C-4034-8575-068DA9445DC7}" dt="2023-02-28T19:29:53.271" v="2313"/>
          <ac:graphicFrameMkLst>
            <pc:docMk/>
            <pc:sldMk cId="2980162482" sldId="2147468902"/>
            <ac:graphicFrameMk id="6" creationId="{45B249BA-954E-43DA-94E9-E6B2DCB3EB76}"/>
          </ac:graphicFrameMkLst>
        </pc:graphicFrameChg>
        <pc:cxnChg chg="del mod">
          <ac:chgData name="Tejada, Carmen" userId="4e46fa0d-51a0-4b7a-a6a6-e5b06c9f6d76" providerId="ADAL" clId="{4D446C45-A82C-4034-8575-068DA9445DC7}" dt="2023-02-28T10:21:44.268" v="166" actId="478"/>
          <ac:cxnSpMkLst>
            <pc:docMk/>
            <pc:sldMk cId="2980162482" sldId="2147468902"/>
            <ac:cxnSpMk id="10" creationId="{26362E64-4EEE-4454-B0C3-E0F55850024D}"/>
          </ac:cxnSpMkLst>
        </pc:cxnChg>
      </pc:sldChg>
      <pc:sldChg chg="add">
        <pc:chgData name="Tejada, Carmen" userId="4e46fa0d-51a0-4b7a-a6a6-e5b06c9f6d76" providerId="ADAL" clId="{4D446C45-A82C-4034-8575-068DA9445DC7}" dt="2023-02-28T10:17:52.200" v="53"/>
        <pc:sldMkLst>
          <pc:docMk/>
          <pc:sldMk cId="3453520989" sldId="2147468903"/>
        </pc:sldMkLst>
      </pc:sldChg>
      <pc:sldChg chg="add">
        <pc:chgData name="Tejada, Carmen" userId="4e46fa0d-51a0-4b7a-a6a6-e5b06c9f6d76" providerId="ADAL" clId="{4D446C45-A82C-4034-8575-068DA9445DC7}" dt="2023-02-28T10:17:52.200" v="53"/>
        <pc:sldMkLst>
          <pc:docMk/>
          <pc:sldMk cId="2601098253" sldId="2147470443"/>
        </pc:sldMkLst>
      </pc:sldChg>
      <pc:sldChg chg="add">
        <pc:chgData name="Tejada, Carmen" userId="4e46fa0d-51a0-4b7a-a6a6-e5b06c9f6d76" providerId="ADAL" clId="{4D446C45-A82C-4034-8575-068DA9445DC7}" dt="2023-02-28T10:17:52.200" v="53"/>
        <pc:sldMkLst>
          <pc:docMk/>
          <pc:sldMk cId="1100793548" sldId="2147470445"/>
        </pc:sldMkLst>
      </pc:sldChg>
      <pc:sldChg chg="add">
        <pc:chgData name="Tejada, Carmen" userId="4e46fa0d-51a0-4b7a-a6a6-e5b06c9f6d76" providerId="ADAL" clId="{4D446C45-A82C-4034-8575-068DA9445DC7}" dt="2023-02-28T10:17:52.200" v="53"/>
        <pc:sldMkLst>
          <pc:docMk/>
          <pc:sldMk cId="2952613922" sldId="2147470446"/>
        </pc:sldMkLst>
      </pc:sldChg>
      <pc:sldChg chg="modSp add del ord">
        <pc:chgData name="Tejada, Carmen" userId="4e46fa0d-51a0-4b7a-a6a6-e5b06c9f6d76" providerId="ADAL" clId="{4D446C45-A82C-4034-8575-068DA9445DC7}" dt="2023-03-01T18:19:25.819" v="5801" actId="47"/>
        <pc:sldMkLst>
          <pc:docMk/>
          <pc:sldMk cId="2252804196" sldId="2147470447"/>
        </pc:sldMkLst>
        <pc:spChg chg="mod">
          <ac:chgData name="Tejada, Carmen" userId="4e46fa0d-51a0-4b7a-a6a6-e5b06c9f6d76" providerId="ADAL" clId="{4D446C45-A82C-4034-8575-068DA9445DC7}" dt="2023-02-28T18:50:01.079" v="875"/>
          <ac:spMkLst>
            <pc:docMk/>
            <pc:sldMk cId="2252804196" sldId="2147470447"/>
            <ac:spMk id="2" creationId="{F6B7E865-139A-4E61-9E9A-0E084534A14A}"/>
          </ac:spMkLst>
        </pc:spChg>
        <pc:spChg chg="mod">
          <ac:chgData name="Tejada, Carmen" userId="4e46fa0d-51a0-4b7a-a6a6-e5b06c9f6d76" providerId="ADAL" clId="{4D446C45-A82C-4034-8575-068DA9445DC7}" dt="2023-02-28T18:50:01.079" v="875"/>
          <ac:spMkLst>
            <pc:docMk/>
            <pc:sldMk cId="2252804196" sldId="2147470447"/>
            <ac:spMk id="3" creationId="{FB313AA8-FE9C-4594-AE6D-4DABC73B4A05}"/>
          </ac:spMkLst>
        </pc:spChg>
        <pc:spChg chg="mod">
          <ac:chgData name="Tejada, Carmen" userId="4e46fa0d-51a0-4b7a-a6a6-e5b06c9f6d76" providerId="ADAL" clId="{4D446C45-A82C-4034-8575-068DA9445DC7}" dt="2023-02-28T18:50:01.079" v="875"/>
          <ac:spMkLst>
            <pc:docMk/>
            <pc:sldMk cId="2252804196" sldId="2147470447"/>
            <ac:spMk id="4" creationId="{D6164594-7E85-4B72-A9C3-6CBBF7E5971E}"/>
          </ac:spMkLst>
        </pc:spChg>
        <pc:spChg chg="mod">
          <ac:chgData name="Tejada, Carmen" userId="4e46fa0d-51a0-4b7a-a6a6-e5b06c9f6d76" providerId="ADAL" clId="{4D446C45-A82C-4034-8575-068DA9445DC7}" dt="2023-02-28T18:50:01.079" v="875"/>
          <ac:spMkLst>
            <pc:docMk/>
            <pc:sldMk cId="2252804196" sldId="2147470447"/>
            <ac:spMk id="7" creationId="{0E230094-A479-4F7E-BAF9-54EBB6A99945}"/>
          </ac:spMkLst>
        </pc:spChg>
        <pc:spChg chg="mod">
          <ac:chgData name="Tejada, Carmen" userId="4e46fa0d-51a0-4b7a-a6a6-e5b06c9f6d76" providerId="ADAL" clId="{4D446C45-A82C-4034-8575-068DA9445DC7}" dt="2023-02-28T18:50:01.079" v="875"/>
          <ac:spMkLst>
            <pc:docMk/>
            <pc:sldMk cId="2252804196" sldId="2147470447"/>
            <ac:spMk id="13" creationId="{08617D84-012C-4252-A42A-15BDE2C492BF}"/>
          </ac:spMkLst>
        </pc:spChg>
        <pc:spChg chg="mod">
          <ac:chgData name="Tejada, Carmen" userId="4e46fa0d-51a0-4b7a-a6a6-e5b06c9f6d76" providerId="ADAL" clId="{4D446C45-A82C-4034-8575-068DA9445DC7}" dt="2023-02-28T18:50:01.079" v="875"/>
          <ac:spMkLst>
            <pc:docMk/>
            <pc:sldMk cId="2252804196" sldId="2147470447"/>
            <ac:spMk id="44" creationId="{FE20F9C6-BC4B-42FD-86D0-BF988E5E8995}"/>
          </ac:spMkLst>
        </pc:spChg>
        <pc:spChg chg="mod">
          <ac:chgData name="Tejada, Carmen" userId="4e46fa0d-51a0-4b7a-a6a6-e5b06c9f6d76" providerId="ADAL" clId="{4D446C45-A82C-4034-8575-068DA9445DC7}" dt="2023-02-28T18:50:01.079" v="875"/>
          <ac:spMkLst>
            <pc:docMk/>
            <pc:sldMk cId="2252804196" sldId="2147470447"/>
            <ac:spMk id="49" creationId="{E69AF2BB-A7A3-448F-A93F-DC7E3855EC42}"/>
          </ac:spMkLst>
        </pc:spChg>
        <pc:spChg chg="mod">
          <ac:chgData name="Tejada, Carmen" userId="4e46fa0d-51a0-4b7a-a6a6-e5b06c9f6d76" providerId="ADAL" clId="{4D446C45-A82C-4034-8575-068DA9445DC7}" dt="2023-02-28T18:50:01.079" v="875"/>
          <ac:spMkLst>
            <pc:docMk/>
            <pc:sldMk cId="2252804196" sldId="2147470447"/>
            <ac:spMk id="58" creationId="{4D9B7E2F-3EF6-4C2B-91C0-1A5A471F1C6E}"/>
          </ac:spMkLst>
        </pc:spChg>
        <pc:spChg chg="mod">
          <ac:chgData name="Tejada, Carmen" userId="4e46fa0d-51a0-4b7a-a6a6-e5b06c9f6d76" providerId="ADAL" clId="{4D446C45-A82C-4034-8575-068DA9445DC7}" dt="2023-02-28T18:50:01.079" v="875"/>
          <ac:spMkLst>
            <pc:docMk/>
            <pc:sldMk cId="2252804196" sldId="2147470447"/>
            <ac:spMk id="59" creationId="{218B5DCA-187B-4DC7-9644-C896F6A08455}"/>
          </ac:spMkLst>
        </pc:spChg>
        <pc:spChg chg="mod">
          <ac:chgData name="Tejada, Carmen" userId="4e46fa0d-51a0-4b7a-a6a6-e5b06c9f6d76" providerId="ADAL" clId="{4D446C45-A82C-4034-8575-068DA9445DC7}" dt="2023-02-28T18:50:01.079" v="875"/>
          <ac:spMkLst>
            <pc:docMk/>
            <pc:sldMk cId="2252804196" sldId="2147470447"/>
            <ac:spMk id="63" creationId="{CC218A8A-F0F0-4038-A965-9439C58A4214}"/>
          </ac:spMkLst>
        </pc:spChg>
        <pc:spChg chg="mod">
          <ac:chgData name="Tejada, Carmen" userId="4e46fa0d-51a0-4b7a-a6a6-e5b06c9f6d76" providerId="ADAL" clId="{4D446C45-A82C-4034-8575-068DA9445DC7}" dt="2023-02-28T18:50:01.079" v="875"/>
          <ac:spMkLst>
            <pc:docMk/>
            <pc:sldMk cId="2252804196" sldId="2147470447"/>
            <ac:spMk id="64" creationId="{F9667050-2731-46D0-85D6-A70B3046A9C4}"/>
          </ac:spMkLst>
        </pc:spChg>
        <pc:spChg chg="mod">
          <ac:chgData name="Tejada, Carmen" userId="4e46fa0d-51a0-4b7a-a6a6-e5b06c9f6d76" providerId="ADAL" clId="{4D446C45-A82C-4034-8575-068DA9445DC7}" dt="2023-02-28T18:50:01.079" v="875"/>
          <ac:spMkLst>
            <pc:docMk/>
            <pc:sldMk cId="2252804196" sldId="2147470447"/>
            <ac:spMk id="65" creationId="{1DD0794B-EC34-4002-BBD1-FF2EF60B3D26}"/>
          </ac:spMkLst>
        </pc:spChg>
        <pc:spChg chg="mod">
          <ac:chgData name="Tejada, Carmen" userId="4e46fa0d-51a0-4b7a-a6a6-e5b06c9f6d76" providerId="ADAL" clId="{4D446C45-A82C-4034-8575-068DA9445DC7}" dt="2023-02-28T18:50:01.079" v="875"/>
          <ac:spMkLst>
            <pc:docMk/>
            <pc:sldMk cId="2252804196" sldId="2147470447"/>
            <ac:spMk id="67" creationId="{964D3411-CCE8-4E6C-8743-10C90E575419}"/>
          </ac:spMkLst>
        </pc:spChg>
        <pc:spChg chg="mod">
          <ac:chgData name="Tejada, Carmen" userId="4e46fa0d-51a0-4b7a-a6a6-e5b06c9f6d76" providerId="ADAL" clId="{4D446C45-A82C-4034-8575-068DA9445DC7}" dt="2023-02-28T18:50:01.079" v="875"/>
          <ac:spMkLst>
            <pc:docMk/>
            <pc:sldMk cId="2252804196" sldId="2147470447"/>
            <ac:spMk id="7173" creationId="{885E821D-7984-40A3-BED5-A5A79A3DAD0D}"/>
          </ac:spMkLst>
        </pc:spChg>
        <pc:spChg chg="mod">
          <ac:chgData name="Tejada, Carmen" userId="4e46fa0d-51a0-4b7a-a6a6-e5b06c9f6d76" providerId="ADAL" clId="{4D446C45-A82C-4034-8575-068DA9445DC7}" dt="2023-02-28T18:50:01.079" v="875"/>
          <ac:spMkLst>
            <pc:docMk/>
            <pc:sldMk cId="2252804196" sldId="2147470447"/>
            <ac:spMk id="7174" creationId="{D1A3C2D0-DB0F-48C4-A058-75366C181711}"/>
          </ac:spMkLst>
        </pc:spChg>
        <pc:grpChg chg="mod">
          <ac:chgData name="Tejada, Carmen" userId="4e46fa0d-51a0-4b7a-a6a6-e5b06c9f6d76" providerId="ADAL" clId="{4D446C45-A82C-4034-8575-068DA9445DC7}" dt="2023-02-28T18:50:01.079" v="875"/>
          <ac:grpSpMkLst>
            <pc:docMk/>
            <pc:sldMk cId="2252804196" sldId="2147470447"/>
            <ac:grpSpMk id="1" creationId="{00000000-0000-0000-0000-000000000000}"/>
          </ac:grpSpMkLst>
        </pc:grpChg>
        <pc:graphicFrameChg chg="mod">
          <ac:chgData name="Tejada, Carmen" userId="4e46fa0d-51a0-4b7a-a6a6-e5b06c9f6d76" providerId="ADAL" clId="{4D446C45-A82C-4034-8575-068DA9445DC7}" dt="2023-02-28T18:50:01.079" v="875"/>
          <ac:graphicFrameMkLst>
            <pc:docMk/>
            <pc:sldMk cId="2252804196" sldId="2147470447"/>
            <ac:graphicFrameMk id="6" creationId="{DA7E5690-FD95-47B7-8A74-E2669683C0DB}"/>
          </ac:graphicFrameMkLst>
        </pc:graphicFrameChg>
        <pc:picChg chg="mod">
          <ac:chgData name="Tejada, Carmen" userId="4e46fa0d-51a0-4b7a-a6a6-e5b06c9f6d76" providerId="ADAL" clId="{4D446C45-A82C-4034-8575-068DA9445DC7}" dt="2023-02-28T18:50:01.079" v="875"/>
          <ac:picMkLst>
            <pc:docMk/>
            <pc:sldMk cId="2252804196" sldId="2147470447"/>
            <ac:picMk id="12" creationId="{78775363-6301-4567-A0C7-291233979605}"/>
          </ac:picMkLst>
        </pc:picChg>
        <pc:picChg chg="mod">
          <ac:chgData name="Tejada, Carmen" userId="4e46fa0d-51a0-4b7a-a6a6-e5b06c9f6d76" providerId="ADAL" clId="{4D446C45-A82C-4034-8575-068DA9445DC7}" dt="2023-02-28T18:50:01.079" v="875"/>
          <ac:picMkLst>
            <pc:docMk/>
            <pc:sldMk cId="2252804196" sldId="2147470447"/>
            <ac:picMk id="14" creationId="{C3C36F57-D51D-4329-80A0-11CCABD4161F}"/>
          </ac:picMkLst>
        </pc:picChg>
        <pc:picChg chg="mod">
          <ac:chgData name="Tejada, Carmen" userId="4e46fa0d-51a0-4b7a-a6a6-e5b06c9f6d76" providerId="ADAL" clId="{4D446C45-A82C-4034-8575-068DA9445DC7}" dt="2023-02-28T18:50:01.079" v="875"/>
          <ac:picMkLst>
            <pc:docMk/>
            <pc:sldMk cId="2252804196" sldId="2147470447"/>
            <ac:picMk id="17" creationId="{832F6E58-8268-4B67-B4BF-61819A63ECDE}"/>
          </ac:picMkLst>
        </pc:picChg>
        <pc:picChg chg="mod">
          <ac:chgData name="Tejada, Carmen" userId="4e46fa0d-51a0-4b7a-a6a6-e5b06c9f6d76" providerId="ADAL" clId="{4D446C45-A82C-4034-8575-068DA9445DC7}" dt="2023-02-28T18:50:01.079" v="875"/>
          <ac:picMkLst>
            <pc:docMk/>
            <pc:sldMk cId="2252804196" sldId="2147470447"/>
            <ac:picMk id="34" creationId="{AA536246-F114-491D-AD1C-4C676A07FD76}"/>
          </ac:picMkLst>
        </pc:picChg>
        <pc:picChg chg="mod">
          <ac:chgData name="Tejada, Carmen" userId="4e46fa0d-51a0-4b7a-a6a6-e5b06c9f6d76" providerId="ADAL" clId="{4D446C45-A82C-4034-8575-068DA9445DC7}" dt="2023-02-28T18:50:01.079" v="875"/>
          <ac:picMkLst>
            <pc:docMk/>
            <pc:sldMk cId="2252804196" sldId="2147470447"/>
            <ac:picMk id="46" creationId="{EEF0BCAE-D9C9-46AC-BDC1-FA1B0C1F8BB4}"/>
          </ac:picMkLst>
        </pc:picChg>
        <pc:picChg chg="mod">
          <ac:chgData name="Tejada, Carmen" userId="4e46fa0d-51a0-4b7a-a6a6-e5b06c9f6d76" providerId="ADAL" clId="{4D446C45-A82C-4034-8575-068DA9445DC7}" dt="2023-02-28T18:50:01.079" v="875"/>
          <ac:picMkLst>
            <pc:docMk/>
            <pc:sldMk cId="2252804196" sldId="2147470447"/>
            <ac:picMk id="47" creationId="{DF637B2E-5F85-4A4E-9578-FCB49702FBEB}"/>
          </ac:picMkLst>
        </pc:picChg>
        <pc:picChg chg="mod">
          <ac:chgData name="Tejada, Carmen" userId="4e46fa0d-51a0-4b7a-a6a6-e5b06c9f6d76" providerId="ADAL" clId="{4D446C45-A82C-4034-8575-068DA9445DC7}" dt="2023-02-28T18:50:01.079" v="875"/>
          <ac:picMkLst>
            <pc:docMk/>
            <pc:sldMk cId="2252804196" sldId="2147470447"/>
            <ac:picMk id="109576" creationId="{91CB9A93-F714-4363-80B8-8365ADB94122}"/>
          </ac:picMkLst>
        </pc:picChg>
        <pc:cxnChg chg="mod">
          <ac:chgData name="Tejada, Carmen" userId="4e46fa0d-51a0-4b7a-a6a6-e5b06c9f6d76" providerId="ADAL" clId="{4D446C45-A82C-4034-8575-068DA9445DC7}" dt="2023-02-28T18:50:01.079" v="875"/>
          <ac:cxnSpMkLst>
            <pc:docMk/>
            <pc:sldMk cId="2252804196" sldId="2147470447"/>
            <ac:cxnSpMk id="15" creationId="{6A70C67C-F0DF-484B-8DD3-25EFC404808C}"/>
          </ac:cxnSpMkLst>
        </pc:cxnChg>
        <pc:cxnChg chg="mod">
          <ac:chgData name="Tejada, Carmen" userId="4e46fa0d-51a0-4b7a-a6a6-e5b06c9f6d76" providerId="ADAL" clId="{4D446C45-A82C-4034-8575-068DA9445DC7}" dt="2023-02-28T18:50:01.079" v="875"/>
          <ac:cxnSpMkLst>
            <pc:docMk/>
            <pc:sldMk cId="2252804196" sldId="2147470447"/>
            <ac:cxnSpMk id="19" creationId="{475037B5-5BEF-4E50-A988-3A5D555D6043}"/>
          </ac:cxnSpMkLst>
        </pc:cxnChg>
        <pc:cxnChg chg="mod">
          <ac:chgData name="Tejada, Carmen" userId="4e46fa0d-51a0-4b7a-a6a6-e5b06c9f6d76" providerId="ADAL" clId="{4D446C45-A82C-4034-8575-068DA9445DC7}" dt="2023-02-28T18:50:01.079" v="875"/>
          <ac:cxnSpMkLst>
            <pc:docMk/>
            <pc:sldMk cId="2252804196" sldId="2147470447"/>
            <ac:cxnSpMk id="38" creationId="{A3B49FCC-B5D5-4B97-BC5E-8C1A0B11C083}"/>
          </ac:cxnSpMkLst>
        </pc:cxnChg>
      </pc:sldChg>
      <pc:sldChg chg="addSp delSp modSp add mod">
        <pc:chgData name="Tejada, Carmen" userId="4e46fa0d-51a0-4b7a-a6a6-e5b06c9f6d76" providerId="ADAL" clId="{4D446C45-A82C-4034-8575-068DA9445DC7}" dt="2023-03-02T08:17:41.314" v="8751" actId="20577"/>
        <pc:sldMkLst>
          <pc:docMk/>
          <pc:sldMk cId="883875379" sldId="2147470448"/>
        </pc:sldMkLst>
        <pc:spChg chg="add mod">
          <ac:chgData name="Tejada, Carmen" userId="4e46fa0d-51a0-4b7a-a6a6-e5b06c9f6d76" providerId="ADAL" clId="{4D446C45-A82C-4034-8575-068DA9445DC7}" dt="2023-03-02T08:17:41.314" v="8751" actId="20577"/>
          <ac:spMkLst>
            <pc:docMk/>
            <pc:sldMk cId="883875379" sldId="2147470448"/>
            <ac:spMk id="2" creationId="{C3B71799-30FB-4192-90CB-D7FC9C41E0FD}"/>
          </ac:spMkLst>
        </pc:spChg>
        <pc:spChg chg="del mod">
          <ac:chgData name="Tejada, Carmen" userId="4e46fa0d-51a0-4b7a-a6a6-e5b06c9f6d76" providerId="ADAL" clId="{4D446C45-A82C-4034-8575-068DA9445DC7}" dt="2023-02-28T19:10:57.096" v="1598" actId="478"/>
          <ac:spMkLst>
            <pc:docMk/>
            <pc:sldMk cId="883875379" sldId="2147470448"/>
            <ac:spMk id="2" creationId="{C7769C13-4EDA-4951-A577-2132114435D3}"/>
          </ac:spMkLst>
        </pc:spChg>
        <pc:spChg chg="add del mod">
          <ac:chgData name="Tejada, Carmen" userId="4e46fa0d-51a0-4b7a-a6a6-e5b06c9f6d76" providerId="ADAL" clId="{4D446C45-A82C-4034-8575-068DA9445DC7}" dt="2023-02-28T19:10:59.474" v="1602" actId="478"/>
          <ac:spMkLst>
            <pc:docMk/>
            <pc:sldMk cId="883875379" sldId="2147470448"/>
            <ac:spMk id="4" creationId="{88379E15-B8EF-41FB-9D57-227A3678D47E}"/>
          </ac:spMkLst>
        </pc:spChg>
        <pc:spChg chg="mod">
          <ac:chgData name="Tejada, Carmen" userId="4e46fa0d-51a0-4b7a-a6a6-e5b06c9f6d76" providerId="ADAL" clId="{4D446C45-A82C-4034-8575-068DA9445DC7}" dt="2023-02-28T19:10:49.603" v="1595"/>
          <ac:spMkLst>
            <pc:docMk/>
            <pc:sldMk cId="883875379" sldId="2147470448"/>
            <ac:spMk id="30" creationId="{A26B4788-0A9E-44CF-BE90-E78211A0D7F3}"/>
          </ac:spMkLst>
        </pc:spChg>
        <pc:spChg chg="mod">
          <ac:chgData name="Tejada, Carmen" userId="4e46fa0d-51a0-4b7a-a6a6-e5b06c9f6d76" providerId="ADAL" clId="{4D446C45-A82C-4034-8575-068DA9445DC7}" dt="2023-02-28T19:10:49.603" v="1595"/>
          <ac:spMkLst>
            <pc:docMk/>
            <pc:sldMk cId="883875379" sldId="2147470448"/>
            <ac:spMk id="31" creationId="{493ADB41-5754-41D7-A035-172F32D7F11F}"/>
          </ac:spMkLst>
        </pc:spChg>
        <pc:spChg chg="mod">
          <ac:chgData name="Tejada, Carmen" userId="4e46fa0d-51a0-4b7a-a6a6-e5b06c9f6d76" providerId="ADAL" clId="{4D446C45-A82C-4034-8575-068DA9445DC7}" dt="2023-02-28T19:10:49.603" v="1595"/>
          <ac:spMkLst>
            <pc:docMk/>
            <pc:sldMk cId="883875379" sldId="2147470448"/>
            <ac:spMk id="32" creationId="{A5EC0F03-D705-43E7-AEDB-5FFAFCE1760B}"/>
          </ac:spMkLst>
        </pc:spChg>
        <pc:spChg chg="mod">
          <ac:chgData name="Tejada, Carmen" userId="4e46fa0d-51a0-4b7a-a6a6-e5b06c9f6d76" providerId="ADAL" clId="{4D446C45-A82C-4034-8575-068DA9445DC7}" dt="2023-02-28T19:10:49.603" v="1595"/>
          <ac:spMkLst>
            <pc:docMk/>
            <pc:sldMk cId="883875379" sldId="2147470448"/>
            <ac:spMk id="33" creationId="{92AAF451-7C73-40CC-97DD-49C20AB4F0F1}"/>
          </ac:spMkLst>
        </pc:spChg>
        <pc:spChg chg="mod">
          <ac:chgData name="Tejada, Carmen" userId="4e46fa0d-51a0-4b7a-a6a6-e5b06c9f6d76" providerId="ADAL" clId="{4D446C45-A82C-4034-8575-068DA9445DC7}" dt="2023-02-28T19:10:49.603" v="1595"/>
          <ac:spMkLst>
            <pc:docMk/>
            <pc:sldMk cId="883875379" sldId="2147470448"/>
            <ac:spMk id="34" creationId="{5DA579D6-92A9-4BA7-8FEB-D5FBCAFA208A}"/>
          </ac:spMkLst>
        </pc:spChg>
        <pc:spChg chg="add mod ord">
          <ac:chgData name="Tejada, Carmen" userId="4e46fa0d-51a0-4b7a-a6a6-e5b06c9f6d76" providerId="ADAL" clId="{4D446C45-A82C-4034-8575-068DA9445DC7}" dt="2023-02-28T19:28:28.760" v="2241"/>
          <ac:spMkLst>
            <pc:docMk/>
            <pc:sldMk cId="883875379" sldId="2147470448"/>
            <ac:spMk id="35" creationId="{0755B8D1-E42F-4B9B-9773-AC9BF1A96711}"/>
          </ac:spMkLst>
        </pc:spChg>
        <pc:spChg chg="del mod">
          <ac:chgData name="Tejada, Carmen" userId="4e46fa0d-51a0-4b7a-a6a6-e5b06c9f6d76" providerId="ADAL" clId="{4D446C45-A82C-4034-8575-068DA9445DC7}" dt="2023-02-28T19:10:54.529" v="1596" actId="478"/>
          <ac:spMkLst>
            <pc:docMk/>
            <pc:sldMk cId="883875379" sldId="2147470448"/>
            <ac:spMk id="36" creationId="{107F1B29-254D-42B7-B099-17AA84A18CA4}"/>
          </ac:spMkLst>
        </pc:spChg>
        <pc:spChg chg="add mod ord">
          <ac:chgData name="Tejada, Carmen" userId="4e46fa0d-51a0-4b7a-a6a6-e5b06c9f6d76" providerId="ADAL" clId="{4D446C45-A82C-4034-8575-068DA9445DC7}" dt="2023-02-28T19:28:28.761" v="2243"/>
          <ac:spMkLst>
            <pc:docMk/>
            <pc:sldMk cId="883875379" sldId="2147470448"/>
            <ac:spMk id="37" creationId="{370F69F3-51ED-40F0-AF61-1AFBF85C2FFB}"/>
          </ac:spMkLst>
        </pc:spChg>
        <pc:spChg chg="add del mod ord">
          <ac:chgData name="Tejada, Carmen" userId="4e46fa0d-51a0-4b7a-a6a6-e5b06c9f6d76" providerId="ADAL" clId="{4D446C45-A82C-4034-8575-068DA9445DC7}" dt="2023-03-01T20:02:35.790" v="8365" actId="478"/>
          <ac:spMkLst>
            <pc:docMk/>
            <pc:sldMk cId="883875379" sldId="2147470448"/>
            <ac:spMk id="38" creationId="{D9B715E2-668A-456F-932B-ECEC5E2F7EF7}"/>
          </ac:spMkLst>
        </pc:spChg>
        <pc:spChg chg="add del mod ord">
          <ac:chgData name="Tejada, Carmen" userId="4e46fa0d-51a0-4b7a-a6a6-e5b06c9f6d76" providerId="ADAL" clId="{4D446C45-A82C-4034-8575-068DA9445DC7}" dt="2023-03-01T20:02:35.790" v="8365" actId="478"/>
          <ac:spMkLst>
            <pc:docMk/>
            <pc:sldMk cId="883875379" sldId="2147470448"/>
            <ac:spMk id="39" creationId="{1C38CC13-435B-4C06-8AD6-F1B804FAF29B}"/>
          </ac:spMkLst>
        </pc:spChg>
        <pc:spChg chg="add del mod ord">
          <ac:chgData name="Tejada, Carmen" userId="4e46fa0d-51a0-4b7a-a6a6-e5b06c9f6d76" providerId="ADAL" clId="{4D446C45-A82C-4034-8575-068DA9445DC7}" dt="2023-03-01T20:02:35.790" v="8365" actId="478"/>
          <ac:spMkLst>
            <pc:docMk/>
            <pc:sldMk cId="883875379" sldId="2147470448"/>
            <ac:spMk id="40" creationId="{D47E676C-1CDC-4CC8-8BAE-B27D2FD55A6D}"/>
          </ac:spMkLst>
        </pc:spChg>
        <pc:spChg chg="add mod ord">
          <ac:chgData name="Tejada, Carmen" userId="4e46fa0d-51a0-4b7a-a6a6-e5b06c9f6d76" providerId="ADAL" clId="{4D446C45-A82C-4034-8575-068DA9445DC7}" dt="2023-02-28T19:28:28.765" v="2251"/>
          <ac:spMkLst>
            <pc:docMk/>
            <pc:sldMk cId="883875379" sldId="2147470448"/>
            <ac:spMk id="41" creationId="{663667E2-82CB-4A69-BE1C-8FD623576BD8}"/>
          </ac:spMkLst>
        </pc:spChg>
        <pc:spChg chg="add mod ord">
          <ac:chgData name="Tejada, Carmen" userId="4e46fa0d-51a0-4b7a-a6a6-e5b06c9f6d76" providerId="ADAL" clId="{4D446C45-A82C-4034-8575-068DA9445DC7}" dt="2023-02-28T19:28:28.766" v="2253"/>
          <ac:spMkLst>
            <pc:docMk/>
            <pc:sldMk cId="883875379" sldId="2147470448"/>
            <ac:spMk id="42" creationId="{577B66D8-1A76-4981-9197-A22C55A6450B}"/>
          </ac:spMkLst>
        </pc:spChg>
        <pc:spChg chg="add mod ord">
          <ac:chgData name="Tejada, Carmen" userId="4e46fa0d-51a0-4b7a-a6a6-e5b06c9f6d76" providerId="ADAL" clId="{4D446C45-A82C-4034-8575-068DA9445DC7}" dt="2023-02-28T19:28:28.767" v="2255"/>
          <ac:spMkLst>
            <pc:docMk/>
            <pc:sldMk cId="883875379" sldId="2147470448"/>
            <ac:spMk id="43" creationId="{82897CD4-4C98-4D0E-BB06-2CC5F18D1463}"/>
          </ac:spMkLst>
        </pc:spChg>
        <pc:spChg chg="mod">
          <ac:chgData name="Tejada, Carmen" userId="4e46fa0d-51a0-4b7a-a6a6-e5b06c9f6d76" providerId="ADAL" clId="{4D446C45-A82C-4034-8575-068DA9445DC7}" dt="2023-02-28T19:11:45.921" v="1634"/>
          <ac:spMkLst>
            <pc:docMk/>
            <pc:sldMk cId="883875379" sldId="2147470448"/>
            <ac:spMk id="45" creationId="{6CE7DC84-E3A1-4A46-8FF1-74E0117E35B4}"/>
          </ac:spMkLst>
        </pc:spChg>
        <pc:spChg chg="mod">
          <ac:chgData name="Tejada, Carmen" userId="4e46fa0d-51a0-4b7a-a6a6-e5b06c9f6d76" providerId="ADAL" clId="{4D446C45-A82C-4034-8575-068DA9445DC7}" dt="2023-02-28T19:10:49.603" v="1595"/>
          <ac:spMkLst>
            <pc:docMk/>
            <pc:sldMk cId="883875379" sldId="2147470448"/>
            <ac:spMk id="48" creationId="{D0796229-0447-4308-92E1-BB724CEEB6D9}"/>
          </ac:spMkLst>
        </pc:spChg>
        <pc:spChg chg="mod">
          <ac:chgData name="Tejada, Carmen" userId="4e46fa0d-51a0-4b7a-a6a6-e5b06c9f6d76" providerId="ADAL" clId="{4D446C45-A82C-4034-8575-068DA9445DC7}" dt="2023-02-28T19:11:45.921" v="1634"/>
          <ac:spMkLst>
            <pc:docMk/>
            <pc:sldMk cId="883875379" sldId="2147470448"/>
            <ac:spMk id="49" creationId="{2E3A5DF1-ED91-48D2-8069-AB39727CE30A}"/>
          </ac:spMkLst>
        </pc:spChg>
        <pc:spChg chg="del mod">
          <ac:chgData name="Tejada, Carmen" userId="4e46fa0d-51a0-4b7a-a6a6-e5b06c9f6d76" providerId="ADAL" clId="{4D446C45-A82C-4034-8575-068DA9445DC7}" dt="2023-02-28T19:10:54.529" v="1596" actId="478"/>
          <ac:spMkLst>
            <pc:docMk/>
            <pc:sldMk cId="883875379" sldId="2147470448"/>
            <ac:spMk id="50" creationId="{6965C83B-2541-4D2F-98A0-51A68CF775F2}"/>
          </ac:spMkLst>
        </pc:spChg>
        <pc:spChg chg="del mod">
          <ac:chgData name="Tejada, Carmen" userId="4e46fa0d-51a0-4b7a-a6a6-e5b06c9f6d76" providerId="ADAL" clId="{4D446C45-A82C-4034-8575-068DA9445DC7}" dt="2023-02-28T19:10:54.529" v="1596" actId="478"/>
          <ac:spMkLst>
            <pc:docMk/>
            <pc:sldMk cId="883875379" sldId="2147470448"/>
            <ac:spMk id="51" creationId="{B26C732C-7D1C-4D68-898A-5D6CC14B2C42}"/>
          </ac:spMkLst>
        </pc:spChg>
        <pc:spChg chg="mod">
          <ac:chgData name="Tejada, Carmen" userId="4e46fa0d-51a0-4b7a-a6a6-e5b06c9f6d76" providerId="ADAL" clId="{4D446C45-A82C-4034-8575-068DA9445DC7}" dt="2023-02-28T19:10:49.603" v="1595"/>
          <ac:spMkLst>
            <pc:docMk/>
            <pc:sldMk cId="883875379" sldId="2147470448"/>
            <ac:spMk id="53" creationId="{DAA3ADFD-BDEA-4445-881A-EFD036E1271B}"/>
          </ac:spMkLst>
        </pc:spChg>
        <pc:spChg chg="add del mod">
          <ac:chgData name="Tejada, Carmen" userId="4e46fa0d-51a0-4b7a-a6a6-e5b06c9f6d76" providerId="ADAL" clId="{4D446C45-A82C-4034-8575-068DA9445DC7}" dt="2023-02-28T19:15:16.182" v="1811" actId="478"/>
          <ac:spMkLst>
            <pc:docMk/>
            <pc:sldMk cId="883875379" sldId="2147470448"/>
            <ac:spMk id="56" creationId="{FB73E49F-C393-4241-94DB-2FA230830B57}"/>
          </ac:spMkLst>
        </pc:spChg>
        <pc:spChg chg="add del mod">
          <ac:chgData name="Tejada, Carmen" userId="4e46fa0d-51a0-4b7a-a6a6-e5b06c9f6d76" providerId="ADAL" clId="{4D446C45-A82C-4034-8575-068DA9445DC7}" dt="2023-02-28T19:15:16.182" v="1811" actId="478"/>
          <ac:spMkLst>
            <pc:docMk/>
            <pc:sldMk cId="883875379" sldId="2147470448"/>
            <ac:spMk id="57" creationId="{1D71905E-E9B5-4A01-85EA-59270F162326}"/>
          </ac:spMkLst>
        </pc:spChg>
        <pc:spChg chg="add del mod">
          <ac:chgData name="Tejada, Carmen" userId="4e46fa0d-51a0-4b7a-a6a6-e5b06c9f6d76" providerId="ADAL" clId="{4D446C45-A82C-4034-8575-068DA9445DC7}" dt="2023-02-28T19:15:16.182" v="1811" actId="478"/>
          <ac:spMkLst>
            <pc:docMk/>
            <pc:sldMk cId="883875379" sldId="2147470448"/>
            <ac:spMk id="58" creationId="{60A58A4F-15A2-480D-94DB-F1152E089426}"/>
          </ac:spMkLst>
        </pc:spChg>
        <pc:spChg chg="add del mod">
          <ac:chgData name="Tejada, Carmen" userId="4e46fa0d-51a0-4b7a-a6a6-e5b06c9f6d76" providerId="ADAL" clId="{4D446C45-A82C-4034-8575-068DA9445DC7}" dt="2023-02-28T19:15:16.182" v="1811" actId="478"/>
          <ac:spMkLst>
            <pc:docMk/>
            <pc:sldMk cId="883875379" sldId="2147470448"/>
            <ac:spMk id="59" creationId="{AA063771-75F8-4A95-9B3D-097E55A55AEB}"/>
          </ac:spMkLst>
        </pc:spChg>
        <pc:spChg chg="add del mod">
          <ac:chgData name="Tejada, Carmen" userId="4e46fa0d-51a0-4b7a-a6a6-e5b06c9f6d76" providerId="ADAL" clId="{4D446C45-A82C-4034-8575-068DA9445DC7}" dt="2023-02-28T19:15:16.182" v="1811" actId="478"/>
          <ac:spMkLst>
            <pc:docMk/>
            <pc:sldMk cId="883875379" sldId="2147470448"/>
            <ac:spMk id="60" creationId="{A136BF35-D072-4391-B0F0-EEE268B4AD95}"/>
          </ac:spMkLst>
        </pc:spChg>
        <pc:spChg chg="add del mod">
          <ac:chgData name="Tejada, Carmen" userId="4e46fa0d-51a0-4b7a-a6a6-e5b06c9f6d76" providerId="ADAL" clId="{4D446C45-A82C-4034-8575-068DA9445DC7}" dt="2023-02-28T19:15:16.182" v="1811" actId="478"/>
          <ac:spMkLst>
            <pc:docMk/>
            <pc:sldMk cId="883875379" sldId="2147470448"/>
            <ac:spMk id="61" creationId="{DB75A61C-C07B-4926-A935-AA8A5340E2C2}"/>
          </ac:spMkLst>
        </pc:spChg>
        <pc:spChg chg="add del mod">
          <ac:chgData name="Tejada, Carmen" userId="4e46fa0d-51a0-4b7a-a6a6-e5b06c9f6d76" providerId="ADAL" clId="{4D446C45-A82C-4034-8575-068DA9445DC7}" dt="2023-02-28T19:15:16.182" v="1811" actId="478"/>
          <ac:spMkLst>
            <pc:docMk/>
            <pc:sldMk cId="883875379" sldId="2147470448"/>
            <ac:spMk id="62" creationId="{DC4DD306-DBB8-4D71-B42E-9C1291FD1F4A}"/>
          </ac:spMkLst>
        </pc:spChg>
        <pc:spChg chg="del mod">
          <ac:chgData name="Tejada, Carmen" userId="4e46fa0d-51a0-4b7a-a6a6-e5b06c9f6d76" providerId="ADAL" clId="{4D446C45-A82C-4034-8575-068DA9445DC7}" dt="2023-02-28T19:10:54.529" v="1596" actId="478"/>
          <ac:spMkLst>
            <pc:docMk/>
            <pc:sldMk cId="883875379" sldId="2147470448"/>
            <ac:spMk id="63" creationId="{6B9C0401-7FA1-4E4E-9F6D-411DBD5A91CD}"/>
          </ac:spMkLst>
        </pc:spChg>
        <pc:spChg chg="del mod">
          <ac:chgData name="Tejada, Carmen" userId="4e46fa0d-51a0-4b7a-a6a6-e5b06c9f6d76" providerId="ADAL" clId="{4D446C45-A82C-4034-8575-068DA9445DC7}" dt="2023-02-28T19:10:54.529" v="1596" actId="478"/>
          <ac:spMkLst>
            <pc:docMk/>
            <pc:sldMk cId="883875379" sldId="2147470448"/>
            <ac:spMk id="64" creationId="{EE294056-8475-4924-A141-046BC4596BFE}"/>
          </ac:spMkLst>
        </pc:spChg>
        <pc:spChg chg="add del mod">
          <ac:chgData name="Tejada, Carmen" userId="4e46fa0d-51a0-4b7a-a6a6-e5b06c9f6d76" providerId="ADAL" clId="{4D446C45-A82C-4034-8575-068DA9445DC7}" dt="2023-02-28T19:15:16.182" v="1811" actId="478"/>
          <ac:spMkLst>
            <pc:docMk/>
            <pc:sldMk cId="883875379" sldId="2147470448"/>
            <ac:spMk id="65" creationId="{656DA6F6-56AC-4E0F-96CE-A0134FDF24E7}"/>
          </ac:spMkLst>
        </pc:spChg>
        <pc:spChg chg="add del mod">
          <ac:chgData name="Tejada, Carmen" userId="4e46fa0d-51a0-4b7a-a6a6-e5b06c9f6d76" providerId="ADAL" clId="{4D446C45-A82C-4034-8575-068DA9445DC7}" dt="2023-02-28T19:15:16.182" v="1811" actId="478"/>
          <ac:spMkLst>
            <pc:docMk/>
            <pc:sldMk cId="883875379" sldId="2147470448"/>
            <ac:spMk id="66" creationId="{2CBAD304-AA17-4E79-A32D-73E8831F3AA9}"/>
          </ac:spMkLst>
        </pc:spChg>
        <pc:spChg chg="add mod ord">
          <ac:chgData name="Tejada, Carmen" userId="4e46fa0d-51a0-4b7a-a6a6-e5b06c9f6d76" providerId="ADAL" clId="{4D446C45-A82C-4034-8575-068DA9445DC7}" dt="2023-03-01T20:02:40.805" v="8367" actId="14100"/>
          <ac:spMkLst>
            <pc:docMk/>
            <pc:sldMk cId="883875379" sldId="2147470448"/>
            <ac:spMk id="67" creationId="{69C305AD-FFAA-4A49-A1B7-D08BCB1CDD9E}"/>
          </ac:spMkLst>
        </pc:spChg>
        <pc:spChg chg="add mod ord">
          <ac:chgData name="Tejada, Carmen" userId="4e46fa0d-51a0-4b7a-a6a6-e5b06c9f6d76" providerId="ADAL" clId="{4D446C45-A82C-4034-8575-068DA9445DC7}" dt="2023-02-28T19:28:28.771" v="2261"/>
          <ac:spMkLst>
            <pc:docMk/>
            <pc:sldMk cId="883875379" sldId="2147470448"/>
            <ac:spMk id="68" creationId="{513C84A5-0BCE-4A3B-AE83-7B764C42AD3B}"/>
          </ac:spMkLst>
        </pc:spChg>
        <pc:spChg chg="add mod ord">
          <ac:chgData name="Tejada, Carmen" userId="4e46fa0d-51a0-4b7a-a6a6-e5b06c9f6d76" providerId="ADAL" clId="{4D446C45-A82C-4034-8575-068DA9445DC7}" dt="2023-03-01T20:02:38.169" v="8366" actId="1076"/>
          <ac:spMkLst>
            <pc:docMk/>
            <pc:sldMk cId="883875379" sldId="2147470448"/>
            <ac:spMk id="69" creationId="{38B0ECEA-A051-4F66-B96F-E53A99A2308F}"/>
          </ac:spMkLst>
        </pc:spChg>
        <pc:spChg chg="del mod">
          <ac:chgData name="Tejada, Carmen" userId="4e46fa0d-51a0-4b7a-a6a6-e5b06c9f6d76" providerId="ADAL" clId="{4D446C45-A82C-4034-8575-068DA9445DC7}" dt="2023-02-28T19:10:54.529" v="1596" actId="478"/>
          <ac:spMkLst>
            <pc:docMk/>
            <pc:sldMk cId="883875379" sldId="2147470448"/>
            <ac:spMk id="70" creationId="{A061E32C-61F9-4162-9D51-507DC82F5890}"/>
          </ac:spMkLst>
        </pc:spChg>
        <pc:spChg chg="del mod">
          <ac:chgData name="Tejada, Carmen" userId="4e46fa0d-51a0-4b7a-a6a6-e5b06c9f6d76" providerId="ADAL" clId="{4D446C45-A82C-4034-8575-068DA9445DC7}" dt="2023-02-28T19:10:54.529" v="1596" actId="478"/>
          <ac:spMkLst>
            <pc:docMk/>
            <pc:sldMk cId="883875379" sldId="2147470448"/>
            <ac:spMk id="71" creationId="{82451189-8F2E-4D41-AC60-7C77C62CD6F4}"/>
          </ac:spMkLst>
        </pc:spChg>
        <pc:spChg chg="add del mod ord">
          <ac:chgData name="Tejada, Carmen" userId="4e46fa0d-51a0-4b7a-a6a6-e5b06c9f6d76" providerId="ADAL" clId="{4D446C45-A82C-4034-8575-068DA9445DC7}" dt="2023-03-01T20:00:46.484" v="8217" actId="478"/>
          <ac:spMkLst>
            <pc:docMk/>
            <pc:sldMk cId="883875379" sldId="2147470448"/>
            <ac:spMk id="72" creationId="{44974BFA-54DD-472A-926F-67419B85609D}"/>
          </ac:spMkLst>
        </pc:spChg>
        <pc:spChg chg="add del mod ord">
          <ac:chgData name="Tejada, Carmen" userId="4e46fa0d-51a0-4b7a-a6a6-e5b06c9f6d76" providerId="ADAL" clId="{4D446C45-A82C-4034-8575-068DA9445DC7}" dt="2023-03-01T20:02:35.790" v="8365" actId="478"/>
          <ac:spMkLst>
            <pc:docMk/>
            <pc:sldMk cId="883875379" sldId="2147470448"/>
            <ac:spMk id="73" creationId="{BADB6C1A-6623-4287-A181-F9E1239C7394}"/>
          </ac:spMkLst>
        </pc:spChg>
        <pc:spChg chg="add del mod ord">
          <ac:chgData name="Tejada, Carmen" userId="4e46fa0d-51a0-4b7a-a6a6-e5b06c9f6d76" providerId="ADAL" clId="{4D446C45-A82C-4034-8575-068DA9445DC7}" dt="2023-03-01T20:02:35.790" v="8365" actId="478"/>
          <ac:spMkLst>
            <pc:docMk/>
            <pc:sldMk cId="883875379" sldId="2147470448"/>
            <ac:spMk id="74" creationId="{182199BC-5536-4490-B4B5-16A2A81373E5}"/>
          </ac:spMkLst>
        </pc:spChg>
        <pc:spChg chg="add del mod ord">
          <ac:chgData name="Tejada, Carmen" userId="4e46fa0d-51a0-4b7a-a6a6-e5b06c9f6d76" providerId="ADAL" clId="{4D446C45-A82C-4034-8575-068DA9445DC7}" dt="2023-03-01T20:02:35.790" v="8365" actId="478"/>
          <ac:spMkLst>
            <pc:docMk/>
            <pc:sldMk cId="883875379" sldId="2147470448"/>
            <ac:spMk id="75" creationId="{3FD79E43-ACEF-4FE3-8C20-91542FD0EBF0}"/>
          </ac:spMkLst>
        </pc:spChg>
        <pc:spChg chg="add mod ord">
          <ac:chgData name="Tejada, Carmen" userId="4e46fa0d-51a0-4b7a-a6a6-e5b06c9f6d76" providerId="ADAL" clId="{4D446C45-A82C-4034-8575-068DA9445DC7}" dt="2023-03-01T20:02:56.414" v="8391" actId="14100"/>
          <ac:spMkLst>
            <pc:docMk/>
            <pc:sldMk cId="883875379" sldId="2147470448"/>
            <ac:spMk id="76" creationId="{5674A34A-F5EB-4F69-8CC2-167247523505}"/>
          </ac:spMkLst>
        </pc:spChg>
        <pc:spChg chg="del mod">
          <ac:chgData name="Tejada, Carmen" userId="4e46fa0d-51a0-4b7a-a6a6-e5b06c9f6d76" providerId="ADAL" clId="{4D446C45-A82C-4034-8575-068DA9445DC7}" dt="2023-02-28T19:10:54.529" v="1596" actId="478"/>
          <ac:spMkLst>
            <pc:docMk/>
            <pc:sldMk cId="883875379" sldId="2147470448"/>
            <ac:spMk id="77" creationId="{273421BB-C5CF-4F88-89B1-3B35DD3B2BDF}"/>
          </ac:spMkLst>
        </pc:spChg>
        <pc:spChg chg="del mod">
          <ac:chgData name="Tejada, Carmen" userId="4e46fa0d-51a0-4b7a-a6a6-e5b06c9f6d76" providerId="ADAL" clId="{4D446C45-A82C-4034-8575-068DA9445DC7}" dt="2023-02-28T19:10:54.529" v="1596" actId="478"/>
          <ac:spMkLst>
            <pc:docMk/>
            <pc:sldMk cId="883875379" sldId="2147470448"/>
            <ac:spMk id="78" creationId="{D600E4A3-2ECF-4E80-9B44-6CF7D8661DE1}"/>
          </ac:spMkLst>
        </pc:spChg>
        <pc:spChg chg="add mod ord">
          <ac:chgData name="Tejada, Carmen" userId="4e46fa0d-51a0-4b7a-a6a6-e5b06c9f6d76" providerId="ADAL" clId="{4D446C45-A82C-4034-8575-068DA9445DC7}" dt="2023-03-01T20:03:13.484" v="8398" actId="14100"/>
          <ac:spMkLst>
            <pc:docMk/>
            <pc:sldMk cId="883875379" sldId="2147470448"/>
            <ac:spMk id="79" creationId="{34FA30EA-5065-47A3-AE8A-237F699E8496}"/>
          </ac:spMkLst>
        </pc:spChg>
        <pc:spChg chg="add mod ord">
          <ac:chgData name="Tejada, Carmen" userId="4e46fa0d-51a0-4b7a-a6a6-e5b06c9f6d76" providerId="ADAL" clId="{4D446C45-A82C-4034-8575-068DA9445DC7}" dt="2023-03-01T20:02:50.439" v="8389" actId="1035"/>
          <ac:spMkLst>
            <pc:docMk/>
            <pc:sldMk cId="883875379" sldId="2147470448"/>
            <ac:spMk id="80" creationId="{921D35EF-4B5A-429D-AFE9-29F0423D94B6}"/>
          </ac:spMkLst>
        </pc:spChg>
        <pc:spChg chg="add mod ord">
          <ac:chgData name="Tejada, Carmen" userId="4e46fa0d-51a0-4b7a-a6a6-e5b06c9f6d76" providerId="ADAL" clId="{4D446C45-A82C-4034-8575-068DA9445DC7}" dt="2023-03-01T20:02:53.093" v="8390" actId="1076"/>
          <ac:spMkLst>
            <pc:docMk/>
            <pc:sldMk cId="883875379" sldId="2147470448"/>
            <ac:spMk id="81" creationId="{802130F3-92A1-40FF-BC1E-B576515CC999}"/>
          </ac:spMkLst>
        </pc:spChg>
        <pc:spChg chg="add del mod ord">
          <ac:chgData name="Tejada, Carmen" userId="4e46fa0d-51a0-4b7a-a6a6-e5b06c9f6d76" providerId="ADAL" clId="{4D446C45-A82C-4034-8575-068DA9445DC7}" dt="2023-02-28T19:28:58.780" v="2300" actId="478"/>
          <ac:spMkLst>
            <pc:docMk/>
            <pc:sldMk cId="883875379" sldId="2147470448"/>
            <ac:spMk id="84" creationId="{0A6F9CF3-6959-4B67-9B68-D44CB53D463F}"/>
          </ac:spMkLst>
        </pc:spChg>
        <pc:spChg chg="add mod ord">
          <ac:chgData name="Tejada, Carmen" userId="4e46fa0d-51a0-4b7a-a6a6-e5b06c9f6d76" providerId="ADAL" clId="{4D446C45-A82C-4034-8575-068DA9445DC7}" dt="2023-03-01T20:05:29.279" v="8715" actId="20577"/>
          <ac:spMkLst>
            <pc:docMk/>
            <pc:sldMk cId="883875379" sldId="2147470448"/>
            <ac:spMk id="85" creationId="{1911C3B0-B137-4C43-B916-757B5CD962A1}"/>
          </ac:spMkLst>
        </pc:spChg>
        <pc:spChg chg="add del mod">
          <ac:chgData name="Tejada, Carmen" userId="4e46fa0d-51a0-4b7a-a6a6-e5b06c9f6d76" providerId="ADAL" clId="{4D446C45-A82C-4034-8575-068DA9445DC7}" dt="2023-02-28T19:15:16.182" v="1811" actId="478"/>
          <ac:spMkLst>
            <pc:docMk/>
            <pc:sldMk cId="883875379" sldId="2147470448"/>
            <ac:spMk id="86" creationId="{C6A85D3E-6950-44DC-9772-8C5CE10F59B0}"/>
          </ac:spMkLst>
        </pc:spChg>
        <pc:spChg chg="add del mod">
          <ac:chgData name="Tejada, Carmen" userId="4e46fa0d-51a0-4b7a-a6a6-e5b06c9f6d76" providerId="ADAL" clId="{4D446C45-A82C-4034-8575-068DA9445DC7}" dt="2023-02-28T19:15:16.182" v="1811" actId="478"/>
          <ac:spMkLst>
            <pc:docMk/>
            <pc:sldMk cId="883875379" sldId="2147470448"/>
            <ac:spMk id="87" creationId="{981FDFF1-7273-4C10-A276-ED3B09AA2326}"/>
          </ac:spMkLst>
        </pc:spChg>
        <pc:spChg chg="add del mod">
          <ac:chgData name="Tejada, Carmen" userId="4e46fa0d-51a0-4b7a-a6a6-e5b06c9f6d76" providerId="ADAL" clId="{4D446C45-A82C-4034-8575-068DA9445DC7}" dt="2023-02-28T19:15:16.182" v="1811" actId="478"/>
          <ac:spMkLst>
            <pc:docMk/>
            <pc:sldMk cId="883875379" sldId="2147470448"/>
            <ac:spMk id="88" creationId="{5D651FF9-F8A4-4E24-A9D4-EA308DC719EB}"/>
          </ac:spMkLst>
        </pc:spChg>
        <pc:spChg chg="add del mod">
          <ac:chgData name="Tejada, Carmen" userId="4e46fa0d-51a0-4b7a-a6a6-e5b06c9f6d76" providerId="ADAL" clId="{4D446C45-A82C-4034-8575-068DA9445DC7}" dt="2023-02-28T19:15:16.182" v="1811" actId="478"/>
          <ac:spMkLst>
            <pc:docMk/>
            <pc:sldMk cId="883875379" sldId="2147470448"/>
            <ac:spMk id="89" creationId="{C323091B-8D8F-4DEA-B31F-928CBD9512CD}"/>
          </ac:spMkLst>
        </pc:spChg>
        <pc:spChg chg="add del mod">
          <ac:chgData name="Tejada, Carmen" userId="4e46fa0d-51a0-4b7a-a6a6-e5b06c9f6d76" providerId="ADAL" clId="{4D446C45-A82C-4034-8575-068DA9445DC7}" dt="2023-02-28T19:15:16.182" v="1811" actId="478"/>
          <ac:spMkLst>
            <pc:docMk/>
            <pc:sldMk cId="883875379" sldId="2147470448"/>
            <ac:spMk id="90" creationId="{AD1A8269-8085-4F7D-93A0-EBF6B8B851F7}"/>
          </ac:spMkLst>
        </pc:spChg>
        <pc:spChg chg="add del mod">
          <ac:chgData name="Tejada, Carmen" userId="4e46fa0d-51a0-4b7a-a6a6-e5b06c9f6d76" providerId="ADAL" clId="{4D446C45-A82C-4034-8575-068DA9445DC7}" dt="2023-02-28T19:15:16.182" v="1811" actId="478"/>
          <ac:spMkLst>
            <pc:docMk/>
            <pc:sldMk cId="883875379" sldId="2147470448"/>
            <ac:spMk id="91" creationId="{40402D05-22EE-4067-B50E-7B1245141741}"/>
          </ac:spMkLst>
        </pc:spChg>
        <pc:spChg chg="add del mod">
          <ac:chgData name="Tejada, Carmen" userId="4e46fa0d-51a0-4b7a-a6a6-e5b06c9f6d76" providerId="ADAL" clId="{4D446C45-A82C-4034-8575-068DA9445DC7}" dt="2023-02-28T19:15:16.182" v="1811" actId="478"/>
          <ac:spMkLst>
            <pc:docMk/>
            <pc:sldMk cId="883875379" sldId="2147470448"/>
            <ac:spMk id="92" creationId="{4479B073-D82C-4E82-8719-F4C450E27D34}"/>
          </ac:spMkLst>
        </pc:spChg>
        <pc:spChg chg="add del mod">
          <ac:chgData name="Tejada, Carmen" userId="4e46fa0d-51a0-4b7a-a6a6-e5b06c9f6d76" providerId="ADAL" clId="{4D446C45-A82C-4034-8575-068DA9445DC7}" dt="2023-02-28T19:15:16.182" v="1811" actId="478"/>
          <ac:spMkLst>
            <pc:docMk/>
            <pc:sldMk cId="883875379" sldId="2147470448"/>
            <ac:spMk id="93" creationId="{B8E94FD4-0F32-428D-B07F-77284CEABA2A}"/>
          </ac:spMkLst>
        </pc:spChg>
        <pc:spChg chg="add mod ord">
          <ac:chgData name="Tejada, Carmen" userId="4e46fa0d-51a0-4b7a-a6a6-e5b06c9f6d76" providerId="ADAL" clId="{4D446C45-A82C-4034-8575-068DA9445DC7}" dt="2023-02-28T19:28:28.781" v="2285"/>
          <ac:spMkLst>
            <pc:docMk/>
            <pc:sldMk cId="883875379" sldId="2147470448"/>
            <ac:spMk id="94" creationId="{36F42DE1-D37B-4704-8558-1391B9A37C64}"/>
          </ac:spMkLst>
        </pc:spChg>
        <pc:spChg chg="add mod ord">
          <ac:chgData name="Tejada, Carmen" userId="4e46fa0d-51a0-4b7a-a6a6-e5b06c9f6d76" providerId="ADAL" clId="{4D446C45-A82C-4034-8575-068DA9445DC7}" dt="2023-02-28T19:28:28.782" v="2287"/>
          <ac:spMkLst>
            <pc:docMk/>
            <pc:sldMk cId="883875379" sldId="2147470448"/>
            <ac:spMk id="95" creationId="{D62F74FE-B703-43B0-A748-FE4CB4B2863B}"/>
          </ac:spMkLst>
        </pc:spChg>
        <pc:spChg chg="add del mod">
          <ac:chgData name="Tejada, Carmen" userId="4e46fa0d-51a0-4b7a-a6a6-e5b06c9f6d76" providerId="ADAL" clId="{4D446C45-A82C-4034-8575-068DA9445DC7}" dt="2023-02-28T19:15:13.815" v="1810" actId="478"/>
          <ac:spMkLst>
            <pc:docMk/>
            <pc:sldMk cId="883875379" sldId="2147470448"/>
            <ac:spMk id="96" creationId="{DC0CB2CD-60E0-4A81-95AD-696380370035}"/>
          </ac:spMkLst>
        </pc:spChg>
        <pc:spChg chg="add mod ord">
          <ac:chgData name="Tejada, Carmen" userId="4e46fa0d-51a0-4b7a-a6a6-e5b06c9f6d76" providerId="ADAL" clId="{4D446C45-A82C-4034-8575-068DA9445DC7}" dt="2023-02-28T19:29:15.021" v="2302" actId="1076"/>
          <ac:spMkLst>
            <pc:docMk/>
            <pc:sldMk cId="883875379" sldId="2147470448"/>
            <ac:spMk id="99" creationId="{5E6113A3-51EA-4413-9B78-E6AECF04331F}"/>
          </ac:spMkLst>
        </pc:spChg>
        <pc:spChg chg="add mod ord">
          <ac:chgData name="Tejada, Carmen" userId="4e46fa0d-51a0-4b7a-a6a6-e5b06c9f6d76" providerId="ADAL" clId="{4D446C45-A82C-4034-8575-068DA9445DC7}" dt="2023-02-28T19:28:28.784" v="2292"/>
          <ac:spMkLst>
            <pc:docMk/>
            <pc:sldMk cId="883875379" sldId="2147470448"/>
            <ac:spMk id="100" creationId="{F084DA12-2B69-444A-B63E-9CEBF6BCB2AF}"/>
          </ac:spMkLst>
        </pc:spChg>
        <pc:spChg chg="add mod">
          <ac:chgData name="Tejada, Carmen" userId="4e46fa0d-51a0-4b7a-a6a6-e5b06c9f6d76" providerId="ADAL" clId="{4D446C45-A82C-4034-8575-068DA9445DC7}" dt="2023-02-28T20:48:56.219" v="3666" actId="14100"/>
          <ac:spMkLst>
            <pc:docMk/>
            <pc:sldMk cId="883875379" sldId="2147470448"/>
            <ac:spMk id="101" creationId="{DC9EFF1A-71D9-46CC-8B59-54613F164F09}"/>
          </ac:spMkLst>
        </pc:spChg>
        <pc:grpChg chg="mod">
          <ac:chgData name="Tejada, Carmen" userId="4e46fa0d-51a0-4b7a-a6a6-e5b06c9f6d76" providerId="ADAL" clId="{4D446C45-A82C-4034-8575-068DA9445DC7}" dt="2023-02-28T19:10:49.603" v="1595"/>
          <ac:grpSpMkLst>
            <pc:docMk/>
            <pc:sldMk cId="883875379" sldId="2147470448"/>
            <ac:grpSpMk id="1" creationId="{00000000-0000-0000-0000-000000000000}"/>
          </ac:grpSpMkLst>
        </pc:grpChg>
        <pc:grpChg chg="del mod">
          <ac:chgData name="Tejada, Carmen" userId="4e46fa0d-51a0-4b7a-a6a6-e5b06c9f6d76" providerId="ADAL" clId="{4D446C45-A82C-4034-8575-068DA9445DC7}" dt="2023-02-28T19:10:54.529" v="1596" actId="478"/>
          <ac:grpSpMkLst>
            <pc:docMk/>
            <pc:sldMk cId="883875379" sldId="2147470448"/>
            <ac:grpSpMk id="29" creationId="{CA1BA112-7AB0-4B05-B280-7D18D968F177}"/>
          </ac:grpSpMkLst>
        </pc:grpChg>
        <pc:grpChg chg="add mod ord">
          <ac:chgData name="Tejada, Carmen" userId="4e46fa0d-51a0-4b7a-a6a6-e5b06c9f6d76" providerId="ADAL" clId="{4D446C45-A82C-4034-8575-068DA9445DC7}" dt="2023-02-28T19:28:28.768" v="2257"/>
          <ac:grpSpMkLst>
            <pc:docMk/>
            <pc:sldMk cId="883875379" sldId="2147470448"/>
            <ac:grpSpMk id="44" creationId="{10827262-2401-4902-9FDA-65BA529CDA76}"/>
          </ac:grpSpMkLst>
        </pc:grpChg>
        <pc:grpChg chg="del mod">
          <ac:chgData name="Tejada, Carmen" userId="4e46fa0d-51a0-4b7a-a6a6-e5b06c9f6d76" providerId="ADAL" clId="{4D446C45-A82C-4034-8575-068DA9445DC7}" dt="2023-02-28T19:10:55.879" v="1597" actId="478"/>
          <ac:grpSpMkLst>
            <pc:docMk/>
            <pc:sldMk cId="883875379" sldId="2147470448"/>
            <ac:grpSpMk id="46" creationId="{DF070006-2277-4143-9D86-9077E338BA99}"/>
          </ac:grpSpMkLst>
        </pc:grpChg>
        <pc:grpChg chg="del mod">
          <ac:chgData name="Tejada, Carmen" userId="4e46fa0d-51a0-4b7a-a6a6-e5b06c9f6d76" providerId="ADAL" clId="{4D446C45-A82C-4034-8575-068DA9445DC7}" dt="2023-02-28T19:10:54.529" v="1596" actId="478"/>
          <ac:grpSpMkLst>
            <pc:docMk/>
            <pc:sldMk cId="883875379" sldId="2147470448"/>
            <ac:grpSpMk id="52" creationId="{031DF726-9128-49EE-8A69-CDB1BFF98B66}"/>
          </ac:grpSpMkLst>
        </pc:grpChg>
        <pc:graphicFrameChg chg="mod">
          <ac:chgData name="Tejada, Carmen" userId="4e46fa0d-51a0-4b7a-a6a6-e5b06c9f6d76" providerId="ADAL" clId="{4D446C45-A82C-4034-8575-068DA9445DC7}" dt="2023-02-28T19:28:28.789" v="2297"/>
          <ac:graphicFrameMkLst>
            <pc:docMk/>
            <pc:sldMk cId="883875379" sldId="2147470448"/>
            <ac:graphicFrameMk id="6" creationId="{4E4BD3A5-2E67-49DB-A6F9-8D47D685C722}"/>
          </ac:graphicFrameMkLst>
        </pc:graphicFrameChg>
        <pc:picChg chg="del mod">
          <ac:chgData name="Tejada, Carmen" userId="4e46fa0d-51a0-4b7a-a6a6-e5b06c9f6d76" providerId="ADAL" clId="{4D446C45-A82C-4034-8575-068DA9445DC7}" dt="2023-02-28T19:10:54.529" v="1596" actId="478"/>
          <ac:picMkLst>
            <pc:docMk/>
            <pc:sldMk cId="883875379" sldId="2147470448"/>
            <ac:picMk id="9" creationId="{D2943A11-6749-4FE3-B940-A28D5A029BA8}"/>
          </ac:picMkLst>
        </pc:picChg>
        <pc:picChg chg="del mod">
          <ac:chgData name="Tejada, Carmen" userId="4e46fa0d-51a0-4b7a-a6a6-e5b06c9f6d76" providerId="ADAL" clId="{4D446C45-A82C-4034-8575-068DA9445DC7}" dt="2023-02-28T19:10:54.529" v="1596" actId="478"/>
          <ac:picMkLst>
            <pc:docMk/>
            <pc:sldMk cId="883875379" sldId="2147470448"/>
            <ac:picMk id="11" creationId="{D19EFAD1-DBDE-4C2C-AA15-9B65447A5253}"/>
          </ac:picMkLst>
        </pc:picChg>
        <pc:picChg chg="del mod">
          <ac:chgData name="Tejada, Carmen" userId="4e46fa0d-51a0-4b7a-a6a6-e5b06c9f6d76" providerId="ADAL" clId="{4D446C45-A82C-4034-8575-068DA9445DC7}" dt="2023-02-28T19:10:54.529" v="1596" actId="478"/>
          <ac:picMkLst>
            <pc:docMk/>
            <pc:sldMk cId="883875379" sldId="2147470448"/>
            <ac:picMk id="13" creationId="{27B22A88-7A84-442C-98A7-933A493CA1DC}"/>
          </ac:picMkLst>
        </pc:picChg>
        <pc:picChg chg="del mod">
          <ac:chgData name="Tejada, Carmen" userId="4e46fa0d-51a0-4b7a-a6a6-e5b06c9f6d76" providerId="ADAL" clId="{4D446C45-A82C-4034-8575-068DA9445DC7}" dt="2023-02-28T19:10:54.529" v="1596" actId="478"/>
          <ac:picMkLst>
            <pc:docMk/>
            <pc:sldMk cId="883875379" sldId="2147470448"/>
            <ac:picMk id="15" creationId="{6AFAE06F-76C8-4E22-8967-F2149B20E9BC}"/>
          </ac:picMkLst>
        </pc:picChg>
        <pc:picChg chg="add del mod">
          <ac:chgData name="Tejada, Carmen" userId="4e46fa0d-51a0-4b7a-a6a6-e5b06c9f6d76" providerId="ADAL" clId="{4D446C45-A82C-4034-8575-068DA9445DC7}" dt="2023-02-28T19:25:52.044" v="2225" actId="478"/>
          <ac:picMkLst>
            <pc:docMk/>
            <pc:sldMk cId="883875379" sldId="2147470448"/>
            <ac:picMk id="82" creationId="{60A2B840-0399-472E-8F1A-A0306A1C6FE5}"/>
          </ac:picMkLst>
        </pc:picChg>
        <pc:picChg chg="add del mod">
          <ac:chgData name="Tejada, Carmen" userId="4e46fa0d-51a0-4b7a-a6a6-e5b06c9f6d76" providerId="ADAL" clId="{4D446C45-A82C-4034-8575-068DA9445DC7}" dt="2023-02-28T19:27:41.896" v="2226" actId="478"/>
          <ac:picMkLst>
            <pc:docMk/>
            <pc:sldMk cId="883875379" sldId="2147470448"/>
            <ac:picMk id="83" creationId="{C295356A-BCCD-4CF0-9B0F-3B8699161A13}"/>
          </ac:picMkLst>
        </pc:picChg>
        <pc:picChg chg="add mod">
          <ac:chgData name="Tejada, Carmen" userId="4e46fa0d-51a0-4b7a-a6a6-e5b06c9f6d76" providerId="ADAL" clId="{4D446C45-A82C-4034-8575-068DA9445DC7}" dt="2023-03-01T20:03:09.527" v="8397" actId="1076"/>
          <ac:picMkLst>
            <pc:docMk/>
            <pc:sldMk cId="883875379" sldId="2147470448"/>
            <ac:picMk id="97" creationId="{584C3251-CEA4-40D5-BA3D-F829AAB3078E}"/>
          </ac:picMkLst>
        </pc:picChg>
        <pc:picChg chg="add mod ord">
          <ac:chgData name="Tejada, Carmen" userId="4e46fa0d-51a0-4b7a-a6a6-e5b06c9f6d76" providerId="ADAL" clId="{4D446C45-A82C-4034-8575-068DA9445DC7}" dt="2023-03-01T20:03:08.339" v="8396" actId="1076"/>
          <ac:picMkLst>
            <pc:docMk/>
            <pc:sldMk cId="883875379" sldId="2147470448"/>
            <ac:picMk id="98" creationId="{AB4AC974-FCDF-4141-9FB0-C0A223480855}"/>
          </ac:picMkLst>
        </pc:picChg>
        <pc:cxnChg chg="mod">
          <ac:chgData name="Tejada, Carmen" userId="4e46fa0d-51a0-4b7a-a6a6-e5b06c9f6d76" providerId="ADAL" clId="{4D446C45-A82C-4034-8575-068DA9445DC7}" dt="2023-02-28T19:10:49.603" v="1595"/>
          <ac:cxnSpMkLst>
            <pc:docMk/>
            <pc:sldMk cId="883875379" sldId="2147470448"/>
            <ac:cxnSpMk id="47" creationId="{698B04A8-D723-4AB7-A769-02F633441FBC}"/>
          </ac:cxnSpMkLst>
        </pc:cxnChg>
        <pc:cxnChg chg="mod">
          <ac:chgData name="Tejada, Carmen" userId="4e46fa0d-51a0-4b7a-a6a6-e5b06c9f6d76" providerId="ADAL" clId="{4D446C45-A82C-4034-8575-068DA9445DC7}" dt="2023-02-28T19:10:54.529" v="1596" actId="478"/>
          <ac:cxnSpMkLst>
            <pc:docMk/>
            <pc:sldMk cId="883875379" sldId="2147470448"/>
            <ac:cxnSpMk id="54" creationId="{8B793179-51AF-4E04-B9D3-061ECA46DB09}"/>
          </ac:cxnSpMkLst>
        </pc:cxnChg>
        <pc:cxnChg chg="mod">
          <ac:chgData name="Tejada, Carmen" userId="4e46fa0d-51a0-4b7a-a6a6-e5b06c9f6d76" providerId="ADAL" clId="{4D446C45-A82C-4034-8575-068DA9445DC7}" dt="2023-02-28T19:10:54.529" v="1596" actId="478"/>
          <ac:cxnSpMkLst>
            <pc:docMk/>
            <pc:sldMk cId="883875379" sldId="2147470448"/>
            <ac:cxnSpMk id="55" creationId="{BB743B03-6335-4870-82CA-B58F201DBC96}"/>
          </ac:cxnSpMkLst>
        </pc:cxnChg>
      </pc:sldChg>
      <pc:sldChg chg="addSp delSp modSp add mod">
        <pc:chgData name="Tejada, Carmen" userId="4e46fa0d-51a0-4b7a-a6a6-e5b06c9f6d76" providerId="ADAL" clId="{4D446C45-A82C-4034-8575-068DA9445DC7}" dt="2023-03-01T19:47:40.764" v="7257" actId="207"/>
        <pc:sldMkLst>
          <pc:docMk/>
          <pc:sldMk cId="4235336278" sldId="2147470449"/>
        </pc:sldMkLst>
        <pc:spChg chg="add mod">
          <ac:chgData name="Tejada, Carmen" userId="4e46fa0d-51a0-4b7a-a6a6-e5b06c9f6d76" providerId="ADAL" clId="{4D446C45-A82C-4034-8575-068DA9445DC7}" dt="2023-03-01T19:47:20.199" v="7248" actId="1076"/>
          <ac:spMkLst>
            <pc:docMk/>
            <pc:sldMk cId="4235336278" sldId="2147470449"/>
            <ac:spMk id="7" creationId="{39E3A78C-99AB-40D6-8131-D0E8F0BE8949}"/>
          </ac:spMkLst>
        </pc:spChg>
        <pc:spChg chg="add del mod">
          <ac:chgData name="Tejada, Carmen" userId="4e46fa0d-51a0-4b7a-a6a6-e5b06c9f6d76" providerId="ADAL" clId="{4D446C45-A82C-4034-8575-068DA9445DC7}" dt="2023-03-01T19:42:53.667" v="6925" actId="478"/>
          <ac:spMkLst>
            <pc:docMk/>
            <pc:sldMk cId="4235336278" sldId="2147470449"/>
            <ac:spMk id="9" creationId="{3014E68D-4B83-49D3-9053-E8DA078925F4}"/>
          </ac:spMkLst>
        </pc:spChg>
        <pc:spChg chg="add del mod">
          <ac:chgData name="Tejada, Carmen" userId="4e46fa0d-51a0-4b7a-a6a6-e5b06c9f6d76" providerId="ADAL" clId="{4D446C45-A82C-4034-8575-068DA9445DC7}" dt="2023-03-01T19:43:04.311" v="6928" actId="478"/>
          <ac:spMkLst>
            <pc:docMk/>
            <pc:sldMk cId="4235336278" sldId="2147470449"/>
            <ac:spMk id="10" creationId="{39DE1CF3-230C-4358-8E34-27AEA86B482D}"/>
          </ac:spMkLst>
        </pc:spChg>
        <pc:spChg chg="del mod">
          <ac:chgData name="Tejada, Carmen" userId="4e46fa0d-51a0-4b7a-a6a6-e5b06c9f6d76" providerId="ADAL" clId="{4D446C45-A82C-4034-8575-068DA9445DC7}" dt="2023-02-28T19:30:36.358" v="2344" actId="478"/>
          <ac:spMkLst>
            <pc:docMk/>
            <pc:sldMk cId="4235336278" sldId="2147470449"/>
            <ac:spMk id="32" creationId="{EF78D163-6CA7-4ADC-8B10-B938808C3400}"/>
          </ac:spMkLst>
        </pc:spChg>
        <pc:spChg chg="del mod">
          <ac:chgData name="Tejada, Carmen" userId="4e46fa0d-51a0-4b7a-a6a6-e5b06c9f6d76" providerId="ADAL" clId="{4D446C45-A82C-4034-8575-068DA9445DC7}" dt="2023-02-28T19:30:36.358" v="2344" actId="478"/>
          <ac:spMkLst>
            <pc:docMk/>
            <pc:sldMk cId="4235336278" sldId="2147470449"/>
            <ac:spMk id="33" creationId="{B10E444A-7666-46EE-96C8-30A5536ED59F}"/>
          </ac:spMkLst>
        </pc:spChg>
        <pc:spChg chg="del mod">
          <ac:chgData name="Tejada, Carmen" userId="4e46fa0d-51a0-4b7a-a6a6-e5b06c9f6d76" providerId="ADAL" clId="{4D446C45-A82C-4034-8575-068DA9445DC7}" dt="2023-02-28T19:30:36.358" v="2344" actId="478"/>
          <ac:spMkLst>
            <pc:docMk/>
            <pc:sldMk cId="4235336278" sldId="2147470449"/>
            <ac:spMk id="34" creationId="{46A31E6A-82B0-46D0-9577-D247CDF17FE2}"/>
          </ac:spMkLst>
        </pc:spChg>
        <pc:spChg chg="del mod">
          <ac:chgData name="Tejada, Carmen" userId="4e46fa0d-51a0-4b7a-a6a6-e5b06c9f6d76" providerId="ADAL" clId="{4D446C45-A82C-4034-8575-068DA9445DC7}" dt="2023-02-28T19:30:36.358" v="2344" actId="478"/>
          <ac:spMkLst>
            <pc:docMk/>
            <pc:sldMk cId="4235336278" sldId="2147470449"/>
            <ac:spMk id="35" creationId="{FAF6E94B-8433-4622-9B70-0E8C000D944F}"/>
          </ac:spMkLst>
        </pc:spChg>
        <pc:spChg chg="del mod">
          <ac:chgData name="Tejada, Carmen" userId="4e46fa0d-51a0-4b7a-a6a6-e5b06c9f6d76" providerId="ADAL" clId="{4D446C45-A82C-4034-8575-068DA9445DC7}" dt="2023-02-28T19:30:36.358" v="2344" actId="478"/>
          <ac:spMkLst>
            <pc:docMk/>
            <pc:sldMk cId="4235336278" sldId="2147470449"/>
            <ac:spMk id="36" creationId="{5D9EE3D5-B1AC-4A0A-AB49-F97A977BE729}"/>
          </ac:spMkLst>
        </pc:spChg>
        <pc:spChg chg="del mod">
          <ac:chgData name="Tejada, Carmen" userId="4e46fa0d-51a0-4b7a-a6a6-e5b06c9f6d76" providerId="ADAL" clId="{4D446C45-A82C-4034-8575-068DA9445DC7}" dt="2023-02-28T19:30:36.358" v="2344" actId="478"/>
          <ac:spMkLst>
            <pc:docMk/>
            <pc:sldMk cId="4235336278" sldId="2147470449"/>
            <ac:spMk id="37" creationId="{D93E35CD-A858-47FE-8F47-59E6618503EA}"/>
          </ac:spMkLst>
        </pc:spChg>
        <pc:spChg chg="del mod">
          <ac:chgData name="Tejada, Carmen" userId="4e46fa0d-51a0-4b7a-a6a6-e5b06c9f6d76" providerId="ADAL" clId="{4D446C45-A82C-4034-8575-068DA9445DC7}" dt="2023-02-28T19:30:36.358" v="2344" actId="478"/>
          <ac:spMkLst>
            <pc:docMk/>
            <pc:sldMk cId="4235336278" sldId="2147470449"/>
            <ac:spMk id="38" creationId="{E302B25F-3423-424B-A7B1-E103136F4D52}"/>
          </ac:spMkLst>
        </pc:spChg>
        <pc:spChg chg="del mod">
          <ac:chgData name="Tejada, Carmen" userId="4e46fa0d-51a0-4b7a-a6a6-e5b06c9f6d76" providerId="ADAL" clId="{4D446C45-A82C-4034-8575-068DA9445DC7}" dt="2023-02-28T19:30:36.358" v="2344" actId="478"/>
          <ac:spMkLst>
            <pc:docMk/>
            <pc:sldMk cId="4235336278" sldId="2147470449"/>
            <ac:spMk id="39" creationId="{55208242-108F-4B95-B57F-26B9DC6585EA}"/>
          </ac:spMkLst>
        </pc:spChg>
        <pc:spChg chg="del mod">
          <ac:chgData name="Tejada, Carmen" userId="4e46fa0d-51a0-4b7a-a6a6-e5b06c9f6d76" providerId="ADAL" clId="{4D446C45-A82C-4034-8575-068DA9445DC7}" dt="2023-02-28T19:30:36.358" v="2344" actId="478"/>
          <ac:spMkLst>
            <pc:docMk/>
            <pc:sldMk cId="4235336278" sldId="2147470449"/>
            <ac:spMk id="41" creationId="{18C15FAC-2428-41B8-B858-9A256B462FD0}"/>
          </ac:spMkLst>
        </pc:spChg>
        <pc:spChg chg="del mod">
          <ac:chgData name="Tejada, Carmen" userId="4e46fa0d-51a0-4b7a-a6a6-e5b06c9f6d76" providerId="ADAL" clId="{4D446C45-A82C-4034-8575-068DA9445DC7}" dt="2023-02-28T19:30:36.358" v="2344" actId="478"/>
          <ac:spMkLst>
            <pc:docMk/>
            <pc:sldMk cId="4235336278" sldId="2147470449"/>
            <ac:spMk id="42" creationId="{E89AAEDE-36B6-4F02-9CF5-80798BCE53D6}"/>
          </ac:spMkLst>
        </pc:spChg>
        <pc:spChg chg="del mod">
          <ac:chgData name="Tejada, Carmen" userId="4e46fa0d-51a0-4b7a-a6a6-e5b06c9f6d76" providerId="ADAL" clId="{4D446C45-A82C-4034-8575-068DA9445DC7}" dt="2023-02-28T19:30:36.358" v="2344" actId="478"/>
          <ac:spMkLst>
            <pc:docMk/>
            <pc:sldMk cId="4235336278" sldId="2147470449"/>
            <ac:spMk id="43" creationId="{DE9CA31B-A6F4-4B51-BF6A-5D5FA316E2E3}"/>
          </ac:spMkLst>
        </pc:spChg>
        <pc:spChg chg="del mod">
          <ac:chgData name="Tejada, Carmen" userId="4e46fa0d-51a0-4b7a-a6a6-e5b06c9f6d76" providerId="ADAL" clId="{4D446C45-A82C-4034-8575-068DA9445DC7}" dt="2023-02-28T19:30:36.358" v="2344" actId="478"/>
          <ac:spMkLst>
            <pc:docMk/>
            <pc:sldMk cId="4235336278" sldId="2147470449"/>
            <ac:spMk id="44" creationId="{80590E6C-E729-4300-8B0D-650BCB7DF040}"/>
          </ac:spMkLst>
        </pc:spChg>
        <pc:spChg chg="del mod">
          <ac:chgData name="Tejada, Carmen" userId="4e46fa0d-51a0-4b7a-a6a6-e5b06c9f6d76" providerId="ADAL" clId="{4D446C45-A82C-4034-8575-068DA9445DC7}" dt="2023-02-28T19:30:36.358" v="2344" actId="478"/>
          <ac:spMkLst>
            <pc:docMk/>
            <pc:sldMk cId="4235336278" sldId="2147470449"/>
            <ac:spMk id="45" creationId="{A97CB7C8-00A1-448B-AF5B-17EF539D286B}"/>
          </ac:spMkLst>
        </pc:spChg>
        <pc:spChg chg="del mod">
          <ac:chgData name="Tejada, Carmen" userId="4e46fa0d-51a0-4b7a-a6a6-e5b06c9f6d76" providerId="ADAL" clId="{4D446C45-A82C-4034-8575-068DA9445DC7}" dt="2023-02-28T19:30:36.358" v="2344" actId="478"/>
          <ac:spMkLst>
            <pc:docMk/>
            <pc:sldMk cId="4235336278" sldId="2147470449"/>
            <ac:spMk id="46" creationId="{484632B5-76B0-4AF7-88AB-0087921D729A}"/>
          </ac:spMkLst>
        </pc:spChg>
        <pc:spChg chg="del mod">
          <ac:chgData name="Tejada, Carmen" userId="4e46fa0d-51a0-4b7a-a6a6-e5b06c9f6d76" providerId="ADAL" clId="{4D446C45-A82C-4034-8575-068DA9445DC7}" dt="2023-02-28T19:30:36.358" v="2344" actId="478"/>
          <ac:spMkLst>
            <pc:docMk/>
            <pc:sldMk cId="4235336278" sldId="2147470449"/>
            <ac:spMk id="47" creationId="{4B16AA22-FD06-4434-ACEC-1BA3D9F01608}"/>
          </ac:spMkLst>
        </pc:spChg>
        <pc:spChg chg="mod">
          <ac:chgData name="Tejada, Carmen" userId="4e46fa0d-51a0-4b7a-a6a6-e5b06c9f6d76" providerId="ADAL" clId="{4D446C45-A82C-4034-8575-068DA9445DC7}" dt="2023-02-28T19:30:27.587" v="2341" actId="20577"/>
          <ac:spMkLst>
            <pc:docMk/>
            <pc:sldMk cId="4235336278" sldId="2147470449"/>
            <ac:spMk id="48" creationId="{B5FFDF95-2C7B-4542-AAB1-6F5BB2746D4C}"/>
          </ac:spMkLst>
        </pc:spChg>
        <pc:spChg chg="mod">
          <ac:chgData name="Tejada, Carmen" userId="4e46fa0d-51a0-4b7a-a6a6-e5b06c9f6d76" providerId="ADAL" clId="{4D446C45-A82C-4034-8575-068DA9445DC7}" dt="2023-02-28T19:30:07.372" v="2330"/>
          <ac:spMkLst>
            <pc:docMk/>
            <pc:sldMk cId="4235336278" sldId="2147470449"/>
            <ac:spMk id="49" creationId="{6683A1E4-6C6A-47D0-BD53-9B71498AC35E}"/>
          </ac:spMkLst>
        </pc:spChg>
        <pc:grpChg chg="mod">
          <ac:chgData name="Tejada, Carmen" userId="4e46fa0d-51a0-4b7a-a6a6-e5b06c9f6d76" providerId="ADAL" clId="{4D446C45-A82C-4034-8575-068DA9445DC7}" dt="2023-02-28T19:30:07.372" v="2330"/>
          <ac:grpSpMkLst>
            <pc:docMk/>
            <pc:sldMk cId="4235336278" sldId="2147470449"/>
            <ac:grpSpMk id="1" creationId="{00000000-0000-0000-0000-000000000000}"/>
          </ac:grpSpMkLst>
        </pc:grpChg>
        <pc:graphicFrameChg chg="add mod modGraphic">
          <ac:chgData name="Tejada, Carmen" userId="4e46fa0d-51a0-4b7a-a6a6-e5b06c9f6d76" providerId="ADAL" clId="{4D446C45-A82C-4034-8575-068DA9445DC7}" dt="2023-03-01T19:47:23.082" v="7249" actId="1076"/>
          <ac:graphicFrameMkLst>
            <pc:docMk/>
            <pc:sldMk cId="4235336278" sldId="2147470449"/>
            <ac:graphicFrameMk id="2" creationId="{CD10EB53-C04C-4091-9D55-C1076305C716}"/>
          </ac:graphicFrameMkLst>
        </pc:graphicFrameChg>
        <pc:graphicFrameChg chg="del mod">
          <ac:chgData name="Tejada, Carmen" userId="4e46fa0d-51a0-4b7a-a6a6-e5b06c9f6d76" providerId="ADAL" clId="{4D446C45-A82C-4034-8575-068DA9445DC7}" dt="2023-02-28T19:30:36.358" v="2344" actId="478"/>
          <ac:graphicFrameMkLst>
            <pc:docMk/>
            <pc:sldMk cId="4235336278" sldId="2147470449"/>
            <ac:graphicFrameMk id="3" creationId="{F0B6E1CA-76C3-4233-9E8C-DD224B557537}"/>
          </ac:graphicFrameMkLst>
        </pc:graphicFrameChg>
        <pc:graphicFrameChg chg="add mod modGraphic">
          <ac:chgData name="Tejada, Carmen" userId="4e46fa0d-51a0-4b7a-a6a6-e5b06c9f6d76" providerId="ADAL" clId="{4D446C45-A82C-4034-8575-068DA9445DC7}" dt="2023-03-01T19:47:40.764" v="7257" actId="207"/>
          <ac:graphicFrameMkLst>
            <pc:docMk/>
            <pc:sldMk cId="4235336278" sldId="2147470449"/>
            <ac:graphicFrameMk id="5" creationId="{F9895C2B-8808-480D-B94E-15D4A56DC125}"/>
          </ac:graphicFrameMkLst>
        </pc:graphicFrameChg>
        <pc:graphicFrameChg chg="mod">
          <ac:chgData name="Tejada, Carmen" userId="4e46fa0d-51a0-4b7a-a6a6-e5b06c9f6d76" providerId="ADAL" clId="{4D446C45-A82C-4034-8575-068DA9445DC7}" dt="2023-02-28T19:30:07.372" v="2330"/>
          <ac:graphicFrameMkLst>
            <pc:docMk/>
            <pc:sldMk cId="4235336278" sldId="2147470449"/>
            <ac:graphicFrameMk id="6" creationId="{45B249BA-954E-43DA-94E9-E6B2DCB3EB76}"/>
          </ac:graphicFrameMkLst>
        </pc:graphicFrameChg>
        <pc:picChg chg="add del mod">
          <ac:chgData name="Tejada, Carmen" userId="4e46fa0d-51a0-4b7a-a6a6-e5b06c9f6d76" providerId="ADAL" clId="{4D446C45-A82C-4034-8575-068DA9445DC7}" dt="2023-03-01T19:41:52.027" v="6907" actId="478"/>
          <ac:picMkLst>
            <pc:docMk/>
            <pc:sldMk cId="4235336278" sldId="2147470449"/>
            <ac:picMk id="4" creationId="{17607AF4-1C81-4DD1-A033-F7B5DFAA97C8}"/>
          </ac:picMkLst>
        </pc:picChg>
        <pc:picChg chg="add del mod">
          <ac:chgData name="Tejada, Carmen" userId="4e46fa0d-51a0-4b7a-a6a6-e5b06c9f6d76" providerId="ADAL" clId="{4D446C45-A82C-4034-8575-068DA9445DC7}" dt="2023-03-01T19:45:43.575" v="7195" actId="478"/>
          <ac:picMkLst>
            <pc:docMk/>
            <pc:sldMk cId="4235336278" sldId="2147470449"/>
            <ac:picMk id="8" creationId="{96E89DB0-E707-40F9-87CC-20426DF19E8A}"/>
          </ac:picMkLst>
        </pc:picChg>
      </pc:sldChg>
      <pc:sldChg chg="addSp delSp modSp add mod ord">
        <pc:chgData name="Tejada, Carmen" userId="4e46fa0d-51a0-4b7a-a6a6-e5b06c9f6d76" providerId="ADAL" clId="{4D446C45-A82C-4034-8575-068DA9445DC7}" dt="2023-03-02T21:06:59.214" v="8878" actId="20577"/>
        <pc:sldMkLst>
          <pc:docMk/>
          <pc:sldMk cId="2957499404" sldId="2147470450"/>
        </pc:sldMkLst>
        <pc:spChg chg="add del mod">
          <ac:chgData name="Tejada, Carmen" userId="4e46fa0d-51a0-4b7a-a6a6-e5b06c9f6d76" providerId="ADAL" clId="{4D446C45-A82C-4034-8575-068DA9445DC7}" dt="2023-03-01T08:14:12.079" v="3728" actId="478"/>
          <ac:spMkLst>
            <pc:docMk/>
            <pc:sldMk cId="2957499404" sldId="2147470450"/>
            <ac:spMk id="2" creationId="{BDF28893-6FA5-4255-BCCC-3FC8A9EA36DD}"/>
          </ac:spMkLst>
        </pc:spChg>
        <pc:spChg chg="del mod">
          <ac:chgData name="Tejada, Carmen" userId="4e46fa0d-51a0-4b7a-a6a6-e5b06c9f6d76" providerId="ADAL" clId="{4D446C45-A82C-4034-8575-068DA9445DC7}" dt="2023-02-28T19:30:46.294" v="2348" actId="478"/>
          <ac:spMkLst>
            <pc:docMk/>
            <pc:sldMk cId="2957499404" sldId="2147470450"/>
            <ac:spMk id="32" creationId="{EF78D163-6CA7-4ADC-8B10-B938808C3400}"/>
          </ac:spMkLst>
        </pc:spChg>
        <pc:spChg chg="del mod">
          <ac:chgData name="Tejada, Carmen" userId="4e46fa0d-51a0-4b7a-a6a6-e5b06c9f6d76" providerId="ADAL" clId="{4D446C45-A82C-4034-8575-068DA9445DC7}" dt="2023-02-28T19:30:46.294" v="2348" actId="478"/>
          <ac:spMkLst>
            <pc:docMk/>
            <pc:sldMk cId="2957499404" sldId="2147470450"/>
            <ac:spMk id="33" creationId="{B10E444A-7666-46EE-96C8-30A5536ED59F}"/>
          </ac:spMkLst>
        </pc:spChg>
        <pc:spChg chg="del mod">
          <ac:chgData name="Tejada, Carmen" userId="4e46fa0d-51a0-4b7a-a6a6-e5b06c9f6d76" providerId="ADAL" clId="{4D446C45-A82C-4034-8575-068DA9445DC7}" dt="2023-02-28T19:30:46.294" v="2348" actId="478"/>
          <ac:spMkLst>
            <pc:docMk/>
            <pc:sldMk cId="2957499404" sldId="2147470450"/>
            <ac:spMk id="34" creationId="{46A31E6A-82B0-46D0-9577-D247CDF17FE2}"/>
          </ac:spMkLst>
        </pc:spChg>
        <pc:spChg chg="del mod">
          <ac:chgData name="Tejada, Carmen" userId="4e46fa0d-51a0-4b7a-a6a6-e5b06c9f6d76" providerId="ADAL" clId="{4D446C45-A82C-4034-8575-068DA9445DC7}" dt="2023-02-28T19:30:46.294" v="2348" actId="478"/>
          <ac:spMkLst>
            <pc:docMk/>
            <pc:sldMk cId="2957499404" sldId="2147470450"/>
            <ac:spMk id="35" creationId="{FAF6E94B-8433-4622-9B70-0E8C000D944F}"/>
          </ac:spMkLst>
        </pc:spChg>
        <pc:spChg chg="del mod">
          <ac:chgData name="Tejada, Carmen" userId="4e46fa0d-51a0-4b7a-a6a6-e5b06c9f6d76" providerId="ADAL" clId="{4D446C45-A82C-4034-8575-068DA9445DC7}" dt="2023-02-28T19:30:46.294" v="2348" actId="478"/>
          <ac:spMkLst>
            <pc:docMk/>
            <pc:sldMk cId="2957499404" sldId="2147470450"/>
            <ac:spMk id="36" creationId="{5D9EE3D5-B1AC-4A0A-AB49-F97A977BE729}"/>
          </ac:spMkLst>
        </pc:spChg>
        <pc:spChg chg="del mod">
          <ac:chgData name="Tejada, Carmen" userId="4e46fa0d-51a0-4b7a-a6a6-e5b06c9f6d76" providerId="ADAL" clId="{4D446C45-A82C-4034-8575-068DA9445DC7}" dt="2023-02-28T19:30:46.294" v="2348" actId="478"/>
          <ac:spMkLst>
            <pc:docMk/>
            <pc:sldMk cId="2957499404" sldId="2147470450"/>
            <ac:spMk id="37" creationId="{D93E35CD-A858-47FE-8F47-59E6618503EA}"/>
          </ac:spMkLst>
        </pc:spChg>
        <pc:spChg chg="del mod">
          <ac:chgData name="Tejada, Carmen" userId="4e46fa0d-51a0-4b7a-a6a6-e5b06c9f6d76" providerId="ADAL" clId="{4D446C45-A82C-4034-8575-068DA9445DC7}" dt="2023-02-28T19:30:46.294" v="2348" actId="478"/>
          <ac:spMkLst>
            <pc:docMk/>
            <pc:sldMk cId="2957499404" sldId="2147470450"/>
            <ac:spMk id="38" creationId="{E302B25F-3423-424B-A7B1-E103136F4D52}"/>
          </ac:spMkLst>
        </pc:spChg>
        <pc:spChg chg="del mod">
          <ac:chgData name="Tejada, Carmen" userId="4e46fa0d-51a0-4b7a-a6a6-e5b06c9f6d76" providerId="ADAL" clId="{4D446C45-A82C-4034-8575-068DA9445DC7}" dt="2023-02-28T19:30:46.294" v="2348" actId="478"/>
          <ac:spMkLst>
            <pc:docMk/>
            <pc:sldMk cId="2957499404" sldId="2147470450"/>
            <ac:spMk id="39" creationId="{55208242-108F-4B95-B57F-26B9DC6585EA}"/>
          </ac:spMkLst>
        </pc:spChg>
        <pc:spChg chg="del mod">
          <ac:chgData name="Tejada, Carmen" userId="4e46fa0d-51a0-4b7a-a6a6-e5b06c9f6d76" providerId="ADAL" clId="{4D446C45-A82C-4034-8575-068DA9445DC7}" dt="2023-02-28T19:30:46.294" v="2348" actId="478"/>
          <ac:spMkLst>
            <pc:docMk/>
            <pc:sldMk cId="2957499404" sldId="2147470450"/>
            <ac:spMk id="41" creationId="{18C15FAC-2428-41B8-B858-9A256B462FD0}"/>
          </ac:spMkLst>
        </pc:spChg>
        <pc:spChg chg="del mod">
          <ac:chgData name="Tejada, Carmen" userId="4e46fa0d-51a0-4b7a-a6a6-e5b06c9f6d76" providerId="ADAL" clId="{4D446C45-A82C-4034-8575-068DA9445DC7}" dt="2023-02-28T19:30:46.294" v="2348" actId="478"/>
          <ac:spMkLst>
            <pc:docMk/>
            <pc:sldMk cId="2957499404" sldId="2147470450"/>
            <ac:spMk id="42" creationId="{E89AAEDE-36B6-4F02-9CF5-80798BCE53D6}"/>
          </ac:spMkLst>
        </pc:spChg>
        <pc:spChg chg="del mod">
          <ac:chgData name="Tejada, Carmen" userId="4e46fa0d-51a0-4b7a-a6a6-e5b06c9f6d76" providerId="ADAL" clId="{4D446C45-A82C-4034-8575-068DA9445DC7}" dt="2023-02-28T19:30:46.294" v="2348" actId="478"/>
          <ac:spMkLst>
            <pc:docMk/>
            <pc:sldMk cId="2957499404" sldId="2147470450"/>
            <ac:spMk id="43" creationId="{DE9CA31B-A6F4-4B51-BF6A-5D5FA316E2E3}"/>
          </ac:spMkLst>
        </pc:spChg>
        <pc:spChg chg="del mod">
          <ac:chgData name="Tejada, Carmen" userId="4e46fa0d-51a0-4b7a-a6a6-e5b06c9f6d76" providerId="ADAL" clId="{4D446C45-A82C-4034-8575-068DA9445DC7}" dt="2023-02-28T19:30:46.294" v="2348" actId="478"/>
          <ac:spMkLst>
            <pc:docMk/>
            <pc:sldMk cId="2957499404" sldId="2147470450"/>
            <ac:spMk id="44" creationId="{80590E6C-E729-4300-8B0D-650BCB7DF040}"/>
          </ac:spMkLst>
        </pc:spChg>
        <pc:spChg chg="del mod">
          <ac:chgData name="Tejada, Carmen" userId="4e46fa0d-51a0-4b7a-a6a6-e5b06c9f6d76" providerId="ADAL" clId="{4D446C45-A82C-4034-8575-068DA9445DC7}" dt="2023-02-28T19:30:46.294" v="2348" actId="478"/>
          <ac:spMkLst>
            <pc:docMk/>
            <pc:sldMk cId="2957499404" sldId="2147470450"/>
            <ac:spMk id="45" creationId="{A97CB7C8-00A1-448B-AF5B-17EF539D286B}"/>
          </ac:spMkLst>
        </pc:spChg>
        <pc:spChg chg="del mod">
          <ac:chgData name="Tejada, Carmen" userId="4e46fa0d-51a0-4b7a-a6a6-e5b06c9f6d76" providerId="ADAL" clId="{4D446C45-A82C-4034-8575-068DA9445DC7}" dt="2023-02-28T19:30:46.294" v="2348" actId="478"/>
          <ac:spMkLst>
            <pc:docMk/>
            <pc:sldMk cId="2957499404" sldId="2147470450"/>
            <ac:spMk id="46" creationId="{484632B5-76B0-4AF7-88AB-0087921D729A}"/>
          </ac:spMkLst>
        </pc:spChg>
        <pc:spChg chg="del mod">
          <ac:chgData name="Tejada, Carmen" userId="4e46fa0d-51a0-4b7a-a6a6-e5b06c9f6d76" providerId="ADAL" clId="{4D446C45-A82C-4034-8575-068DA9445DC7}" dt="2023-02-28T19:30:46.294" v="2348" actId="478"/>
          <ac:spMkLst>
            <pc:docMk/>
            <pc:sldMk cId="2957499404" sldId="2147470450"/>
            <ac:spMk id="47" creationId="{4B16AA22-FD06-4434-ACEC-1BA3D9F01608}"/>
          </ac:spMkLst>
        </pc:spChg>
        <pc:spChg chg="mod">
          <ac:chgData name="Tejada, Carmen" userId="4e46fa0d-51a0-4b7a-a6a6-e5b06c9f6d76" providerId="ADAL" clId="{4D446C45-A82C-4034-8575-068DA9445DC7}" dt="2023-02-28T19:30:41.988" v="2347" actId="20577"/>
          <ac:spMkLst>
            <pc:docMk/>
            <pc:sldMk cId="2957499404" sldId="2147470450"/>
            <ac:spMk id="48" creationId="{B5FFDF95-2C7B-4542-AAB1-6F5BB2746D4C}"/>
          </ac:spMkLst>
        </pc:spChg>
        <pc:spChg chg="mod">
          <ac:chgData name="Tejada, Carmen" userId="4e46fa0d-51a0-4b7a-a6a6-e5b06c9f6d76" providerId="ADAL" clId="{4D446C45-A82C-4034-8575-068DA9445DC7}" dt="2023-03-01T11:59:30.947" v="5381" actId="14100"/>
          <ac:spMkLst>
            <pc:docMk/>
            <pc:sldMk cId="2957499404" sldId="2147470450"/>
            <ac:spMk id="49" creationId="{6683A1E4-6C6A-47D0-BD53-9B71498AC35E}"/>
          </ac:spMkLst>
        </pc:spChg>
        <pc:grpChg chg="mod">
          <ac:chgData name="Tejada, Carmen" userId="4e46fa0d-51a0-4b7a-a6a6-e5b06c9f6d76" providerId="ADAL" clId="{4D446C45-A82C-4034-8575-068DA9445DC7}" dt="2023-02-28T19:30:30.878" v="2343"/>
          <ac:grpSpMkLst>
            <pc:docMk/>
            <pc:sldMk cId="2957499404" sldId="2147470450"/>
            <ac:grpSpMk id="1" creationId="{00000000-0000-0000-0000-000000000000}"/>
          </ac:grpSpMkLst>
        </pc:grpChg>
        <pc:graphicFrameChg chg="del mod">
          <ac:chgData name="Tejada, Carmen" userId="4e46fa0d-51a0-4b7a-a6a6-e5b06c9f6d76" providerId="ADAL" clId="{4D446C45-A82C-4034-8575-068DA9445DC7}" dt="2023-02-28T19:30:46.294" v="2348" actId="478"/>
          <ac:graphicFrameMkLst>
            <pc:docMk/>
            <pc:sldMk cId="2957499404" sldId="2147470450"/>
            <ac:graphicFrameMk id="3" creationId="{F0B6E1CA-76C3-4233-9E8C-DD224B557537}"/>
          </ac:graphicFrameMkLst>
        </pc:graphicFrameChg>
        <pc:graphicFrameChg chg="add mod modGraphic">
          <ac:chgData name="Tejada, Carmen" userId="4e46fa0d-51a0-4b7a-a6a6-e5b06c9f6d76" providerId="ADAL" clId="{4D446C45-A82C-4034-8575-068DA9445DC7}" dt="2023-03-02T21:06:59.214" v="8878" actId="20577"/>
          <ac:graphicFrameMkLst>
            <pc:docMk/>
            <pc:sldMk cId="2957499404" sldId="2147470450"/>
            <ac:graphicFrameMk id="4" creationId="{1212F202-8621-4E95-B1D1-7F829737E48C}"/>
          </ac:graphicFrameMkLst>
        </pc:graphicFrameChg>
        <pc:graphicFrameChg chg="mod">
          <ac:chgData name="Tejada, Carmen" userId="4e46fa0d-51a0-4b7a-a6a6-e5b06c9f6d76" providerId="ADAL" clId="{4D446C45-A82C-4034-8575-068DA9445DC7}" dt="2023-02-28T19:30:30.878" v="2343"/>
          <ac:graphicFrameMkLst>
            <pc:docMk/>
            <pc:sldMk cId="2957499404" sldId="2147470450"/>
            <ac:graphicFrameMk id="6" creationId="{45B249BA-954E-43DA-94E9-E6B2DCB3EB76}"/>
          </ac:graphicFrameMkLst>
        </pc:graphicFrameChg>
      </pc:sldChg>
      <pc:sldChg chg="addSp delSp modSp add mod">
        <pc:chgData name="Tejada, Carmen" userId="4e46fa0d-51a0-4b7a-a6a6-e5b06c9f6d76" providerId="ADAL" clId="{4D446C45-A82C-4034-8575-068DA9445DC7}" dt="2023-03-09T15:43:22.841" v="8974" actId="1035"/>
        <pc:sldMkLst>
          <pc:docMk/>
          <pc:sldMk cId="1455993487" sldId="2147470451"/>
        </pc:sldMkLst>
        <pc:spChg chg="add mod">
          <ac:chgData name="Tejada, Carmen" userId="4e46fa0d-51a0-4b7a-a6a6-e5b06c9f6d76" providerId="ADAL" clId="{4D446C45-A82C-4034-8575-068DA9445DC7}" dt="2023-03-01T19:22:48.422" v="6144" actId="20577"/>
          <ac:spMkLst>
            <pc:docMk/>
            <pc:sldMk cId="1455993487" sldId="2147470451"/>
            <ac:spMk id="2" creationId="{002FB198-1B72-4E03-9E3D-27863264E5B0}"/>
          </ac:spMkLst>
        </pc:spChg>
        <pc:spChg chg="add del mod ord">
          <ac:chgData name="Tejada, Carmen" userId="4e46fa0d-51a0-4b7a-a6a6-e5b06c9f6d76" providerId="ADAL" clId="{4D446C45-A82C-4034-8575-068DA9445DC7}" dt="2023-03-01T12:28:08.955" v="5398" actId="478"/>
          <ac:spMkLst>
            <pc:docMk/>
            <pc:sldMk cId="1455993487" sldId="2147470451"/>
            <ac:spMk id="2" creationId="{B39ABF18-21C3-4A1D-9EB4-DF0829DA29FB}"/>
          </ac:spMkLst>
        </pc:spChg>
        <pc:spChg chg="add mod ord">
          <ac:chgData name="Tejada, Carmen" userId="4e46fa0d-51a0-4b7a-a6a6-e5b06c9f6d76" providerId="ADAL" clId="{4D446C45-A82C-4034-8575-068DA9445DC7}" dt="2023-03-09T13:22:16.341" v="8962" actId="1035"/>
          <ac:spMkLst>
            <pc:docMk/>
            <pc:sldMk cId="1455993487" sldId="2147470451"/>
            <ac:spMk id="4" creationId="{BF5BB782-833F-47DE-AF17-F2C385D73AFE}"/>
          </ac:spMkLst>
        </pc:spChg>
        <pc:spChg chg="add mod ord">
          <ac:chgData name="Tejada, Carmen" userId="4e46fa0d-51a0-4b7a-a6a6-e5b06c9f6d76" providerId="ADAL" clId="{4D446C45-A82C-4034-8575-068DA9445DC7}" dt="2023-03-09T13:23:50.642" v="8967" actId="1076"/>
          <ac:spMkLst>
            <pc:docMk/>
            <pc:sldMk cId="1455993487" sldId="2147470451"/>
            <ac:spMk id="5" creationId="{37BC9C3C-4A58-4F33-BD2C-5102A900D931}"/>
          </ac:spMkLst>
        </pc:spChg>
        <pc:spChg chg="add mod ord">
          <ac:chgData name="Tejada, Carmen" userId="4e46fa0d-51a0-4b7a-a6a6-e5b06c9f6d76" providerId="ADAL" clId="{4D446C45-A82C-4034-8575-068DA9445DC7}" dt="2023-03-09T13:13:12.169" v="8899" actId="20577"/>
          <ac:spMkLst>
            <pc:docMk/>
            <pc:sldMk cId="1455993487" sldId="2147470451"/>
            <ac:spMk id="7" creationId="{F9D6CC23-B07E-4628-A842-0C251EFA8DFA}"/>
          </ac:spMkLst>
        </pc:spChg>
        <pc:spChg chg="add mod ord">
          <ac:chgData name="Tejada, Carmen" userId="4e46fa0d-51a0-4b7a-a6a6-e5b06c9f6d76" providerId="ADAL" clId="{4D446C45-A82C-4034-8575-068DA9445DC7}" dt="2023-03-09T13:24:12.436" v="8969" actId="1076"/>
          <ac:spMkLst>
            <pc:docMk/>
            <pc:sldMk cId="1455993487" sldId="2147470451"/>
            <ac:spMk id="24" creationId="{F294F80E-A65A-4923-9407-C1295BF36048}"/>
          </ac:spMkLst>
        </pc:spChg>
        <pc:spChg chg="add mod ord">
          <ac:chgData name="Tejada, Carmen" userId="4e46fa0d-51a0-4b7a-a6a6-e5b06c9f6d76" providerId="ADAL" clId="{4D446C45-A82C-4034-8575-068DA9445DC7}" dt="2023-03-09T13:24:18.696" v="8970" actId="1076"/>
          <ac:spMkLst>
            <pc:docMk/>
            <pc:sldMk cId="1455993487" sldId="2147470451"/>
            <ac:spMk id="25" creationId="{D95D2506-CC70-46C1-8709-DD813B7D5918}"/>
          </ac:spMkLst>
        </pc:spChg>
        <pc:spChg chg="add mod ord">
          <ac:chgData name="Tejada, Carmen" userId="4e46fa0d-51a0-4b7a-a6a6-e5b06c9f6d76" providerId="ADAL" clId="{4D446C45-A82C-4034-8575-068DA9445DC7}" dt="2023-03-09T13:24:22.070" v="8971" actId="1076"/>
          <ac:spMkLst>
            <pc:docMk/>
            <pc:sldMk cId="1455993487" sldId="2147470451"/>
            <ac:spMk id="26" creationId="{AAD22B99-9782-4212-B498-5CC1C110AF0D}"/>
          </ac:spMkLst>
        </pc:spChg>
        <pc:spChg chg="add mod ord">
          <ac:chgData name="Tejada, Carmen" userId="4e46fa0d-51a0-4b7a-a6a6-e5b06c9f6d76" providerId="ADAL" clId="{4D446C45-A82C-4034-8575-068DA9445DC7}" dt="2023-03-01T20:07:07.535" v="8750" actId="1035"/>
          <ac:spMkLst>
            <pc:docMk/>
            <pc:sldMk cId="1455993487" sldId="2147470451"/>
            <ac:spMk id="28" creationId="{E158F284-9893-4EFE-81A3-995F8B6E6EC9}"/>
          </ac:spMkLst>
        </pc:spChg>
        <pc:spChg chg="add mod ord">
          <ac:chgData name="Tejada, Carmen" userId="4e46fa0d-51a0-4b7a-a6a6-e5b06c9f6d76" providerId="ADAL" clId="{4D446C45-A82C-4034-8575-068DA9445DC7}" dt="2023-03-01T18:20:06.941" v="5806" actId="14100"/>
          <ac:spMkLst>
            <pc:docMk/>
            <pc:sldMk cId="1455993487" sldId="2147470451"/>
            <ac:spMk id="29" creationId="{D05419C3-87B8-4A52-8153-15FC724FD3C0}"/>
          </ac:spMkLst>
        </pc:spChg>
        <pc:spChg chg="add mod">
          <ac:chgData name="Tejada, Carmen" userId="4e46fa0d-51a0-4b7a-a6a6-e5b06c9f6d76" providerId="ADAL" clId="{4D446C45-A82C-4034-8575-068DA9445DC7}" dt="2023-03-01T18:21:59.635" v="5946" actId="1076"/>
          <ac:spMkLst>
            <pc:docMk/>
            <pc:sldMk cId="1455993487" sldId="2147470451"/>
            <ac:spMk id="30" creationId="{FCC3FAC7-7BBE-407F-B742-C54408844395}"/>
          </ac:spMkLst>
        </pc:spChg>
        <pc:spChg chg="add mod">
          <ac:chgData name="Tejada, Carmen" userId="4e46fa0d-51a0-4b7a-a6a6-e5b06c9f6d76" providerId="ADAL" clId="{4D446C45-A82C-4034-8575-068DA9445DC7}" dt="2023-03-01T20:06:56.550" v="8746" actId="1076"/>
          <ac:spMkLst>
            <pc:docMk/>
            <pc:sldMk cId="1455993487" sldId="2147470451"/>
            <ac:spMk id="31" creationId="{2C9EB31E-35C4-4D8D-9B8E-984889E44741}"/>
          </ac:spMkLst>
        </pc:spChg>
        <pc:spChg chg="mod ord">
          <ac:chgData name="Tejada, Carmen" userId="4e46fa0d-51a0-4b7a-a6a6-e5b06c9f6d76" providerId="ADAL" clId="{4D446C45-A82C-4034-8575-068DA9445DC7}" dt="2023-03-01T18:16:05.518" v="5629" actId="1076"/>
          <ac:spMkLst>
            <pc:docMk/>
            <pc:sldMk cId="1455993487" sldId="2147470451"/>
            <ac:spMk id="32" creationId="{EF78D163-6CA7-4ADC-8B10-B938808C3400}"/>
          </ac:spMkLst>
        </pc:spChg>
        <pc:spChg chg="mod ord">
          <ac:chgData name="Tejada, Carmen" userId="4e46fa0d-51a0-4b7a-a6a6-e5b06c9f6d76" providerId="ADAL" clId="{4D446C45-A82C-4034-8575-068DA9445DC7}" dt="2023-03-01T18:16:05.518" v="5629" actId="1076"/>
          <ac:spMkLst>
            <pc:docMk/>
            <pc:sldMk cId="1455993487" sldId="2147470451"/>
            <ac:spMk id="33" creationId="{B10E444A-7666-46EE-96C8-30A5536ED59F}"/>
          </ac:spMkLst>
        </pc:spChg>
        <pc:spChg chg="mod ord">
          <ac:chgData name="Tejada, Carmen" userId="4e46fa0d-51a0-4b7a-a6a6-e5b06c9f6d76" providerId="ADAL" clId="{4D446C45-A82C-4034-8575-068DA9445DC7}" dt="2023-03-01T18:16:05.518" v="5629" actId="1076"/>
          <ac:spMkLst>
            <pc:docMk/>
            <pc:sldMk cId="1455993487" sldId="2147470451"/>
            <ac:spMk id="34" creationId="{46A31E6A-82B0-46D0-9577-D247CDF17FE2}"/>
          </ac:spMkLst>
        </pc:spChg>
        <pc:spChg chg="mod ord">
          <ac:chgData name="Tejada, Carmen" userId="4e46fa0d-51a0-4b7a-a6a6-e5b06c9f6d76" providerId="ADAL" clId="{4D446C45-A82C-4034-8575-068DA9445DC7}" dt="2023-03-01T18:16:05.518" v="5629" actId="1076"/>
          <ac:spMkLst>
            <pc:docMk/>
            <pc:sldMk cId="1455993487" sldId="2147470451"/>
            <ac:spMk id="35" creationId="{FAF6E94B-8433-4622-9B70-0E8C000D944F}"/>
          </ac:spMkLst>
        </pc:spChg>
        <pc:spChg chg="mod ord">
          <ac:chgData name="Tejada, Carmen" userId="4e46fa0d-51a0-4b7a-a6a6-e5b06c9f6d76" providerId="ADAL" clId="{4D446C45-A82C-4034-8575-068DA9445DC7}" dt="2023-03-03T10:57:00.212" v="8879" actId="14100"/>
          <ac:spMkLst>
            <pc:docMk/>
            <pc:sldMk cId="1455993487" sldId="2147470451"/>
            <ac:spMk id="36" creationId="{5D9EE3D5-B1AC-4A0A-AB49-F97A977BE729}"/>
          </ac:spMkLst>
        </pc:spChg>
        <pc:spChg chg="mod ord">
          <ac:chgData name="Tejada, Carmen" userId="4e46fa0d-51a0-4b7a-a6a6-e5b06c9f6d76" providerId="ADAL" clId="{4D446C45-A82C-4034-8575-068DA9445DC7}" dt="2023-03-09T13:22:46.479" v="8963" actId="14100"/>
          <ac:spMkLst>
            <pc:docMk/>
            <pc:sldMk cId="1455993487" sldId="2147470451"/>
            <ac:spMk id="37" creationId="{D93E35CD-A858-47FE-8F47-59E6618503EA}"/>
          </ac:spMkLst>
        </pc:spChg>
        <pc:spChg chg="mod ord">
          <ac:chgData name="Tejada, Carmen" userId="4e46fa0d-51a0-4b7a-a6a6-e5b06c9f6d76" providerId="ADAL" clId="{4D446C45-A82C-4034-8575-068DA9445DC7}" dt="2023-03-01T18:16:05.518" v="5629" actId="1076"/>
          <ac:spMkLst>
            <pc:docMk/>
            <pc:sldMk cId="1455993487" sldId="2147470451"/>
            <ac:spMk id="38" creationId="{E302B25F-3423-424B-A7B1-E103136F4D52}"/>
          </ac:spMkLst>
        </pc:spChg>
        <pc:spChg chg="mod ord">
          <ac:chgData name="Tejada, Carmen" userId="4e46fa0d-51a0-4b7a-a6a6-e5b06c9f6d76" providerId="ADAL" clId="{4D446C45-A82C-4034-8575-068DA9445DC7}" dt="2023-03-09T13:22:06.733" v="8961" actId="14100"/>
          <ac:spMkLst>
            <pc:docMk/>
            <pc:sldMk cId="1455993487" sldId="2147470451"/>
            <ac:spMk id="39" creationId="{55208242-108F-4B95-B57F-26B9DC6585EA}"/>
          </ac:spMkLst>
        </pc:spChg>
        <pc:spChg chg="add mod">
          <ac:chgData name="Tejada, Carmen" userId="4e46fa0d-51a0-4b7a-a6a6-e5b06c9f6d76" providerId="ADAL" clId="{4D446C45-A82C-4034-8575-068DA9445DC7}" dt="2023-03-01T18:22:44.620" v="5982" actId="552"/>
          <ac:spMkLst>
            <pc:docMk/>
            <pc:sldMk cId="1455993487" sldId="2147470451"/>
            <ac:spMk id="40" creationId="{13ED546F-D74D-4107-9FEA-7381438B7CDA}"/>
          </ac:spMkLst>
        </pc:spChg>
        <pc:spChg chg="mod ord">
          <ac:chgData name="Tejada, Carmen" userId="4e46fa0d-51a0-4b7a-a6a6-e5b06c9f6d76" providerId="ADAL" clId="{4D446C45-A82C-4034-8575-068DA9445DC7}" dt="2023-03-01T18:16:05.518" v="5629" actId="1076"/>
          <ac:spMkLst>
            <pc:docMk/>
            <pc:sldMk cId="1455993487" sldId="2147470451"/>
            <ac:spMk id="41" creationId="{18C15FAC-2428-41B8-B858-9A256B462FD0}"/>
          </ac:spMkLst>
        </pc:spChg>
        <pc:spChg chg="mod ord">
          <ac:chgData name="Tejada, Carmen" userId="4e46fa0d-51a0-4b7a-a6a6-e5b06c9f6d76" providerId="ADAL" clId="{4D446C45-A82C-4034-8575-068DA9445DC7}" dt="2023-03-09T13:23:07.324" v="8966" actId="14100"/>
          <ac:spMkLst>
            <pc:docMk/>
            <pc:sldMk cId="1455993487" sldId="2147470451"/>
            <ac:spMk id="42" creationId="{E89AAEDE-36B6-4F02-9CF5-80798BCE53D6}"/>
          </ac:spMkLst>
        </pc:spChg>
        <pc:spChg chg="mod ord">
          <ac:chgData name="Tejada, Carmen" userId="4e46fa0d-51a0-4b7a-a6a6-e5b06c9f6d76" providerId="ADAL" clId="{4D446C45-A82C-4034-8575-068DA9445DC7}" dt="2023-03-09T15:43:22.841" v="8974" actId="1035"/>
          <ac:spMkLst>
            <pc:docMk/>
            <pc:sldMk cId="1455993487" sldId="2147470451"/>
            <ac:spMk id="43" creationId="{DE9CA31B-A6F4-4B51-BF6A-5D5FA316E2E3}"/>
          </ac:spMkLst>
        </pc:spChg>
        <pc:spChg chg="mod ord">
          <ac:chgData name="Tejada, Carmen" userId="4e46fa0d-51a0-4b7a-a6a6-e5b06c9f6d76" providerId="ADAL" clId="{4D446C45-A82C-4034-8575-068DA9445DC7}" dt="2023-03-01T18:16:05.518" v="5629" actId="1076"/>
          <ac:spMkLst>
            <pc:docMk/>
            <pc:sldMk cId="1455993487" sldId="2147470451"/>
            <ac:spMk id="44" creationId="{80590E6C-E729-4300-8B0D-650BCB7DF040}"/>
          </ac:spMkLst>
        </pc:spChg>
        <pc:spChg chg="mod ord">
          <ac:chgData name="Tejada, Carmen" userId="4e46fa0d-51a0-4b7a-a6a6-e5b06c9f6d76" providerId="ADAL" clId="{4D446C45-A82C-4034-8575-068DA9445DC7}" dt="2023-03-03T12:03:24.997" v="8880" actId="1076"/>
          <ac:spMkLst>
            <pc:docMk/>
            <pc:sldMk cId="1455993487" sldId="2147470451"/>
            <ac:spMk id="45" creationId="{A97CB7C8-00A1-448B-AF5B-17EF539D286B}"/>
          </ac:spMkLst>
        </pc:spChg>
        <pc:spChg chg="mod ord">
          <ac:chgData name="Tejada, Carmen" userId="4e46fa0d-51a0-4b7a-a6a6-e5b06c9f6d76" providerId="ADAL" clId="{4D446C45-A82C-4034-8575-068DA9445DC7}" dt="2023-03-01T18:16:05.518" v="5629" actId="1076"/>
          <ac:spMkLst>
            <pc:docMk/>
            <pc:sldMk cId="1455993487" sldId="2147470451"/>
            <ac:spMk id="46" creationId="{484632B5-76B0-4AF7-88AB-0087921D729A}"/>
          </ac:spMkLst>
        </pc:spChg>
        <pc:spChg chg="mod ord">
          <ac:chgData name="Tejada, Carmen" userId="4e46fa0d-51a0-4b7a-a6a6-e5b06c9f6d76" providerId="ADAL" clId="{4D446C45-A82C-4034-8575-068DA9445DC7}" dt="2023-03-09T15:42:58.518" v="8972" actId="1076"/>
          <ac:spMkLst>
            <pc:docMk/>
            <pc:sldMk cId="1455993487" sldId="2147470451"/>
            <ac:spMk id="47" creationId="{4B16AA22-FD06-4434-ACEC-1BA3D9F01608}"/>
          </ac:spMkLst>
        </pc:spChg>
        <pc:spChg chg="mod ord">
          <ac:chgData name="Tejada, Carmen" userId="4e46fa0d-51a0-4b7a-a6a6-e5b06c9f6d76" providerId="ADAL" clId="{4D446C45-A82C-4034-8575-068DA9445DC7}" dt="2023-03-01T09:50:06.405" v="5211"/>
          <ac:spMkLst>
            <pc:docMk/>
            <pc:sldMk cId="1455993487" sldId="2147470451"/>
            <ac:spMk id="48" creationId="{B5FFDF95-2C7B-4542-AAB1-6F5BB2746D4C}"/>
          </ac:spMkLst>
        </pc:spChg>
        <pc:spChg chg="mod ord">
          <ac:chgData name="Tejada, Carmen" userId="4e46fa0d-51a0-4b7a-a6a6-e5b06c9f6d76" providerId="ADAL" clId="{4D446C45-A82C-4034-8575-068DA9445DC7}" dt="2023-03-01T09:50:06.407" v="5213"/>
          <ac:spMkLst>
            <pc:docMk/>
            <pc:sldMk cId="1455993487" sldId="2147470451"/>
            <ac:spMk id="49" creationId="{6683A1E4-6C6A-47D0-BD53-9B71498AC35E}"/>
          </ac:spMkLst>
        </pc:spChg>
        <pc:spChg chg="add mod">
          <ac:chgData name="Tejada, Carmen" userId="4e46fa0d-51a0-4b7a-a6a6-e5b06c9f6d76" providerId="ADAL" clId="{4D446C45-A82C-4034-8575-068DA9445DC7}" dt="2023-03-01T20:06:59.817" v="8747" actId="1076"/>
          <ac:spMkLst>
            <pc:docMk/>
            <pc:sldMk cId="1455993487" sldId="2147470451"/>
            <ac:spMk id="50" creationId="{A6DBB49B-359F-4600-AF98-EC0DF5946563}"/>
          </ac:spMkLst>
        </pc:spChg>
        <pc:spChg chg="add mod">
          <ac:chgData name="Tejada, Carmen" userId="4e46fa0d-51a0-4b7a-a6a6-e5b06c9f6d76" providerId="ADAL" clId="{4D446C45-A82C-4034-8575-068DA9445DC7}" dt="2023-03-01T20:07:02.909" v="8748" actId="1076"/>
          <ac:spMkLst>
            <pc:docMk/>
            <pc:sldMk cId="1455993487" sldId="2147470451"/>
            <ac:spMk id="51" creationId="{05C19863-64B2-4711-B5B0-6B2E9BD5A4C4}"/>
          </ac:spMkLst>
        </pc:spChg>
        <pc:grpChg chg="mod">
          <ac:chgData name="Tejada, Carmen" userId="4e46fa0d-51a0-4b7a-a6a6-e5b06c9f6d76" providerId="ADAL" clId="{4D446C45-A82C-4034-8575-068DA9445DC7}" dt="2023-02-28T19:31:02.974" v="2351"/>
          <ac:grpSpMkLst>
            <pc:docMk/>
            <pc:sldMk cId="1455993487" sldId="2147470451"/>
            <ac:grpSpMk id="1" creationId="{00000000-0000-0000-0000-000000000000}"/>
          </ac:grpSpMkLst>
        </pc:grpChg>
        <pc:graphicFrameChg chg="mod ord modGraphic">
          <ac:chgData name="Tejada, Carmen" userId="4e46fa0d-51a0-4b7a-a6a6-e5b06c9f6d76" providerId="ADAL" clId="{4D446C45-A82C-4034-8575-068DA9445DC7}" dt="2023-03-01T18:19:51.627" v="5805"/>
          <ac:graphicFrameMkLst>
            <pc:docMk/>
            <pc:sldMk cId="1455993487" sldId="2147470451"/>
            <ac:graphicFrameMk id="3" creationId="{F0B6E1CA-76C3-4233-9E8C-DD224B557537}"/>
          </ac:graphicFrameMkLst>
        </pc:graphicFrameChg>
        <pc:graphicFrameChg chg="mod">
          <ac:chgData name="Tejada, Carmen" userId="4e46fa0d-51a0-4b7a-a6a6-e5b06c9f6d76" providerId="ADAL" clId="{4D446C45-A82C-4034-8575-068DA9445DC7}" dt="2023-03-01T09:50:06.449" v="5238"/>
          <ac:graphicFrameMkLst>
            <pc:docMk/>
            <pc:sldMk cId="1455993487" sldId="2147470451"/>
            <ac:graphicFrameMk id="6" creationId="{45B249BA-954E-43DA-94E9-E6B2DCB3EB76}"/>
          </ac:graphicFrameMkLst>
        </pc:graphicFrameChg>
      </pc:sldChg>
      <pc:sldChg chg="add del">
        <pc:chgData name="Tejada, Carmen" userId="4e46fa0d-51a0-4b7a-a6a6-e5b06c9f6d76" providerId="ADAL" clId="{4D446C45-A82C-4034-8575-068DA9445DC7}" dt="2023-03-02T13:35:43.456" v="8812"/>
        <pc:sldMkLst>
          <pc:docMk/>
          <pc:sldMk cId="883554148" sldId="2147472321"/>
        </pc:sldMkLst>
      </pc:sldChg>
      <pc:sldChg chg="add del">
        <pc:chgData name="Tejada, Carmen" userId="4e46fa0d-51a0-4b7a-a6a6-e5b06c9f6d76" providerId="ADAL" clId="{4D446C45-A82C-4034-8575-068DA9445DC7}" dt="2023-03-02T13:35:43.456" v="8812"/>
        <pc:sldMkLst>
          <pc:docMk/>
          <pc:sldMk cId="1225952097" sldId="2147472322"/>
        </pc:sldMkLst>
      </pc:sldChg>
      <pc:sldChg chg="add del">
        <pc:chgData name="Tejada, Carmen" userId="4e46fa0d-51a0-4b7a-a6a6-e5b06c9f6d76" providerId="ADAL" clId="{4D446C45-A82C-4034-8575-068DA9445DC7}" dt="2023-03-02T13:35:43.456" v="8812"/>
        <pc:sldMkLst>
          <pc:docMk/>
          <pc:sldMk cId="1874214798" sldId="2147472331"/>
        </pc:sldMkLst>
      </pc:sldChg>
      <pc:sldChg chg="add del">
        <pc:chgData name="Tejada, Carmen" userId="4e46fa0d-51a0-4b7a-a6a6-e5b06c9f6d76" providerId="ADAL" clId="{4D446C45-A82C-4034-8575-068DA9445DC7}" dt="2023-03-02T13:35:43.456" v="8812"/>
        <pc:sldMkLst>
          <pc:docMk/>
          <pc:sldMk cId="1870931502" sldId="2147472332"/>
        </pc:sldMkLst>
      </pc:sldChg>
      <pc:sldChg chg="modSp add mod">
        <pc:chgData name="Tejada, Carmen" userId="4e46fa0d-51a0-4b7a-a6a6-e5b06c9f6d76" providerId="ADAL" clId="{4D446C45-A82C-4034-8575-068DA9445DC7}" dt="2023-03-02T13:35:56.208" v="8829" actId="20577"/>
        <pc:sldMkLst>
          <pc:docMk/>
          <pc:sldMk cId="813818125" sldId="2147472333"/>
        </pc:sldMkLst>
        <pc:spChg chg="mod">
          <ac:chgData name="Tejada, Carmen" userId="4e46fa0d-51a0-4b7a-a6a6-e5b06c9f6d76" providerId="ADAL" clId="{4D446C45-A82C-4034-8575-068DA9445DC7}" dt="2023-03-02T13:35:56.208" v="8829" actId="20577"/>
          <ac:spMkLst>
            <pc:docMk/>
            <pc:sldMk cId="813818125" sldId="2147472333"/>
            <ac:spMk id="4" creationId="{3CF8D506-B3D3-49B3-85B0-129BCC5133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94675" y="279823"/>
            <a:ext cx="4393055" cy="367959"/>
          </a:xfrm>
          <a:prstGeom prst="rect">
            <a:avLst/>
          </a:prstGeom>
        </p:spPr>
        <p:txBody>
          <a:bodyPr vert="horz" lIns="93324" tIns="46662" rIns="93324" bIns="46662" rtlCol="0"/>
          <a:lstStyle>
            <a:lvl1pPr algn="l">
              <a:defRPr sz="1200"/>
            </a:lvl1pPr>
          </a:lstStyle>
          <a:p>
            <a:endParaRPr lang="en-US" b="1" dirty="0"/>
          </a:p>
        </p:txBody>
      </p:sp>
      <p:sp>
        <p:nvSpPr>
          <p:cNvPr id="3" name="Date Placeholder 2"/>
          <p:cNvSpPr>
            <a:spLocks noGrp="1"/>
          </p:cNvSpPr>
          <p:nvPr>
            <p:ph type="dt" sz="quarter" idx="1"/>
          </p:nvPr>
        </p:nvSpPr>
        <p:spPr>
          <a:xfrm>
            <a:off x="494675" y="669161"/>
            <a:ext cx="4393055" cy="153245"/>
          </a:xfrm>
          <a:prstGeom prst="rect">
            <a:avLst/>
          </a:prstGeom>
        </p:spPr>
        <p:txBody>
          <a:bodyPr vert="horz" lIns="93324" tIns="0" rIns="93324" bIns="0" rtlCol="0">
            <a:noAutofit/>
          </a:bodyPr>
          <a:lstStyle>
            <a:lvl1pPr algn="r">
              <a:defRPr sz="1200"/>
            </a:lvl1pPr>
          </a:lstStyle>
          <a:p>
            <a:pPr algn="l"/>
            <a:fld id="{E7A8D578-5E90-413C-9512-130603CF2639}" type="datetimeFigureOut">
              <a:rPr lang="en-US" sz="1000" i="1"/>
              <a:pPr algn="l"/>
              <a:t>5/5/2023</a:t>
            </a:fld>
            <a:endParaRPr lang="en-US" sz="1000" i="1" dirty="0"/>
          </a:p>
        </p:txBody>
      </p:sp>
      <p:sp>
        <p:nvSpPr>
          <p:cNvPr id="4" name="Footer Placeholder 3"/>
          <p:cNvSpPr>
            <a:spLocks noGrp="1"/>
          </p:cNvSpPr>
          <p:nvPr>
            <p:ph type="ftr" sz="quarter" idx="2"/>
          </p:nvPr>
        </p:nvSpPr>
        <p:spPr>
          <a:xfrm>
            <a:off x="494691" y="8780243"/>
            <a:ext cx="2893517" cy="251346"/>
          </a:xfrm>
          <a:prstGeom prst="rect">
            <a:avLst/>
          </a:prstGeom>
        </p:spPr>
        <p:txBody>
          <a:bodyPr vert="horz" lIns="93324" tIns="46662" rIns="93324" bIns="46662" rtlCol="0" anchor="b"/>
          <a:lstStyle>
            <a:lvl1pPr algn="l">
              <a:defRPr sz="1200"/>
            </a:lvl1pPr>
          </a:lstStyle>
          <a:p>
            <a:endParaRPr lang="en-US" sz="1000" dirty="0"/>
          </a:p>
        </p:txBody>
      </p:sp>
      <p:sp>
        <p:nvSpPr>
          <p:cNvPr id="5" name="Slide Number Placeholder 4"/>
          <p:cNvSpPr>
            <a:spLocks noGrp="1"/>
          </p:cNvSpPr>
          <p:nvPr>
            <p:ph type="sldNum" sz="quarter" idx="3"/>
          </p:nvPr>
        </p:nvSpPr>
        <p:spPr>
          <a:xfrm>
            <a:off x="5306470" y="8780243"/>
            <a:ext cx="1221955" cy="251346"/>
          </a:xfrm>
          <a:prstGeom prst="rect">
            <a:avLst/>
          </a:prstGeom>
        </p:spPr>
        <p:txBody>
          <a:bodyPr vert="horz" lIns="93324" tIns="46662" rIns="93324" bIns="46662" rtlCol="0" anchor="b"/>
          <a:lstStyle>
            <a:lvl1pPr algn="r">
              <a:defRPr sz="1200"/>
            </a:lvl1pPr>
          </a:lstStyle>
          <a:p>
            <a:fld id="{6D32B792-199B-4EBF-B605-6F6C876EB442}" type="slidenum">
              <a:rPr lang="en-US" sz="1000"/>
              <a:t>‹#›</a:t>
            </a:fld>
            <a:endParaRPr lang="en-US" sz="1000" dirty="0"/>
          </a:p>
        </p:txBody>
      </p:sp>
    </p:spTree>
    <p:extLst>
      <p:ext uri="{BB962C8B-B14F-4D97-AF65-F5344CB8AC3E}">
        <p14:creationId xmlns:p14="http://schemas.microsoft.com/office/powerpoint/2010/main" val="91150287"/>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04FCD28D-5205-B14D-9338-E5F52C4B3AFB}"/>
              </a:ext>
            </a:extLst>
          </p:cNvPr>
          <p:cNvPicPr preferRelativeResize="0">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13460" y="671457"/>
            <a:ext cx="1555593" cy="281237"/>
          </a:xfrm>
          <a:prstGeom prst="rect">
            <a:avLst/>
          </a:prstGeom>
        </p:spPr>
      </p:pic>
      <p:sp>
        <p:nvSpPr>
          <p:cNvPr id="20" name="Header Placeholder 19">
            <a:extLst>
              <a:ext uri="{FF2B5EF4-FFF2-40B4-BE49-F238E27FC236}">
                <a16:creationId xmlns:a16="http://schemas.microsoft.com/office/drawing/2014/main" id="{44B54E68-49B3-EB4F-9F06-63EBE21271F2}"/>
              </a:ext>
            </a:extLst>
          </p:cNvPr>
          <p:cNvSpPr>
            <a:spLocks noGrp="1"/>
          </p:cNvSpPr>
          <p:nvPr>
            <p:ph type="hdr" sz="quarter"/>
          </p:nvPr>
        </p:nvSpPr>
        <p:spPr>
          <a:xfrm>
            <a:off x="0" y="1"/>
            <a:ext cx="3043238" cy="466725"/>
          </a:xfrm>
          <a:prstGeom prst="rect">
            <a:avLst/>
          </a:prstGeom>
        </p:spPr>
        <p:txBody>
          <a:bodyPr vert="horz" lIns="91440" tIns="45720" rIns="91440" bIns="45720" rtlCol="0"/>
          <a:lstStyle>
            <a:lvl1pPr algn="l">
              <a:defRPr sz="1200"/>
            </a:lvl1pPr>
          </a:lstStyle>
          <a:p>
            <a:endParaRPr lang="en-US"/>
          </a:p>
        </p:txBody>
      </p:sp>
      <p:sp>
        <p:nvSpPr>
          <p:cNvPr id="21" name="Slide Image Placeholder 20">
            <a:extLst>
              <a:ext uri="{FF2B5EF4-FFF2-40B4-BE49-F238E27FC236}">
                <a16:creationId xmlns:a16="http://schemas.microsoft.com/office/drawing/2014/main" id="{9F80914E-3226-3544-8067-D77A7810E7E0}"/>
              </a:ext>
            </a:extLst>
          </p:cNvPr>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1440" tIns="45720" rIns="91440" bIns="45720" rtlCol="0" anchor="ctr"/>
          <a:lstStyle/>
          <a:p>
            <a:endParaRPr lang="en-US"/>
          </a:p>
        </p:txBody>
      </p:sp>
      <p:sp>
        <p:nvSpPr>
          <p:cNvPr id="22" name="Footer Placeholder 21">
            <a:extLst>
              <a:ext uri="{FF2B5EF4-FFF2-40B4-BE49-F238E27FC236}">
                <a16:creationId xmlns:a16="http://schemas.microsoft.com/office/drawing/2014/main" id="{73A95A9D-2083-FD47-8FCC-26405789E46C}"/>
              </a:ext>
            </a:extLst>
          </p:cNvPr>
          <p:cNvSpPr>
            <a:spLocks noGrp="1"/>
          </p:cNvSpPr>
          <p:nvPr>
            <p:ph type="ftr" sz="quarter" idx="4"/>
          </p:nvPr>
        </p:nvSpPr>
        <p:spPr>
          <a:xfrm>
            <a:off x="0" y="8842376"/>
            <a:ext cx="3043238" cy="466725"/>
          </a:xfrm>
          <a:prstGeom prst="rect">
            <a:avLst/>
          </a:prstGeom>
        </p:spPr>
        <p:txBody>
          <a:bodyPr vert="horz" lIns="91440" tIns="45720" rIns="91440" bIns="45720" rtlCol="0" anchor="b"/>
          <a:lstStyle>
            <a:lvl1pPr algn="l">
              <a:defRPr sz="1200"/>
            </a:lvl1pPr>
          </a:lstStyle>
          <a:p>
            <a:endParaRPr lang="en-US"/>
          </a:p>
        </p:txBody>
      </p:sp>
      <p:sp>
        <p:nvSpPr>
          <p:cNvPr id="23" name="Slide Number Placeholder 22">
            <a:extLst>
              <a:ext uri="{FF2B5EF4-FFF2-40B4-BE49-F238E27FC236}">
                <a16:creationId xmlns:a16="http://schemas.microsoft.com/office/drawing/2014/main" id="{C3E99797-5A44-E441-B5A2-75267FF5AEBD}"/>
              </a:ext>
            </a:extLst>
          </p:cNvPr>
          <p:cNvSpPr>
            <a:spLocks noGrp="1"/>
          </p:cNvSpPr>
          <p:nvPr>
            <p:ph type="sldNum" sz="quarter" idx="5"/>
          </p:nvPr>
        </p:nvSpPr>
        <p:spPr>
          <a:xfrm>
            <a:off x="3978275" y="8842376"/>
            <a:ext cx="3043238" cy="466725"/>
          </a:xfrm>
          <a:prstGeom prst="rect">
            <a:avLst/>
          </a:prstGeom>
        </p:spPr>
        <p:txBody>
          <a:bodyPr vert="horz" lIns="91440" tIns="45720" rIns="91440" bIns="45720" rtlCol="0" anchor="b"/>
          <a:lstStyle>
            <a:lvl1pPr algn="r">
              <a:defRPr sz="1200"/>
            </a:lvl1pPr>
          </a:lstStyle>
          <a:p>
            <a:fld id="{2757C527-D302-0D4C-8820-8247C93BFD8D}" type="slidenum">
              <a:rPr lang="en-US" smtClean="0"/>
              <a:t>‹#›</a:t>
            </a:fld>
            <a:endParaRPr lang="en-US"/>
          </a:p>
        </p:txBody>
      </p:sp>
      <p:sp>
        <p:nvSpPr>
          <p:cNvPr id="24" name="Notes Placeholder 23">
            <a:extLst>
              <a:ext uri="{FF2B5EF4-FFF2-40B4-BE49-F238E27FC236}">
                <a16:creationId xmlns:a16="http://schemas.microsoft.com/office/drawing/2014/main" id="{0824245F-47FC-6845-9612-BB5942EF9984}"/>
              </a:ext>
            </a:extLst>
          </p:cNvPr>
          <p:cNvSpPr>
            <a:spLocks noGrp="1"/>
          </p:cNvSpPr>
          <p:nvPr>
            <p:ph type="body" sz="quarter" idx="3"/>
          </p:nvPr>
        </p:nvSpPr>
        <p:spPr>
          <a:xfrm>
            <a:off x="701676" y="4479925"/>
            <a:ext cx="5619750" cy="36655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Date Placeholder 24">
            <a:extLst>
              <a:ext uri="{FF2B5EF4-FFF2-40B4-BE49-F238E27FC236}">
                <a16:creationId xmlns:a16="http://schemas.microsoft.com/office/drawing/2014/main" id="{089E4AFB-44C9-3941-9EFD-0F8219FA48F5}"/>
              </a:ext>
            </a:extLst>
          </p:cNvPr>
          <p:cNvSpPr>
            <a:spLocks noGrp="1"/>
          </p:cNvSpPr>
          <p:nvPr>
            <p:ph type="dt" idx="1"/>
          </p:nvPr>
        </p:nvSpPr>
        <p:spPr>
          <a:xfrm>
            <a:off x="3978275" y="1"/>
            <a:ext cx="3043238" cy="466725"/>
          </a:xfrm>
          <a:prstGeom prst="rect">
            <a:avLst/>
          </a:prstGeom>
        </p:spPr>
        <p:txBody>
          <a:bodyPr vert="horz" lIns="91440" tIns="45720" rIns="91440" bIns="45720" rtlCol="0"/>
          <a:lstStyle>
            <a:lvl1pPr algn="r">
              <a:defRPr sz="1200"/>
            </a:lvl1pPr>
          </a:lstStyle>
          <a:p>
            <a:fld id="{76052FF9-2A45-F143-A9E3-2C98D6266DD3}" type="datetimeFigureOut">
              <a:rPr lang="en-US" smtClean="0"/>
              <a:t>5/4/2023</a:t>
            </a:fld>
            <a:endParaRPr lang="en-US"/>
          </a:p>
        </p:txBody>
      </p:sp>
    </p:spTree>
    <p:extLst>
      <p:ext uri="{BB962C8B-B14F-4D97-AF65-F5344CB8AC3E}">
        <p14:creationId xmlns:p14="http://schemas.microsoft.com/office/powerpoint/2010/main" val="3382299678"/>
      </p:ext>
    </p:extLst>
  </p:cSld>
  <p:clrMap bg1="lt1" tx1="dk1" bg2="lt2" tx2="dk2" accent1="accent1" accent2="accent2" accent3="accent3" accent4="accent4" accent5="accent5" accent6="accent6" hlink="hlink" folHlink="folHlink"/>
  <p:hf dt="0"/>
  <p:notesStyle>
    <a:lvl1pPr marL="1174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1pPr>
    <a:lvl2pPr marL="228600" indent="-11112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2pPr>
    <a:lvl3pPr marL="3460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3pPr>
    <a:lvl4pPr marL="512763" indent="-166688"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4pPr>
    <a:lvl5pPr marL="630238" indent="-117475" algn="l" defTabSz="914400" rtl="0" eaLnBrk="1" latinLnBrk="0" hangingPunct="1">
      <a:spcBef>
        <a:spcPts val="400"/>
      </a:spcBef>
      <a:buSzPct val="75000"/>
      <a:buFont typeface="Wingdings" panose="05000000000000000000" pitchFamily="2"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Slide Number Placeholder 4"/>
          <p:cNvSpPr>
            <a:spLocks noGrp="1"/>
          </p:cNvSpPr>
          <p:nvPr>
            <p:ph type="sldNum" sz="quarter" idx="5"/>
          </p:nvPr>
        </p:nvSpPr>
        <p:spPr/>
        <p:txBody>
          <a:bodyPr/>
          <a:lstStyle/>
          <a:p>
            <a:fld id="{CA61E296-9532-40C3-9174-581AD2B7748B}" type="slidenum">
              <a:rPr lang="en-US" smtClean="0"/>
              <a:pPr/>
              <a:t>1</a:t>
            </a:fld>
            <a:endParaRPr lang="en-US" dirty="0"/>
          </a:p>
        </p:txBody>
      </p:sp>
    </p:spTree>
    <p:extLst>
      <p:ext uri="{BB962C8B-B14F-4D97-AF65-F5344CB8AC3E}">
        <p14:creationId xmlns:p14="http://schemas.microsoft.com/office/powerpoint/2010/main" val="2091784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16438" y="6921500"/>
            <a:ext cx="2687637" cy="1512888"/>
          </a:xfrm>
          <a:prstGeom prst="rect">
            <a:avLst/>
          </a:prstGeom>
        </p:spPr>
      </p:sp>
      <p:sp>
        <p:nvSpPr>
          <p:cNvPr id="3" name="Notes Placeholder 2"/>
          <p:cNvSpPr>
            <a:spLocks noGrp="1"/>
          </p:cNvSpPr>
          <p:nvPr>
            <p:ph type="body" idx="1"/>
          </p:nvPr>
        </p:nvSpPr>
        <p:spPr>
          <a:xfrm>
            <a:off x="396415" y="1314911"/>
            <a:ext cx="6230270" cy="5259642"/>
          </a:xfrm>
          <a:prstGeom prst="rect">
            <a:avLst/>
          </a:prstGeom>
        </p:spPr>
        <p:txBody>
          <a:bodyPr/>
          <a:lstStyle/>
          <a:p>
            <a:endParaRPr lang="en-US"/>
          </a:p>
        </p:txBody>
      </p:sp>
      <p:sp>
        <p:nvSpPr>
          <p:cNvPr id="4" name="Header Placeholder 3"/>
          <p:cNvSpPr>
            <a:spLocks noGrp="1"/>
          </p:cNvSpPr>
          <p:nvPr>
            <p:ph type="hdr" sz="quarter"/>
          </p:nvPr>
        </p:nvSpPr>
        <p:spPr>
          <a:xfrm>
            <a:off x="399926" y="329698"/>
            <a:ext cx="4476874" cy="41891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B3A42"/>
              </a:solidFill>
              <a:effectLst/>
              <a:uLnTx/>
              <a:uFillTx/>
              <a:latin typeface="Arial" panose="020B0604020202020204"/>
              <a:ea typeface="+mn-ea"/>
              <a:cs typeface="+mn-cs"/>
            </a:endParaRPr>
          </a:p>
        </p:txBody>
      </p:sp>
      <p:sp>
        <p:nvSpPr>
          <p:cNvPr id="5" name="Slide Number Placeholder 4"/>
          <p:cNvSpPr>
            <a:spLocks noGrp="1"/>
          </p:cNvSpPr>
          <p:nvPr>
            <p:ph type="sldNum" sz="quarter" idx="5"/>
          </p:nvPr>
        </p:nvSpPr>
        <p:spPr>
          <a:xfrm>
            <a:off x="5699651" y="8780243"/>
            <a:ext cx="927049" cy="251346"/>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61E296-9532-40C3-9174-581AD2B7748B}" type="slidenum">
              <a:rPr kumimoji="0" lang="en-US" sz="1200" b="0" i="0" u="none" strike="noStrike" kern="1200" cap="none" spc="0" normalizeH="0" baseline="0" noProof="0" smtClean="0">
                <a:ln>
                  <a:noFill/>
                </a:ln>
                <a:solidFill>
                  <a:srgbClr val="2B3A42"/>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srgbClr val="2B3A42"/>
              </a:solidFill>
              <a:effectLst/>
              <a:uLnTx/>
              <a:uFillTx/>
              <a:latin typeface="Arial" panose="020B0604020202020204"/>
              <a:ea typeface="+mn-ea"/>
              <a:cs typeface="+mn-cs"/>
            </a:endParaRPr>
          </a:p>
        </p:txBody>
      </p:sp>
    </p:spTree>
    <p:extLst>
      <p:ext uri="{BB962C8B-B14F-4D97-AF65-F5344CB8AC3E}">
        <p14:creationId xmlns:p14="http://schemas.microsoft.com/office/powerpoint/2010/main" val="16801361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16438" y="6921500"/>
            <a:ext cx="2687637" cy="1512888"/>
          </a:xfrm>
          <a:prstGeom prst="rect">
            <a:avLst/>
          </a:prstGeom>
        </p:spPr>
      </p:sp>
      <p:sp>
        <p:nvSpPr>
          <p:cNvPr id="3" name="Notes Placeholder 2"/>
          <p:cNvSpPr>
            <a:spLocks noGrp="1"/>
          </p:cNvSpPr>
          <p:nvPr>
            <p:ph type="body" idx="1"/>
          </p:nvPr>
        </p:nvSpPr>
        <p:spPr>
          <a:xfrm>
            <a:off x="396415" y="1314911"/>
            <a:ext cx="6230270" cy="5259642"/>
          </a:xfrm>
          <a:prstGeom prst="rect">
            <a:avLst/>
          </a:prstGeom>
        </p:spPr>
        <p:txBody>
          <a:bodyPr/>
          <a:lstStyle/>
          <a:p>
            <a:endParaRPr lang="en-US"/>
          </a:p>
        </p:txBody>
      </p:sp>
      <p:sp>
        <p:nvSpPr>
          <p:cNvPr id="4" name="Header Placeholder 3"/>
          <p:cNvSpPr>
            <a:spLocks noGrp="1"/>
          </p:cNvSpPr>
          <p:nvPr>
            <p:ph type="hdr" sz="quarter"/>
          </p:nvPr>
        </p:nvSpPr>
        <p:spPr>
          <a:xfrm>
            <a:off x="399926" y="329698"/>
            <a:ext cx="4476874" cy="418910"/>
          </a:xfrm>
          <a:prstGeom prst="rect">
            <a:avLst/>
          </a:prstGeom>
        </p:spPr>
        <p:txBody>
          <a:bodyPr/>
          <a:lstStyle/>
          <a:p>
            <a:endParaRPr lang="en-US"/>
          </a:p>
        </p:txBody>
      </p:sp>
      <p:sp>
        <p:nvSpPr>
          <p:cNvPr id="5" name="Slide Number Placeholder 4"/>
          <p:cNvSpPr>
            <a:spLocks noGrp="1"/>
          </p:cNvSpPr>
          <p:nvPr>
            <p:ph type="sldNum" sz="quarter" idx="5"/>
          </p:nvPr>
        </p:nvSpPr>
        <p:spPr>
          <a:xfrm>
            <a:off x="5699651" y="8780243"/>
            <a:ext cx="927049" cy="251346"/>
          </a:xfrm>
          <a:prstGeom prst="rect">
            <a:avLst/>
          </a:prstGeom>
        </p:spPr>
        <p:txBody>
          <a:bodyPr/>
          <a:lstStyle/>
          <a:p>
            <a:fld id="{CA61E296-9532-40C3-9174-581AD2B7748B}" type="slidenum">
              <a:rPr lang="en-US" smtClean="0"/>
              <a:pPr/>
              <a:t>7</a:t>
            </a:fld>
            <a:endParaRPr lang="en-US"/>
          </a:p>
        </p:txBody>
      </p:sp>
    </p:spTree>
    <p:extLst>
      <p:ext uri="{BB962C8B-B14F-4D97-AF65-F5344CB8AC3E}">
        <p14:creationId xmlns:p14="http://schemas.microsoft.com/office/powerpoint/2010/main" val="10389273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757C527-D302-0D4C-8820-8247C93BFD8D}" type="slidenum">
              <a:rPr lang="en-US" smtClean="0"/>
              <a:t>8</a:t>
            </a:fld>
            <a:endParaRPr lang="en-US"/>
          </a:p>
        </p:txBody>
      </p:sp>
    </p:spTree>
    <p:extLst>
      <p:ext uri="{BB962C8B-B14F-4D97-AF65-F5344CB8AC3E}">
        <p14:creationId xmlns:p14="http://schemas.microsoft.com/office/powerpoint/2010/main" val="3057445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757C527-D302-0D4C-8820-8247C93BFD8D}" type="slidenum">
              <a:rPr lang="en-US" smtClean="0"/>
              <a:t>9</a:t>
            </a:fld>
            <a:endParaRPr lang="en-US"/>
          </a:p>
        </p:txBody>
      </p:sp>
    </p:spTree>
    <p:extLst>
      <p:ext uri="{BB962C8B-B14F-4D97-AF65-F5344CB8AC3E}">
        <p14:creationId xmlns:p14="http://schemas.microsoft.com/office/powerpoint/2010/main" val="38468089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757C527-D302-0D4C-8820-8247C93BFD8D}" type="slidenum">
              <a:rPr lang="en-US" smtClean="0"/>
              <a:t>10</a:t>
            </a:fld>
            <a:endParaRPr lang="en-US"/>
          </a:p>
        </p:txBody>
      </p:sp>
    </p:spTree>
    <p:extLst>
      <p:ext uri="{BB962C8B-B14F-4D97-AF65-F5344CB8AC3E}">
        <p14:creationId xmlns:p14="http://schemas.microsoft.com/office/powerpoint/2010/main" val="20409304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16438" y="6921500"/>
            <a:ext cx="2687637" cy="1512888"/>
          </a:xfrm>
          <a:prstGeom prst="rect">
            <a:avLst/>
          </a:prstGeom>
        </p:spPr>
      </p:sp>
      <p:sp>
        <p:nvSpPr>
          <p:cNvPr id="3" name="Notes Placeholder 2"/>
          <p:cNvSpPr>
            <a:spLocks noGrp="1"/>
          </p:cNvSpPr>
          <p:nvPr>
            <p:ph type="body" idx="1"/>
          </p:nvPr>
        </p:nvSpPr>
        <p:spPr>
          <a:xfrm>
            <a:off x="396415" y="1314911"/>
            <a:ext cx="6230270" cy="5259642"/>
          </a:xfrm>
          <a:prstGeom prst="rect">
            <a:avLst/>
          </a:prstGeom>
        </p:spPr>
        <p:txBody>
          <a:bodyPr/>
          <a:lstStyle/>
          <a:p>
            <a:endParaRPr lang="en-US"/>
          </a:p>
        </p:txBody>
      </p:sp>
      <p:sp>
        <p:nvSpPr>
          <p:cNvPr id="4" name="Header Placeholder 3"/>
          <p:cNvSpPr>
            <a:spLocks noGrp="1"/>
          </p:cNvSpPr>
          <p:nvPr>
            <p:ph type="hdr" sz="quarter"/>
          </p:nvPr>
        </p:nvSpPr>
        <p:spPr>
          <a:xfrm>
            <a:off x="399926" y="329698"/>
            <a:ext cx="4476874" cy="418910"/>
          </a:xfrm>
          <a:prstGeom prst="rect">
            <a:avLst/>
          </a:prstGeom>
        </p:spPr>
        <p:txBody>
          <a:bodyPr/>
          <a:lstStyle/>
          <a:p>
            <a:endParaRPr lang="en-US"/>
          </a:p>
        </p:txBody>
      </p:sp>
      <p:sp>
        <p:nvSpPr>
          <p:cNvPr id="5" name="Slide Number Placeholder 4"/>
          <p:cNvSpPr>
            <a:spLocks noGrp="1"/>
          </p:cNvSpPr>
          <p:nvPr>
            <p:ph type="sldNum" sz="quarter" idx="5"/>
          </p:nvPr>
        </p:nvSpPr>
        <p:spPr>
          <a:xfrm>
            <a:off x="5699651" y="8780243"/>
            <a:ext cx="927049" cy="251346"/>
          </a:xfrm>
          <a:prstGeom prst="rect">
            <a:avLst/>
          </a:prstGeom>
        </p:spPr>
        <p:txBody>
          <a:bodyPr/>
          <a:lstStyle/>
          <a:p>
            <a:fld id="{CA61E296-9532-40C3-9174-581AD2B7748B}" type="slidenum">
              <a:rPr lang="en-US" smtClean="0"/>
              <a:pPr/>
              <a:t>11</a:t>
            </a:fld>
            <a:endParaRPr lang="en-US"/>
          </a:p>
        </p:txBody>
      </p:sp>
    </p:spTree>
    <p:extLst>
      <p:ext uri="{BB962C8B-B14F-4D97-AF65-F5344CB8AC3E}">
        <p14:creationId xmlns:p14="http://schemas.microsoft.com/office/powerpoint/2010/main" val="6393555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jp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15.svg"/><Relationship Id="rId4"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jpg"/><Relationship Id="rId1" Type="http://schemas.openxmlformats.org/officeDocument/2006/relationships/slideMaster" Target="../slideMasters/slideMaster2.xml"/><Relationship Id="rId4" Type="http://schemas.openxmlformats.org/officeDocument/2006/relationships/image" Target="../media/image18.svg"/></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png"/><Relationship Id="rId1" Type="http://schemas.openxmlformats.org/officeDocument/2006/relationships/slideMaster" Target="../slideMasters/slideMaster3.xml"/><Relationship Id="rId5" Type="http://schemas.openxmlformats.org/officeDocument/2006/relationships/image" Target="../media/image15.svg"/><Relationship Id="rId4" Type="http://schemas.openxmlformats.org/officeDocument/2006/relationships/image" Target="../media/image4.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jpg"/><Relationship Id="rId1" Type="http://schemas.openxmlformats.org/officeDocument/2006/relationships/slideMaster" Target="../slideMasters/slideMaster3.xml"/><Relationship Id="rId4" Type="http://schemas.openxmlformats.org/officeDocument/2006/relationships/image" Target="../media/image22.svg"/></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Charcoal - IQVIA">
    <p:bg>
      <p:bgPr>
        <a:gradFill>
          <a:gsLst>
            <a:gs pos="20000">
              <a:schemeClr val="tx1"/>
            </a:gs>
            <a:gs pos="80000">
              <a:srgbClr val="606B71"/>
            </a:gs>
          </a:gsLst>
          <a:lin ang="2700000" scaled="1"/>
        </a:gradFill>
        <a:effectLst/>
      </p:bgPr>
    </p:bg>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70EE6CC4-BDAD-452E-AE32-77E9A1B11636}"/>
              </a:ext>
            </a:extLst>
          </p:cNvPr>
          <p:cNvSpPr txBox="1"/>
          <p:nvPr/>
        </p:nvSpPr>
        <p:spPr bwMode="black">
          <a:xfrm>
            <a:off x="730897"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959CA0"/>
                </a:solidFill>
                <a:ea typeface="Arial" charset="0"/>
                <a:cs typeface="Arial" charset="0"/>
              </a:rPr>
              <a:t>© 2021. All rights reserved. IQVIA</a:t>
            </a:r>
            <a:r>
              <a:rPr lang="en-US" sz="800" baseline="30000" dirty="0">
                <a:solidFill>
                  <a:srgbClr val="959CA0"/>
                </a:solidFill>
                <a:ea typeface="Arial" charset="0"/>
                <a:cs typeface="Arial" charset="0"/>
              </a:rPr>
              <a:t>®</a:t>
            </a:r>
            <a:r>
              <a:rPr lang="en-US" sz="800" dirty="0">
                <a:solidFill>
                  <a:srgbClr val="959CA0"/>
                </a:solidFill>
                <a:ea typeface="Arial" charset="0"/>
                <a:cs typeface="Arial" charset="0"/>
              </a:rPr>
              <a:t> is a registered trademark of IQVIA Inc. in the United States, the European Union, and various other countries. </a:t>
            </a:r>
            <a:endParaRPr lang="en-US" sz="800" kern="1200" dirty="0">
              <a:solidFill>
                <a:srgbClr val="959CA0"/>
              </a:solidFill>
              <a:latin typeface="+mn-lt"/>
              <a:ea typeface="Arial" charset="0"/>
              <a:cs typeface="Arial" charset="0"/>
            </a:endParaRPr>
          </a:p>
        </p:txBody>
      </p:sp>
      <p:sp>
        <p:nvSpPr>
          <p:cNvPr id="64" name="Text Placeholder 21">
            <a:extLst>
              <a:ext uri="{FF2B5EF4-FFF2-40B4-BE49-F238E27FC236}">
                <a16:creationId xmlns:a16="http://schemas.microsoft.com/office/drawing/2014/main" id="{21604DCE-2860-47E1-9A45-B850AE2D5253}"/>
              </a:ext>
            </a:extLst>
          </p:cNvPr>
          <p:cNvSpPr>
            <a:spLocks noGrp="1"/>
          </p:cNvSpPr>
          <p:nvPr>
            <p:ph type="body" sz="quarter" idx="10" hasCustomPrompt="1"/>
          </p:nvPr>
        </p:nvSpPr>
        <p:spPr>
          <a:xfrm>
            <a:off x="743329" y="3681765"/>
            <a:ext cx="6349838" cy="1195801"/>
          </a:xfrm>
          <a:prstGeom prst="rect">
            <a:avLst/>
          </a:prstGeom>
        </p:spPr>
        <p:txBody>
          <a:bodyPr>
            <a:noAutofit/>
          </a:bodyPr>
          <a:lstStyle>
            <a:lvl1pPr marL="0" indent="0" algn="l">
              <a:lnSpc>
                <a:spcPct val="100000"/>
              </a:lnSpc>
              <a:spcBef>
                <a:spcPts val="0"/>
              </a:spcBef>
              <a:buNone/>
              <a:defRPr sz="2400" b="0" i="1">
                <a:solidFill>
                  <a:schemeClr val="bg1">
                    <a:lumMod val="75000"/>
                  </a:schemeClr>
                </a:solidFill>
              </a:defRPr>
            </a:lvl1pPr>
          </a:lstStyle>
          <a:p>
            <a:pPr lvl="0"/>
            <a:r>
              <a:rPr lang="en-US" dirty="0"/>
              <a:t>Subheads are 24pt Arial Italic sentence case and can be 2 lines.</a:t>
            </a:r>
          </a:p>
        </p:txBody>
      </p:sp>
      <p:sp>
        <p:nvSpPr>
          <p:cNvPr id="71" name="Title 1">
            <a:extLst>
              <a:ext uri="{FF2B5EF4-FFF2-40B4-BE49-F238E27FC236}">
                <a16:creationId xmlns:a16="http://schemas.microsoft.com/office/drawing/2014/main" id="{4A4E4609-F19E-4DD3-A900-7CA905D6E6D5}"/>
              </a:ext>
            </a:extLst>
          </p:cNvPr>
          <p:cNvSpPr>
            <a:spLocks noGrp="1"/>
          </p:cNvSpPr>
          <p:nvPr>
            <p:ph type="ctrTitle" hasCustomPrompt="1"/>
          </p:nvPr>
        </p:nvSpPr>
        <p:spPr>
          <a:xfrm>
            <a:off x="743330" y="1271573"/>
            <a:ext cx="7921554" cy="2242315"/>
          </a:xfrm>
          <a:prstGeom prst="rect">
            <a:avLst/>
          </a:prstGeom>
        </p:spPr>
        <p:txBody>
          <a:bodyPr anchor="b" anchorCtr="0"/>
          <a:lstStyle>
            <a:lvl1pPr algn="l">
              <a:lnSpc>
                <a:spcPct val="100000"/>
              </a:lnSpc>
              <a:defRPr sz="3600" b="1" i="0" baseline="0">
                <a:solidFill>
                  <a:schemeClr val="bg1"/>
                </a:solidFill>
              </a:defRPr>
            </a:lvl1pPr>
          </a:lstStyle>
          <a:p>
            <a:r>
              <a:rPr lang="en-US" dirty="0"/>
              <a:t>Headline 36pt Arial Bold Title Case Should Be No More Than 2 Lines</a:t>
            </a:r>
          </a:p>
        </p:txBody>
      </p:sp>
      <p:sp>
        <p:nvSpPr>
          <p:cNvPr id="73" name="Subtitle 2">
            <a:extLst>
              <a:ext uri="{FF2B5EF4-FFF2-40B4-BE49-F238E27FC236}">
                <a16:creationId xmlns:a16="http://schemas.microsoft.com/office/drawing/2014/main" id="{BB2AC513-3F13-403A-8294-79335D9E7653}"/>
              </a:ext>
            </a:extLst>
          </p:cNvPr>
          <p:cNvSpPr>
            <a:spLocks noGrp="1"/>
          </p:cNvSpPr>
          <p:nvPr>
            <p:ph type="subTitle" idx="1" hasCustomPrompt="1"/>
          </p:nvPr>
        </p:nvSpPr>
        <p:spPr>
          <a:xfrm>
            <a:off x="743329" y="5518464"/>
            <a:ext cx="6349838" cy="669272"/>
          </a:xfrm>
          <a:prstGeom prst="rect">
            <a:avLst/>
          </a:prstGeom>
        </p:spPr>
        <p:txBody>
          <a:bodyPr>
            <a:noAutofit/>
          </a:bodyPr>
          <a:lstStyle>
            <a:lvl1pPr marL="0" indent="0" algn="l">
              <a:lnSpc>
                <a:spcPct val="100000"/>
              </a:lnSpc>
              <a:spcBef>
                <a:spcPts val="200"/>
              </a:spcBef>
              <a:buNone/>
              <a:defRPr sz="16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Author First Last Name, Title 16pt Arial</a:t>
            </a:r>
          </a:p>
        </p:txBody>
      </p:sp>
      <p:grpSp>
        <p:nvGrpSpPr>
          <p:cNvPr id="4" name="Group 3">
            <a:extLst>
              <a:ext uri="{FF2B5EF4-FFF2-40B4-BE49-F238E27FC236}">
                <a16:creationId xmlns:a16="http://schemas.microsoft.com/office/drawing/2014/main" id="{77F8B223-93F9-9E4B-8F7C-EC9FC4ACDAD5}"/>
              </a:ext>
            </a:extLst>
          </p:cNvPr>
          <p:cNvGrpSpPr/>
          <p:nvPr/>
        </p:nvGrpSpPr>
        <p:grpSpPr>
          <a:xfrm>
            <a:off x="7036244" y="2752016"/>
            <a:ext cx="5155756" cy="3703320"/>
            <a:chOff x="7036244" y="2752016"/>
            <a:chExt cx="5155756" cy="3703320"/>
          </a:xfrm>
          <a:solidFill>
            <a:schemeClr val="accent1"/>
          </a:solidFill>
        </p:grpSpPr>
        <p:sp>
          <p:nvSpPr>
            <p:cNvPr id="103" name="Freeform 102">
              <a:extLst>
                <a:ext uri="{FF2B5EF4-FFF2-40B4-BE49-F238E27FC236}">
                  <a16:creationId xmlns:a16="http://schemas.microsoft.com/office/drawing/2014/main" id="{676A8BEE-D814-7949-9114-89017682369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dirty="0"/>
            </a:p>
          </p:txBody>
        </p:sp>
        <p:sp>
          <p:nvSpPr>
            <p:cNvPr id="100" name="Freeform 99">
              <a:extLst>
                <a:ext uri="{FF2B5EF4-FFF2-40B4-BE49-F238E27FC236}">
                  <a16:creationId xmlns:a16="http://schemas.microsoft.com/office/drawing/2014/main" id="{796E5C83-B5E5-1D4C-84FB-62353DC44BD9}"/>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dirty="0"/>
            </a:p>
          </p:txBody>
        </p:sp>
        <p:sp>
          <p:nvSpPr>
            <p:cNvPr id="102" name="Freeform 101">
              <a:extLst>
                <a:ext uri="{FF2B5EF4-FFF2-40B4-BE49-F238E27FC236}">
                  <a16:creationId xmlns:a16="http://schemas.microsoft.com/office/drawing/2014/main" id="{F694892D-C7AC-A442-B8F6-4CDEB7DD8228}"/>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101" name="Freeform 100">
              <a:extLst>
                <a:ext uri="{FF2B5EF4-FFF2-40B4-BE49-F238E27FC236}">
                  <a16:creationId xmlns:a16="http://schemas.microsoft.com/office/drawing/2014/main" id="{6671C44A-5B20-DD46-8500-55C2BAA1DA5A}"/>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pic>
        <p:nvPicPr>
          <p:cNvPr id="12" name="Graphic 11">
            <a:extLst>
              <a:ext uri="{FF2B5EF4-FFF2-40B4-BE49-F238E27FC236}">
                <a16:creationId xmlns:a16="http://schemas.microsoft.com/office/drawing/2014/main" id="{8E3D6F47-43BF-4540-9690-AE662057D2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03678" y="443432"/>
            <a:ext cx="0" cy="0"/>
          </a:xfrm>
          <a:prstGeom prst="rect">
            <a:avLst/>
          </a:prstGeom>
        </p:spPr>
      </p:pic>
      <p:pic>
        <p:nvPicPr>
          <p:cNvPr id="6" name="Graphic 5">
            <a:extLst>
              <a:ext uri="{FF2B5EF4-FFF2-40B4-BE49-F238E27FC236}">
                <a16:creationId xmlns:a16="http://schemas.microsoft.com/office/drawing/2014/main" id="{E8E2C89B-7571-F544-938F-C9997978262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99917" y="735457"/>
            <a:ext cx="2247900" cy="406400"/>
          </a:xfrm>
          <a:prstGeom prst="rect">
            <a:avLst/>
          </a:prstGeom>
        </p:spPr>
      </p:pic>
      <p:pic>
        <p:nvPicPr>
          <p:cNvPr id="16" name="Graphic 15">
            <a:extLst>
              <a:ext uri="{FF2B5EF4-FFF2-40B4-BE49-F238E27FC236}">
                <a16:creationId xmlns:a16="http://schemas.microsoft.com/office/drawing/2014/main" id="{A849D536-F609-A744-B36A-8BFB5245F4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03678" y="443432"/>
            <a:ext cx="0" cy="0"/>
          </a:xfrm>
          <a:prstGeom prst="rect">
            <a:avLst/>
          </a:prstGeom>
        </p:spPr>
      </p:pic>
    </p:spTree>
    <p:extLst>
      <p:ext uri="{BB962C8B-B14F-4D97-AF65-F5344CB8AC3E}">
        <p14:creationId xmlns:p14="http://schemas.microsoft.com/office/powerpoint/2010/main" val="1801123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Blue - IQVIA">
    <p:bg>
      <p:bgPr>
        <a:gradFill>
          <a:gsLst>
            <a:gs pos="20000">
              <a:schemeClr val="accent2"/>
            </a:gs>
            <a:gs pos="80000">
              <a:schemeClr val="accent1"/>
            </a:gs>
          </a:gsLst>
          <a:lin ang="2700000" scaled="1"/>
        </a:gradFill>
        <a:effectLst/>
      </p:bgPr>
    </p:bg>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70EE6CC4-BDAD-452E-AE32-77E9A1B11636}"/>
              </a:ext>
            </a:extLst>
          </p:cNvPr>
          <p:cNvSpPr txBox="1"/>
          <p:nvPr/>
        </p:nvSpPr>
        <p:spPr bwMode="black">
          <a:xfrm>
            <a:off x="730897"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7FD1EF"/>
                </a:solidFill>
                <a:ea typeface="Arial" charset="0"/>
                <a:cs typeface="Arial" charset="0"/>
              </a:rPr>
              <a:t>© 2021. All rights reserved. IQVIA</a:t>
            </a:r>
            <a:r>
              <a:rPr lang="en-US" sz="800" baseline="30000" dirty="0">
                <a:solidFill>
                  <a:srgbClr val="7FD1EF"/>
                </a:solidFill>
                <a:ea typeface="Arial" charset="0"/>
                <a:cs typeface="Arial" charset="0"/>
              </a:rPr>
              <a:t>®</a:t>
            </a:r>
            <a:r>
              <a:rPr lang="en-US" sz="800" dirty="0">
                <a:solidFill>
                  <a:srgbClr val="7FD1EF"/>
                </a:solidFill>
                <a:ea typeface="Arial" charset="0"/>
                <a:cs typeface="Arial" charset="0"/>
              </a:rPr>
              <a:t> is a registered trademark of IQVIA Inc. in the United States, the European Union, and various other countries. </a:t>
            </a:r>
          </a:p>
        </p:txBody>
      </p:sp>
      <p:sp>
        <p:nvSpPr>
          <p:cNvPr id="64" name="Text Placeholder 21">
            <a:extLst>
              <a:ext uri="{FF2B5EF4-FFF2-40B4-BE49-F238E27FC236}">
                <a16:creationId xmlns:a16="http://schemas.microsoft.com/office/drawing/2014/main" id="{21604DCE-2860-47E1-9A45-B850AE2D5253}"/>
              </a:ext>
            </a:extLst>
          </p:cNvPr>
          <p:cNvSpPr>
            <a:spLocks noGrp="1"/>
          </p:cNvSpPr>
          <p:nvPr>
            <p:ph type="body" sz="quarter" idx="10" hasCustomPrompt="1"/>
          </p:nvPr>
        </p:nvSpPr>
        <p:spPr>
          <a:xfrm>
            <a:off x="743329" y="3681765"/>
            <a:ext cx="6349838" cy="1195801"/>
          </a:xfrm>
          <a:prstGeom prst="rect">
            <a:avLst/>
          </a:prstGeom>
        </p:spPr>
        <p:txBody>
          <a:bodyPr>
            <a:noAutofit/>
          </a:bodyPr>
          <a:lstStyle>
            <a:lvl1pPr marL="0" indent="0" algn="l">
              <a:lnSpc>
                <a:spcPct val="100000"/>
              </a:lnSpc>
              <a:spcBef>
                <a:spcPts val="0"/>
              </a:spcBef>
              <a:buNone/>
              <a:defRPr sz="2400" b="0" i="1">
                <a:solidFill>
                  <a:srgbClr val="BFE8F7"/>
                </a:solidFill>
              </a:defRPr>
            </a:lvl1pPr>
          </a:lstStyle>
          <a:p>
            <a:pPr lvl="0"/>
            <a:r>
              <a:rPr lang="en-US" dirty="0"/>
              <a:t>Subheads are 24pt Arial Italic sentence case and can be 2 lines.</a:t>
            </a:r>
          </a:p>
        </p:txBody>
      </p:sp>
      <p:sp>
        <p:nvSpPr>
          <p:cNvPr id="71" name="Title 1">
            <a:extLst>
              <a:ext uri="{FF2B5EF4-FFF2-40B4-BE49-F238E27FC236}">
                <a16:creationId xmlns:a16="http://schemas.microsoft.com/office/drawing/2014/main" id="{4A4E4609-F19E-4DD3-A900-7CA905D6E6D5}"/>
              </a:ext>
            </a:extLst>
          </p:cNvPr>
          <p:cNvSpPr>
            <a:spLocks noGrp="1"/>
          </p:cNvSpPr>
          <p:nvPr>
            <p:ph type="ctrTitle" hasCustomPrompt="1"/>
          </p:nvPr>
        </p:nvSpPr>
        <p:spPr>
          <a:xfrm>
            <a:off x="743330" y="1271573"/>
            <a:ext cx="7921554" cy="2242315"/>
          </a:xfrm>
          <a:prstGeom prst="rect">
            <a:avLst/>
          </a:prstGeom>
        </p:spPr>
        <p:txBody>
          <a:bodyPr anchor="b" anchorCtr="0"/>
          <a:lstStyle>
            <a:lvl1pPr algn="l">
              <a:lnSpc>
                <a:spcPct val="100000"/>
              </a:lnSpc>
              <a:defRPr sz="3600" b="1" i="0" baseline="0">
                <a:solidFill>
                  <a:schemeClr val="bg1"/>
                </a:solidFill>
              </a:defRPr>
            </a:lvl1pPr>
          </a:lstStyle>
          <a:p>
            <a:r>
              <a:rPr lang="en-US" dirty="0"/>
              <a:t>Headline 36pt Arial Bold Title Case Should Be No More Than 2 Lines</a:t>
            </a:r>
          </a:p>
        </p:txBody>
      </p:sp>
      <p:sp>
        <p:nvSpPr>
          <p:cNvPr id="73" name="Subtitle 2">
            <a:extLst>
              <a:ext uri="{FF2B5EF4-FFF2-40B4-BE49-F238E27FC236}">
                <a16:creationId xmlns:a16="http://schemas.microsoft.com/office/drawing/2014/main" id="{BB2AC513-3F13-403A-8294-79335D9E7653}"/>
              </a:ext>
            </a:extLst>
          </p:cNvPr>
          <p:cNvSpPr>
            <a:spLocks noGrp="1"/>
          </p:cNvSpPr>
          <p:nvPr>
            <p:ph type="subTitle" idx="1" hasCustomPrompt="1"/>
          </p:nvPr>
        </p:nvSpPr>
        <p:spPr>
          <a:xfrm>
            <a:off x="743329" y="5518464"/>
            <a:ext cx="6349838" cy="669272"/>
          </a:xfrm>
          <a:prstGeom prst="rect">
            <a:avLst/>
          </a:prstGeom>
        </p:spPr>
        <p:txBody>
          <a:bodyPr>
            <a:noAutofit/>
          </a:bodyPr>
          <a:lstStyle>
            <a:lvl1pPr marL="0" indent="0" algn="l">
              <a:lnSpc>
                <a:spcPct val="100000"/>
              </a:lnSpc>
              <a:spcBef>
                <a:spcPts val="200"/>
              </a:spcBef>
              <a:buNone/>
              <a:defRPr sz="16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Author First Last Name, Title 16pt Arial</a:t>
            </a:r>
          </a:p>
        </p:txBody>
      </p:sp>
      <p:grpSp>
        <p:nvGrpSpPr>
          <p:cNvPr id="4" name="Group 3">
            <a:extLst>
              <a:ext uri="{FF2B5EF4-FFF2-40B4-BE49-F238E27FC236}">
                <a16:creationId xmlns:a16="http://schemas.microsoft.com/office/drawing/2014/main" id="{77F8B223-93F9-9E4B-8F7C-EC9FC4ACDAD5}"/>
              </a:ext>
            </a:extLst>
          </p:cNvPr>
          <p:cNvGrpSpPr/>
          <p:nvPr/>
        </p:nvGrpSpPr>
        <p:grpSpPr>
          <a:xfrm>
            <a:off x="7036244" y="2752016"/>
            <a:ext cx="5155756" cy="3703320"/>
            <a:chOff x="7036244" y="2752016"/>
            <a:chExt cx="5155756" cy="3703320"/>
          </a:xfrm>
          <a:solidFill>
            <a:schemeClr val="accent2"/>
          </a:solidFill>
        </p:grpSpPr>
        <p:sp>
          <p:nvSpPr>
            <p:cNvPr id="103" name="Freeform 102">
              <a:extLst>
                <a:ext uri="{FF2B5EF4-FFF2-40B4-BE49-F238E27FC236}">
                  <a16:creationId xmlns:a16="http://schemas.microsoft.com/office/drawing/2014/main" id="{676A8BEE-D814-7949-9114-89017682369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dirty="0"/>
            </a:p>
          </p:txBody>
        </p:sp>
        <p:sp>
          <p:nvSpPr>
            <p:cNvPr id="100" name="Freeform 99">
              <a:extLst>
                <a:ext uri="{FF2B5EF4-FFF2-40B4-BE49-F238E27FC236}">
                  <a16:creationId xmlns:a16="http://schemas.microsoft.com/office/drawing/2014/main" id="{796E5C83-B5E5-1D4C-84FB-62353DC44BD9}"/>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dirty="0"/>
            </a:p>
          </p:txBody>
        </p:sp>
        <p:sp>
          <p:nvSpPr>
            <p:cNvPr id="102" name="Freeform 101">
              <a:extLst>
                <a:ext uri="{FF2B5EF4-FFF2-40B4-BE49-F238E27FC236}">
                  <a16:creationId xmlns:a16="http://schemas.microsoft.com/office/drawing/2014/main" id="{F694892D-C7AC-A442-B8F6-4CDEB7DD8228}"/>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101" name="Freeform 100">
              <a:extLst>
                <a:ext uri="{FF2B5EF4-FFF2-40B4-BE49-F238E27FC236}">
                  <a16:creationId xmlns:a16="http://schemas.microsoft.com/office/drawing/2014/main" id="{6671C44A-5B20-DD46-8500-55C2BAA1DA5A}"/>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pic>
        <p:nvPicPr>
          <p:cNvPr id="16" name="Graphic 15">
            <a:extLst>
              <a:ext uri="{FF2B5EF4-FFF2-40B4-BE49-F238E27FC236}">
                <a16:creationId xmlns:a16="http://schemas.microsoft.com/office/drawing/2014/main" id="{0A1AF0D6-51EF-1945-B4E8-68EF85E87D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Tree>
    <p:extLst>
      <p:ext uri="{BB962C8B-B14F-4D97-AF65-F5344CB8AC3E}">
        <p14:creationId xmlns:p14="http://schemas.microsoft.com/office/powerpoint/2010/main" val="1901371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Green - IQVIA">
    <p:bg>
      <p:bgPr>
        <a:gradFill>
          <a:gsLst>
            <a:gs pos="20000">
              <a:schemeClr val="accent4"/>
            </a:gs>
            <a:gs pos="80000">
              <a:schemeClr val="accent3"/>
            </a:gs>
          </a:gsLst>
          <a:lin ang="2700000" scaled="1"/>
        </a:gradFill>
        <a:effectLst/>
      </p:bgPr>
    </p:bg>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70EE6CC4-BDAD-452E-AE32-77E9A1B11636}"/>
              </a:ext>
            </a:extLst>
          </p:cNvPr>
          <p:cNvSpPr txBox="1"/>
          <p:nvPr/>
        </p:nvSpPr>
        <p:spPr bwMode="black">
          <a:xfrm>
            <a:off x="730897"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A1D794"/>
                </a:solidFill>
                <a:ea typeface="Arial" charset="0"/>
                <a:cs typeface="Arial" charset="0"/>
              </a:rPr>
              <a:t>© 2021. All rights reserved. IQVIA</a:t>
            </a:r>
            <a:r>
              <a:rPr lang="en-US" sz="800" baseline="30000" dirty="0">
                <a:solidFill>
                  <a:srgbClr val="A1D794"/>
                </a:solidFill>
                <a:ea typeface="Arial" charset="0"/>
                <a:cs typeface="Arial" charset="0"/>
              </a:rPr>
              <a:t>®</a:t>
            </a:r>
            <a:r>
              <a:rPr lang="en-US" sz="800" dirty="0">
                <a:solidFill>
                  <a:srgbClr val="A1D794"/>
                </a:solidFill>
                <a:ea typeface="Arial" charset="0"/>
                <a:cs typeface="Arial" charset="0"/>
              </a:rPr>
              <a:t> is a registered trademark of IQVIA Inc. in the United States, the European Union, and various other countries. </a:t>
            </a:r>
            <a:endParaRPr lang="en-US" sz="800" kern="1200" dirty="0">
              <a:solidFill>
                <a:srgbClr val="A1D794"/>
              </a:solidFill>
              <a:latin typeface="+mn-lt"/>
              <a:ea typeface="Arial" charset="0"/>
              <a:cs typeface="Arial" charset="0"/>
            </a:endParaRPr>
          </a:p>
        </p:txBody>
      </p:sp>
      <p:sp>
        <p:nvSpPr>
          <p:cNvPr id="64" name="Text Placeholder 21">
            <a:extLst>
              <a:ext uri="{FF2B5EF4-FFF2-40B4-BE49-F238E27FC236}">
                <a16:creationId xmlns:a16="http://schemas.microsoft.com/office/drawing/2014/main" id="{21604DCE-2860-47E1-9A45-B850AE2D5253}"/>
              </a:ext>
            </a:extLst>
          </p:cNvPr>
          <p:cNvSpPr>
            <a:spLocks noGrp="1"/>
          </p:cNvSpPr>
          <p:nvPr>
            <p:ph type="body" sz="quarter" idx="10" hasCustomPrompt="1"/>
          </p:nvPr>
        </p:nvSpPr>
        <p:spPr>
          <a:xfrm>
            <a:off x="743329" y="3681765"/>
            <a:ext cx="6349838" cy="1195801"/>
          </a:xfrm>
          <a:prstGeom prst="rect">
            <a:avLst/>
          </a:prstGeom>
        </p:spPr>
        <p:txBody>
          <a:bodyPr>
            <a:noAutofit/>
          </a:bodyPr>
          <a:lstStyle>
            <a:lvl1pPr marL="0" indent="0" algn="l">
              <a:lnSpc>
                <a:spcPct val="100000"/>
              </a:lnSpc>
              <a:spcBef>
                <a:spcPts val="0"/>
              </a:spcBef>
              <a:buNone/>
              <a:defRPr sz="2400" b="0" i="1">
                <a:solidFill>
                  <a:srgbClr val="D0EBCA"/>
                </a:solidFill>
              </a:defRPr>
            </a:lvl1pPr>
          </a:lstStyle>
          <a:p>
            <a:pPr lvl="0"/>
            <a:r>
              <a:rPr lang="en-US" dirty="0"/>
              <a:t>Subheads are 24pt Arial Italic sentence case and can be 2 lines.</a:t>
            </a:r>
          </a:p>
        </p:txBody>
      </p:sp>
      <p:sp>
        <p:nvSpPr>
          <p:cNvPr id="71" name="Title 1">
            <a:extLst>
              <a:ext uri="{FF2B5EF4-FFF2-40B4-BE49-F238E27FC236}">
                <a16:creationId xmlns:a16="http://schemas.microsoft.com/office/drawing/2014/main" id="{4A4E4609-F19E-4DD3-A900-7CA905D6E6D5}"/>
              </a:ext>
            </a:extLst>
          </p:cNvPr>
          <p:cNvSpPr>
            <a:spLocks noGrp="1"/>
          </p:cNvSpPr>
          <p:nvPr>
            <p:ph type="ctrTitle" hasCustomPrompt="1"/>
          </p:nvPr>
        </p:nvSpPr>
        <p:spPr>
          <a:xfrm>
            <a:off x="743330" y="1271573"/>
            <a:ext cx="7921554" cy="2242315"/>
          </a:xfrm>
          <a:prstGeom prst="rect">
            <a:avLst/>
          </a:prstGeom>
        </p:spPr>
        <p:txBody>
          <a:bodyPr anchor="b" anchorCtr="0"/>
          <a:lstStyle>
            <a:lvl1pPr algn="l">
              <a:lnSpc>
                <a:spcPct val="100000"/>
              </a:lnSpc>
              <a:defRPr sz="3600" b="1" i="0" baseline="0">
                <a:solidFill>
                  <a:schemeClr val="bg1"/>
                </a:solidFill>
              </a:defRPr>
            </a:lvl1pPr>
          </a:lstStyle>
          <a:p>
            <a:r>
              <a:rPr lang="en-US" dirty="0"/>
              <a:t>Headline 36pt Arial Bold Title Case Should Be No More Than 2 Lines</a:t>
            </a:r>
          </a:p>
        </p:txBody>
      </p:sp>
      <p:sp>
        <p:nvSpPr>
          <p:cNvPr id="73" name="Subtitle 2">
            <a:extLst>
              <a:ext uri="{FF2B5EF4-FFF2-40B4-BE49-F238E27FC236}">
                <a16:creationId xmlns:a16="http://schemas.microsoft.com/office/drawing/2014/main" id="{BB2AC513-3F13-403A-8294-79335D9E7653}"/>
              </a:ext>
            </a:extLst>
          </p:cNvPr>
          <p:cNvSpPr>
            <a:spLocks noGrp="1"/>
          </p:cNvSpPr>
          <p:nvPr>
            <p:ph type="subTitle" idx="1" hasCustomPrompt="1"/>
          </p:nvPr>
        </p:nvSpPr>
        <p:spPr>
          <a:xfrm>
            <a:off x="743329" y="5518464"/>
            <a:ext cx="6349838" cy="669272"/>
          </a:xfrm>
          <a:prstGeom prst="rect">
            <a:avLst/>
          </a:prstGeom>
        </p:spPr>
        <p:txBody>
          <a:bodyPr>
            <a:noAutofit/>
          </a:bodyPr>
          <a:lstStyle>
            <a:lvl1pPr marL="0" indent="0" algn="l">
              <a:lnSpc>
                <a:spcPct val="100000"/>
              </a:lnSpc>
              <a:spcBef>
                <a:spcPts val="200"/>
              </a:spcBef>
              <a:buNone/>
              <a:defRPr sz="16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Author First Last Name, Title 16pt Arial</a:t>
            </a:r>
          </a:p>
        </p:txBody>
      </p:sp>
      <p:grpSp>
        <p:nvGrpSpPr>
          <p:cNvPr id="4" name="Group 3">
            <a:extLst>
              <a:ext uri="{FF2B5EF4-FFF2-40B4-BE49-F238E27FC236}">
                <a16:creationId xmlns:a16="http://schemas.microsoft.com/office/drawing/2014/main" id="{77F8B223-93F9-9E4B-8F7C-EC9FC4ACDAD5}"/>
              </a:ext>
            </a:extLst>
          </p:cNvPr>
          <p:cNvGrpSpPr/>
          <p:nvPr/>
        </p:nvGrpSpPr>
        <p:grpSpPr>
          <a:xfrm>
            <a:off x="7036244" y="2752016"/>
            <a:ext cx="5155756" cy="3703320"/>
            <a:chOff x="7036244" y="2752016"/>
            <a:chExt cx="5155756" cy="3703320"/>
          </a:xfrm>
          <a:solidFill>
            <a:schemeClr val="accent4"/>
          </a:solidFill>
        </p:grpSpPr>
        <p:sp>
          <p:nvSpPr>
            <p:cNvPr id="103" name="Freeform 102">
              <a:extLst>
                <a:ext uri="{FF2B5EF4-FFF2-40B4-BE49-F238E27FC236}">
                  <a16:creationId xmlns:a16="http://schemas.microsoft.com/office/drawing/2014/main" id="{676A8BEE-D814-7949-9114-89017682369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dirty="0"/>
            </a:p>
          </p:txBody>
        </p:sp>
        <p:sp>
          <p:nvSpPr>
            <p:cNvPr id="100" name="Freeform 99">
              <a:extLst>
                <a:ext uri="{FF2B5EF4-FFF2-40B4-BE49-F238E27FC236}">
                  <a16:creationId xmlns:a16="http://schemas.microsoft.com/office/drawing/2014/main" id="{796E5C83-B5E5-1D4C-84FB-62353DC44BD9}"/>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dirty="0"/>
            </a:p>
          </p:txBody>
        </p:sp>
        <p:sp>
          <p:nvSpPr>
            <p:cNvPr id="102" name="Freeform 101">
              <a:extLst>
                <a:ext uri="{FF2B5EF4-FFF2-40B4-BE49-F238E27FC236}">
                  <a16:creationId xmlns:a16="http://schemas.microsoft.com/office/drawing/2014/main" id="{F694892D-C7AC-A442-B8F6-4CDEB7DD8228}"/>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101" name="Freeform 100">
              <a:extLst>
                <a:ext uri="{FF2B5EF4-FFF2-40B4-BE49-F238E27FC236}">
                  <a16:creationId xmlns:a16="http://schemas.microsoft.com/office/drawing/2014/main" id="{6671C44A-5B20-DD46-8500-55C2BAA1DA5A}"/>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pic>
        <p:nvPicPr>
          <p:cNvPr id="16" name="Graphic 15">
            <a:extLst>
              <a:ext uri="{FF2B5EF4-FFF2-40B4-BE49-F238E27FC236}">
                <a16:creationId xmlns:a16="http://schemas.microsoft.com/office/drawing/2014/main" id="{4D06917E-3E0E-6D47-9181-57DC0B9695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Tree>
    <p:extLst>
      <p:ext uri="{BB962C8B-B14F-4D97-AF65-F5344CB8AC3E}">
        <p14:creationId xmlns:p14="http://schemas.microsoft.com/office/powerpoint/2010/main" val="59733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White - IQVIA">
    <p:bg>
      <p:bgPr>
        <a:solidFill>
          <a:schemeClr val="bg1"/>
        </a:solidFill>
        <a:effectLst/>
      </p:bgPr>
    </p:bg>
    <p:spTree>
      <p:nvGrpSpPr>
        <p:cNvPr id="1" name=""/>
        <p:cNvGrpSpPr/>
        <p:nvPr/>
      </p:nvGrpSpPr>
      <p:grpSpPr>
        <a:xfrm>
          <a:off x="0" y="0"/>
          <a:ext cx="0" cy="0"/>
          <a:chOff x="0" y="0"/>
          <a:chExt cx="0" cy="0"/>
        </a:xfrm>
      </p:grpSpPr>
      <p:sp>
        <p:nvSpPr>
          <p:cNvPr id="62" name="TextBox 61">
            <a:extLst>
              <a:ext uri="{FF2B5EF4-FFF2-40B4-BE49-F238E27FC236}">
                <a16:creationId xmlns:a16="http://schemas.microsoft.com/office/drawing/2014/main" id="{7AB75BD1-2507-44E0-91E4-42F78B5D2D49}"/>
              </a:ext>
            </a:extLst>
          </p:cNvPr>
          <p:cNvSpPr txBox="1"/>
          <p:nvPr/>
        </p:nvSpPr>
        <p:spPr bwMode="black">
          <a:xfrm>
            <a:off x="730897"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bg1">
                    <a:lumMod val="50000"/>
                  </a:schemeClr>
                </a:solidFill>
                <a:ea typeface="Arial" charset="0"/>
                <a:cs typeface="Arial" charset="0"/>
              </a:rPr>
              <a:t>© 2021. All rights reserved. IQVIA</a:t>
            </a:r>
            <a:r>
              <a:rPr lang="en-US" sz="800" baseline="30000" dirty="0">
                <a:solidFill>
                  <a:schemeClr val="bg1">
                    <a:lumMod val="50000"/>
                  </a:schemeClr>
                </a:solidFill>
                <a:ea typeface="Arial" charset="0"/>
                <a:cs typeface="Arial" charset="0"/>
              </a:rPr>
              <a:t>®</a:t>
            </a:r>
            <a:r>
              <a:rPr lang="en-US" sz="800" dirty="0">
                <a:solidFill>
                  <a:schemeClr val="bg1">
                    <a:lumMod val="50000"/>
                  </a:schemeClr>
                </a:solidFill>
                <a:ea typeface="Arial" charset="0"/>
                <a:cs typeface="Arial" charset="0"/>
              </a:rPr>
              <a:t> is a registered trademark of IQVIA Inc. in the United States, the European Union, and various other countries. </a:t>
            </a:r>
            <a:endParaRPr lang="en-US" sz="800" kern="1200" dirty="0">
              <a:solidFill>
                <a:schemeClr val="bg1">
                  <a:lumMod val="50000"/>
                </a:schemeClr>
              </a:solidFill>
              <a:latin typeface="+mn-lt"/>
              <a:ea typeface="Arial" charset="0"/>
              <a:cs typeface="Arial" charset="0"/>
            </a:endParaRPr>
          </a:p>
        </p:txBody>
      </p:sp>
      <p:sp>
        <p:nvSpPr>
          <p:cNvPr id="64" name="Text Placeholder 21">
            <a:extLst>
              <a:ext uri="{FF2B5EF4-FFF2-40B4-BE49-F238E27FC236}">
                <a16:creationId xmlns:a16="http://schemas.microsoft.com/office/drawing/2014/main" id="{098CCE30-6B5A-4DFB-97B5-AF5CCDE0C848}"/>
              </a:ext>
            </a:extLst>
          </p:cNvPr>
          <p:cNvSpPr>
            <a:spLocks noGrp="1"/>
          </p:cNvSpPr>
          <p:nvPr>
            <p:ph type="body" sz="quarter" idx="10" hasCustomPrompt="1"/>
          </p:nvPr>
        </p:nvSpPr>
        <p:spPr>
          <a:xfrm>
            <a:off x="743329" y="3681765"/>
            <a:ext cx="6349838" cy="1195801"/>
          </a:xfrm>
          <a:prstGeom prst="rect">
            <a:avLst/>
          </a:prstGeom>
        </p:spPr>
        <p:txBody>
          <a:bodyPr>
            <a:noAutofit/>
          </a:bodyPr>
          <a:lstStyle>
            <a:lvl1pPr marL="0" indent="0" algn="l">
              <a:lnSpc>
                <a:spcPct val="100000"/>
              </a:lnSpc>
              <a:spcBef>
                <a:spcPts val="0"/>
              </a:spcBef>
              <a:buNone/>
              <a:defRPr sz="2400" b="0" i="1">
                <a:solidFill>
                  <a:schemeClr val="accent1"/>
                </a:solidFill>
              </a:defRPr>
            </a:lvl1pPr>
          </a:lstStyle>
          <a:p>
            <a:pPr lvl="0"/>
            <a:r>
              <a:rPr lang="en-US" dirty="0"/>
              <a:t>Subheads are 24pt Arial Italic sentence case and can be 2 lines.</a:t>
            </a:r>
          </a:p>
        </p:txBody>
      </p:sp>
      <p:sp>
        <p:nvSpPr>
          <p:cNvPr id="70" name="Title 1">
            <a:extLst>
              <a:ext uri="{FF2B5EF4-FFF2-40B4-BE49-F238E27FC236}">
                <a16:creationId xmlns:a16="http://schemas.microsoft.com/office/drawing/2014/main" id="{184C4A24-4E36-49F8-AE34-FEFD57A98171}"/>
              </a:ext>
            </a:extLst>
          </p:cNvPr>
          <p:cNvSpPr>
            <a:spLocks noGrp="1"/>
          </p:cNvSpPr>
          <p:nvPr>
            <p:ph type="ctrTitle" hasCustomPrompt="1"/>
          </p:nvPr>
        </p:nvSpPr>
        <p:spPr>
          <a:xfrm>
            <a:off x="743330" y="1271573"/>
            <a:ext cx="7921554" cy="2242315"/>
          </a:xfrm>
          <a:prstGeom prst="rect">
            <a:avLst/>
          </a:prstGeom>
        </p:spPr>
        <p:txBody>
          <a:bodyPr anchor="b" anchorCtr="0"/>
          <a:lstStyle>
            <a:lvl1pPr algn="l">
              <a:lnSpc>
                <a:spcPct val="100000"/>
              </a:lnSpc>
              <a:defRPr sz="3600" b="1" i="0" baseline="0">
                <a:solidFill>
                  <a:schemeClr val="accent2"/>
                </a:solidFill>
              </a:defRPr>
            </a:lvl1pPr>
          </a:lstStyle>
          <a:p>
            <a:r>
              <a:rPr lang="en-US" dirty="0"/>
              <a:t>Headline 36pt Arial Bold Title Case Should Be No More Than 2 Lines</a:t>
            </a:r>
          </a:p>
        </p:txBody>
      </p:sp>
      <p:sp>
        <p:nvSpPr>
          <p:cNvPr id="71" name="Subtitle 2">
            <a:extLst>
              <a:ext uri="{FF2B5EF4-FFF2-40B4-BE49-F238E27FC236}">
                <a16:creationId xmlns:a16="http://schemas.microsoft.com/office/drawing/2014/main" id="{0E82B801-11C9-4FD7-9D6A-B8DAA2120461}"/>
              </a:ext>
            </a:extLst>
          </p:cNvPr>
          <p:cNvSpPr>
            <a:spLocks noGrp="1"/>
          </p:cNvSpPr>
          <p:nvPr>
            <p:ph type="subTitle" idx="1" hasCustomPrompt="1"/>
          </p:nvPr>
        </p:nvSpPr>
        <p:spPr>
          <a:xfrm>
            <a:off x="743329" y="5518464"/>
            <a:ext cx="6349838" cy="669272"/>
          </a:xfrm>
          <a:prstGeom prst="rect">
            <a:avLst/>
          </a:prstGeom>
        </p:spPr>
        <p:txBody>
          <a:bodyPr>
            <a:noAutofit/>
          </a:bodyPr>
          <a:lstStyle>
            <a:lvl1pPr marL="0" indent="0" algn="l">
              <a:lnSpc>
                <a:spcPct val="100000"/>
              </a:lnSpc>
              <a:spcBef>
                <a:spcPts val="200"/>
              </a:spcBef>
              <a:buNone/>
              <a:defRPr sz="1600"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Author First Last Name, Title 16pt Arial</a:t>
            </a:r>
          </a:p>
        </p:txBody>
      </p:sp>
      <p:grpSp>
        <p:nvGrpSpPr>
          <p:cNvPr id="61" name="Group 60">
            <a:extLst>
              <a:ext uri="{FF2B5EF4-FFF2-40B4-BE49-F238E27FC236}">
                <a16:creationId xmlns:a16="http://schemas.microsoft.com/office/drawing/2014/main" id="{B29175BC-552B-D64A-8152-E96EE8CE39AF}"/>
              </a:ext>
            </a:extLst>
          </p:cNvPr>
          <p:cNvGrpSpPr/>
          <p:nvPr/>
        </p:nvGrpSpPr>
        <p:grpSpPr>
          <a:xfrm>
            <a:off x="7036244" y="2752016"/>
            <a:ext cx="5155756" cy="3703320"/>
            <a:chOff x="7036244" y="2752016"/>
            <a:chExt cx="5155756" cy="3703320"/>
          </a:xfrm>
          <a:solidFill>
            <a:schemeClr val="accent1"/>
          </a:solidFill>
        </p:grpSpPr>
        <p:sp>
          <p:nvSpPr>
            <p:cNvPr id="63" name="Freeform 62">
              <a:extLst>
                <a:ext uri="{FF2B5EF4-FFF2-40B4-BE49-F238E27FC236}">
                  <a16:creationId xmlns:a16="http://schemas.microsoft.com/office/drawing/2014/main" id="{D370C788-BCB9-AA4B-83CC-830DE2532168}"/>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dirty="0"/>
            </a:p>
          </p:txBody>
        </p:sp>
        <p:sp>
          <p:nvSpPr>
            <p:cNvPr id="65" name="Freeform 64">
              <a:extLst>
                <a:ext uri="{FF2B5EF4-FFF2-40B4-BE49-F238E27FC236}">
                  <a16:creationId xmlns:a16="http://schemas.microsoft.com/office/drawing/2014/main" id="{86A666F2-61DC-1141-A28D-9C664CF9E0DD}"/>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dirty="0"/>
            </a:p>
          </p:txBody>
        </p:sp>
        <p:sp>
          <p:nvSpPr>
            <p:cNvPr id="66" name="Freeform 65">
              <a:extLst>
                <a:ext uri="{FF2B5EF4-FFF2-40B4-BE49-F238E27FC236}">
                  <a16:creationId xmlns:a16="http://schemas.microsoft.com/office/drawing/2014/main" id="{B36DAFEC-9E33-D342-8F38-9280EB50249D}"/>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67" name="Freeform 66">
              <a:extLst>
                <a:ext uri="{FF2B5EF4-FFF2-40B4-BE49-F238E27FC236}">
                  <a16:creationId xmlns:a16="http://schemas.microsoft.com/office/drawing/2014/main" id="{14487FF1-1618-4249-B143-BEFFD4E4E8FD}"/>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pic>
        <p:nvPicPr>
          <p:cNvPr id="16" name="Graphic 15">
            <a:extLst>
              <a:ext uri="{FF2B5EF4-FFF2-40B4-BE49-F238E27FC236}">
                <a16:creationId xmlns:a16="http://schemas.microsoft.com/office/drawing/2014/main" id="{4A43F6D9-2B76-4F47-8BB1-588F5D046A7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Tree>
    <p:extLst>
      <p:ext uri="{BB962C8B-B14F-4D97-AF65-F5344CB8AC3E}">
        <p14:creationId xmlns:p14="http://schemas.microsoft.com/office/powerpoint/2010/main" val="1564217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Co-Brand - IQVIA">
    <p:bg>
      <p:bgPr>
        <a:solidFill>
          <a:schemeClr val="bg1"/>
        </a:solidFill>
        <a:effectLst/>
      </p:bgPr>
    </p:bg>
    <p:spTree>
      <p:nvGrpSpPr>
        <p:cNvPr id="1" name=""/>
        <p:cNvGrpSpPr/>
        <p:nvPr/>
      </p:nvGrpSpPr>
      <p:grpSpPr>
        <a:xfrm>
          <a:off x="0" y="0"/>
          <a:ext cx="0" cy="0"/>
          <a:chOff x="0" y="0"/>
          <a:chExt cx="0" cy="0"/>
        </a:xfrm>
      </p:grpSpPr>
      <p:sp>
        <p:nvSpPr>
          <p:cNvPr id="62" name="TextBox 61">
            <a:extLst>
              <a:ext uri="{FF2B5EF4-FFF2-40B4-BE49-F238E27FC236}">
                <a16:creationId xmlns:a16="http://schemas.microsoft.com/office/drawing/2014/main" id="{7AB75BD1-2507-44E0-91E4-42F78B5D2D49}"/>
              </a:ext>
            </a:extLst>
          </p:cNvPr>
          <p:cNvSpPr txBox="1"/>
          <p:nvPr/>
        </p:nvSpPr>
        <p:spPr bwMode="black">
          <a:xfrm>
            <a:off x="730897"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bg1">
                    <a:lumMod val="50000"/>
                  </a:schemeClr>
                </a:solidFill>
                <a:ea typeface="Arial" charset="0"/>
                <a:cs typeface="Arial" charset="0"/>
              </a:rPr>
              <a:t>© 2021. All rights reserved. IQVIA</a:t>
            </a:r>
            <a:r>
              <a:rPr lang="en-US" sz="800" baseline="30000" dirty="0">
                <a:solidFill>
                  <a:schemeClr val="bg1">
                    <a:lumMod val="50000"/>
                  </a:schemeClr>
                </a:solidFill>
                <a:ea typeface="Arial" charset="0"/>
                <a:cs typeface="Arial" charset="0"/>
              </a:rPr>
              <a:t>®</a:t>
            </a:r>
            <a:r>
              <a:rPr lang="en-US" sz="800" dirty="0">
                <a:solidFill>
                  <a:schemeClr val="bg1">
                    <a:lumMod val="50000"/>
                  </a:schemeClr>
                </a:solidFill>
                <a:ea typeface="Arial" charset="0"/>
                <a:cs typeface="Arial" charset="0"/>
              </a:rPr>
              <a:t> is a registered trademark of IQVIA Inc. in the United States, the European Union, and various other countries. </a:t>
            </a:r>
            <a:endParaRPr lang="en-US" sz="800" kern="1200" dirty="0">
              <a:solidFill>
                <a:schemeClr val="bg1">
                  <a:lumMod val="50000"/>
                </a:schemeClr>
              </a:solidFill>
              <a:latin typeface="+mn-lt"/>
              <a:ea typeface="Arial" charset="0"/>
              <a:cs typeface="Arial" charset="0"/>
            </a:endParaRPr>
          </a:p>
        </p:txBody>
      </p:sp>
      <p:sp>
        <p:nvSpPr>
          <p:cNvPr id="64" name="Text Placeholder 21">
            <a:extLst>
              <a:ext uri="{FF2B5EF4-FFF2-40B4-BE49-F238E27FC236}">
                <a16:creationId xmlns:a16="http://schemas.microsoft.com/office/drawing/2014/main" id="{098CCE30-6B5A-4DFB-97B5-AF5CCDE0C848}"/>
              </a:ext>
            </a:extLst>
          </p:cNvPr>
          <p:cNvSpPr>
            <a:spLocks noGrp="1"/>
          </p:cNvSpPr>
          <p:nvPr>
            <p:ph type="body" sz="quarter" idx="10" hasCustomPrompt="1"/>
          </p:nvPr>
        </p:nvSpPr>
        <p:spPr>
          <a:xfrm>
            <a:off x="743329" y="3681765"/>
            <a:ext cx="6349838" cy="1195801"/>
          </a:xfrm>
          <a:prstGeom prst="rect">
            <a:avLst/>
          </a:prstGeom>
        </p:spPr>
        <p:txBody>
          <a:bodyPr>
            <a:noAutofit/>
          </a:bodyPr>
          <a:lstStyle>
            <a:lvl1pPr marL="0" indent="0" algn="l">
              <a:lnSpc>
                <a:spcPct val="100000"/>
              </a:lnSpc>
              <a:spcBef>
                <a:spcPts val="0"/>
              </a:spcBef>
              <a:buNone/>
              <a:defRPr sz="2400" b="0" i="1">
                <a:solidFill>
                  <a:schemeClr val="accent1"/>
                </a:solidFill>
              </a:defRPr>
            </a:lvl1pPr>
          </a:lstStyle>
          <a:p>
            <a:pPr lvl="0"/>
            <a:r>
              <a:rPr lang="en-US" dirty="0"/>
              <a:t>Subheads are 24pt Arial Italic sentence case and can be 2 lines.</a:t>
            </a:r>
          </a:p>
        </p:txBody>
      </p:sp>
      <p:sp>
        <p:nvSpPr>
          <p:cNvPr id="70" name="Title 1">
            <a:extLst>
              <a:ext uri="{FF2B5EF4-FFF2-40B4-BE49-F238E27FC236}">
                <a16:creationId xmlns:a16="http://schemas.microsoft.com/office/drawing/2014/main" id="{184C4A24-4E36-49F8-AE34-FEFD57A98171}"/>
              </a:ext>
            </a:extLst>
          </p:cNvPr>
          <p:cNvSpPr>
            <a:spLocks noGrp="1"/>
          </p:cNvSpPr>
          <p:nvPr>
            <p:ph type="ctrTitle" hasCustomPrompt="1"/>
          </p:nvPr>
        </p:nvSpPr>
        <p:spPr>
          <a:xfrm>
            <a:off x="743330" y="1271573"/>
            <a:ext cx="7921554" cy="2242315"/>
          </a:xfrm>
          <a:prstGeom prst="rect">
            <a:avLst/>
          </a:prstGeom>
        </p:spPr>
        <p:txBody>
          <a:bodyPr anchor="b" anchorCtr="0"/>
          <a:lstStyle>
            <a:lvl1pPr algn="l">
              <a:lnSpc>
                <a:spcPct val="100000"/>
              </a:lnSpc>
              <a:defRPr sz="3600" b="1" i="0" baseline="0">
                <a:solidFill>
                  <a:schemeClr val="accent2"/>
                </a:solidFill>
              </a:defRPr>
            </a:lvl1pPr>
          </a:lstStyle>
          <a:p>
            <a:r>
              <a:rPr lang="en-US" dirty="0"/>
              <a:t>Headline 36pt Arial Bold Title Case Should Be No More Than 2 Lines</a:t>
            </a:r>
          </a:p>
        </p:txBody>
      </p:sp>
      <p:sp>
        <p:nvSpPr>
          <p:cNvPr id="71" name="Subtitle 2">
            <a:extLst>
              <a:ext uri="{FF2B5EF4-FFF2-40B4-BE49-F238E27FC236}">
                <a16:creationId xmlns:a16="http://schemas.microsoft.com/office/drawing/2014/main" id="{0E82B801-11C9-4FD7-9D6A-B8DAA2120461}"/>
              </a:ext>
            </a:extLst>
          </p:cNvPr>
          <p:cNvSpPr>
            <a:spLocks noGrp="1"/>
          </p:cNvSpPr>
          <p:nvPr>
            <p:ph type="subTitle" idx="1" hasCustomPrompt="1"/>
          </p:nvPr>
        </p:nvSpPr>
        <p:spPr>
          <a:xfrm>
            <a:off x="743329" y="5518464"/>
            <a:ext cx="6349838" cy="669272"/>
          </a:xfrm>
          <a:prstGeom prst="rect">
            <a:avLst/>
          </a:prstGeom>
        </p:spPr>
        <p:txBody>
          <a:bodyPr>
            <a:noAutofit/>
          </a:bodyPr>
          <a:lstStyle>
            <a:lvl1pPr marL="0" indent="0" algn="l">
              <a:lnSpc>
                <a:spcPct val="100000"/>
              </a:lnSpc>
              <a:spcBef>
                <a:spcPts val="200"/>
              </a:spcBef>
              <a:buNone/>
              <a:defRPr sz="1600"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Author First Last Name, Title 16pt Arial</a:t>
            </a:r>
          </a:p>
        </p:txBody>
      </p:sp>
      <p:sp>
        <p:nvSpPr>
          <p:cNvPr id="14" name="Text Placeholder 21">
            <a:extLst>
              <a:ext uri="{FF2B5EF4-FFF2-40B4-BE49-F238E27FC236}">
                <a16:creationId xmlns:a16="http://schemas.microsoft.com/office/drawing/2014/main" id="{E5C45F24-760D-4806-80BF-4B954EEA03A3}"/>
              </a:ext>
            </a:extLst>
          </p:cNvPr>
          <p:cNvSpPr>
            <a:spLocks noGrp="1"/>
          </p:cNvSpPr>
          <p:nvPr>
            <p:ph type="body" sz="quarter" idx="11" hasCustomPrompt="1"/>
          </p:nvPr>
        </p:nvSpPr>
        <p:spPr>
          <a:xfrm>
            <a:off x="7355299" y="4854606"/>
            <a:ext cx="2324100" cy="1341752"/>
          </a:xfrm>
          <a:prstGeom prst="rect">
            <a:avLst/>
          </a:prstGeom>
          <a:solidFill>
            <a:srgbClr val="DA291C"/>
          </a:solidFill>
        </p:spPr>
        <p:txBody>
          <a:bodyPr>
            <a:noAutofit/>
          </a:bodyPr>
          <a:lstStyle>
            <a:lvl1pPr marL="0" indent="0" algn="l">
              <a:lnSpc>
                <a:spcPct val="100000"/>
              </a:lnSpc>
              <a:spcBef>
                <a:spcPts val="0"/>
              </a:spcBef>
              <a:buNone/>
              <a:defRPr sz="1000" b="0" i="0">
                <a:solidFill>
                  <a:schemeClr val="bg1"/>
                </a:solidFill>
              </a:defRPr>
            </a:lvl1pPr>
          </a:lstStyle>
          <a:p>
            <a:pPr lvl="0"/>
            <a:r>
              <a:rPr lang="en-US" dirty="0"/>
              <a:t>Co-brand and bid defense only: You may replace this box with a sponsor logo. Ensure the logo is on a white or transparent background and you have usage permission.</a:t>
            </a:r>
            <a:br>
              <a:rPr lang="en-US" dirty="0"/>
            </a:br>
            <a:br>
              <a:rPr lang="en-US" dirty="0"/>
            </a:br>
            <a:r>
              <a:rPr lang="en-US" dirty="0"/>
              <a:t>All other presentations, or without sponsor logo: Please delete this box.</a:t>
            </a:r>
          </a:p>
        </p:txBody>
      </p:sp>
      <p:grpSp>
        <p:nvGrpSpPr>
          <p:cNvPr id="39" name="Group 38">
            <a:extLst>
              <a:ext uri="{FF2B5EF4-FFF2-40B4-BE49-F238E27FC236}">
                <a16:creationId xmlns:a16="http://schemas.microsoft.com/office/drawing/2014/main" id="{39C359E7-88C6-42D4-9B64-F7D5FE9CDBC5}"/>
              </a:ext>
            </a:extLst>
          </p:cNvPr>
          <p:cNvGrpSpPr/>
          <p:nvPr/>
        </p:nvGrpSpPr>
        <p:grpSpPr>
          <a:xfrm>
            <a:off x="9941531" y="3804028"/>
            <a:ext cx="2250469" cy="2651308"/>
            <a:chOff x="9941531" y="3804028"/>
            <a:chExt cx="2250469" cy="2651308"/>
          </a:xfrm>
        </p:grpSpPr>
        <p:sp>
          <p:nvSpPr>
            <p:cNvPr id="40" name="Freeform: Shape 39">
              <a:extLst>
                <a:ext uri="{FF2B5EF4-FFF2-40B4-BE49-F238E27FC236}">
                  <a16:creationId xmlns:a16="http://schemas.microsoft.com/office/drawing/2014/main" id="{C4384A34-21CA-42A4-8E46-1EEAC237500E}"/>
                </a:ext>
              </a:extLst>
            </p:cNvPr>
            <p:cNvSpPr/>
            <p:nvPr/>
          </p:nvSpPr>
          <p:spPr>
            <a:xfrm>
              <a:off x="10755844" y="5906186"/>
              <a:ext cx="1436156" cy="549150"/>
            </a:xfrm>
            <a:custGeom>
              <a:avLst/>
              <a:gdLst>
                <a:gd name="connsiteX0" fmla="*/ 274575 w 1436156"/>
                <a:gd name="connsiteY0" fmla="*/ 0 h 549150"/>
                <a:gd name="connsiteX1" fmla="*/ 276477 w 1436156"/>
                <a:gd name="connsiteY1" fmla="*/ 192 h 549150"/>
                <a:gd name="connsiteX2" fmla="*/ 276477 w 1436156"/>
                <a:gd name="connsiteY2" fmla="*/ 0 h 549150"/>
                <a:gd name="connsiteX3" fmla="*/ 1436156 w 1436156"/>
                <a:gd name="connsiteY3" fmla="*/ 0 h 549150"/>
                <a:gd name="connsiteX4" fmla="*/ 1436156 w 1436156"/>
                <a:gd name="connsiteY4" fmla="*/ 549150 h 549150"/>
                <a:gd name="connsiteX5" fmla="*/ 276477 w 1436156"/>
                <a:gd name="connsiteY5" fmla="*/ 549150 h 549150"/>
                <a:gd name="connsiteX6" fmla="*/ 276477 w 1436156"/>
                <a:gd name="connsiteY6" fmla="*/ 548959 h 549150"/>
                <a:gd name="connsiteX7" fmla="*/ 274575 w 1436156"/>
                <a:gd name="connsiteY7" fmla="*/ 549150 h 549150"/>
                <a:gd name="connsiteX8" fmla="*/ 0 w 1436156"/>
                <a:gd name="connsiteY8" fmla="*/ 274575 h 549150"/>
                <a:gd name="connsiteX9" fmla="*/ 274575 w 1436156"/>
                <a:gd name="connsiteY9"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36156" h="549150">
                  <a:moveTo>
                    <a:pt x="274575" y="0"/>
                  </a:moveTo>
                  <a:lnTo>
                    <a:pt x="276477" y="192"/>
                  </a:lnTo>
                  <a:lnTo>
                    <a:pt x="276477" y="0"/>
                  </a:lnTo>
                  <a:lnTo>
                    <a:pt x="1436156" y="0"/>
                  </a:lnTo>
                  <a:lnTo>
                    <a:pt x="1436156"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dirty="0"/>
            </a:p>
          </p:txBody>
        </p:sp>
        <p:sp>
          <p:nvSpPr>
            <p:cNvPr id="41" name="Freeform: Shape 40">
              <a:extLst>
                <a:ext uri="{FF2B5EF4-FFF2-40B4-BE49-F238E27FC236}">
                  <a16:creationId xmlns:a16="http://schemas.microsoft.com/office/drawing/2014/main" id="{80C482A3-7472-489E-8622-A62D97CBD17C}"/>
                </a:ext>
              </a:extLst>
            </p:cNvPr>
            <p:cNvSpPr/>
            <p:nvPr/>
          </p:nvSpPr>
          <p:spPr>
            <a:xfrm>
              <a:off x="10356354" y="3804028"/>
              <a:ext cx="1835646" cy="549150"/>
            </a:xfrm>
            <a:custGeom>
              <a:avLst/>
              <a:gdLst>
                <a:gd name="connsiteX0" fmla="*/ 274073 w 1835646"/>
                <a:gd name="connsiteY0" fmla="*/ 0 h 549150"/>
                <a:gd name="connsiteX1" fmla="*/ 278104 w 1835646"/>
                <a:gd name="connsiteY1" fmla="*/ 407 h 549150"/>
                <a:gd name="connsiteX2" fmla="*/ 278104 w 1835646"/>
                <a:gd name="connsiteY2" fmla="*/ 0 h 549150"/>
                <a:gd name="connsiteX3" fmla="*/ 1835646 w 1835646"/>
                <a:gd name="connsiteY3" fmla="*/ 0 h 549150"/>
                <a:gd name="connsiteX4" fmla="*/ 1835646 w 1835646"/>
                <a:gd name="connsiteY4" fmla="*/ 549150 h 549150"/>
                <a:gd name="connsiteX5" fmla="*/ 278104 w 1835646"/>
                <a:gd name="connsiteY5" fmla="*/ 549150 h 549150"/>
                <a:gd name="connsiteX6" fmla="*/ 278104 w 1835646"/>
                <a:gd name="connsiteY6" fmla="*/ 547742 h 549150"/>
                <a:gd name="connsiteX7" fmla="*/ 274073 w 1835646"/>
                <a:gd name="connsiteY7" fmla="*/ 548148 h 549150"/>
                <a:gd name="connsiteX8" fmla="*/ 0 w 1835646"/>
                <a:gd name="connsiteY8" fmla="*/ 274074 h 549150"/>
                <a:gd name="connsiteX9" fmla="*/ 274073 w 1835646"/>
                <a:gd name="connsiteY9"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35646" h="549150">
                  <a:moveTo>
                    <a:pt x="274073" y="0"/>
                  </a:moveTo>
                  <a:lnTo>
                    <a:pt x="278104" y="407"/>
                  </a:lnTo>
                  <a:lnTo>
                    <a:pt x="278104" y="0"/>
                  </a:lnTo>
                  <a:lnTo>
                    <a:pt x="1835646" y="0"/>
                  </a:lnTo>
                  <a:lnTo>
                    <a:pt x="1835646"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dirty="0"/>
            </a:p>
          </p:txBody>
        </p:sp>
        <p:sp>
          <p:nvSpPr>
            <p:cNvPr id="42" name="Freeform: Shape 41">
              <a:extLst>
                <a:ext uri="{FF2B5EF4-FFF2-40B4-BE49-F238E27FC236}">
                  <a16:creationId xmlns:a16="http://schemas.microsoft.com/office/drawing/2014/main" id="{14C68CD5-1D99-4C2F-8258-B69F780AC527}"/>
                </a:ext>
              </a:extLst>
            </p:cNvPr>
            <p:cNvSpPr/>
            <p:nvPr/>
          </p:nvSpPr>
          <p:spPr>
            <a:xfrm>
              <a:off x="9941531" y="4854606"/>
              <a:ext cx="2250469" cy="549150"/>
            </a:xfrm>
            <a:custGeom>
              <a:avLst/>
              <a:gdLst>
                <a:gd name="connsiteX0" fmla="*/ 299044 w 2250469"/>
                <a:gd name="connsiteY0" fmla="*/ 0 h 549150"/>
                <a:gd name="connsiteX1" fmla="*/ 300889 w 2250469"/>
                <a:gd name="connsiteY1" fmla="*/ 171 h 549150"/>
                <a:gd name="connsiteX2" fmla="*/ 300889 w 2250469"/>
                <a:gd name="connsiteY2" fmla="*/ 0 h 549150"/>
                <a:gd name="connsiteX3" fmla="*/ 2250469 w 2250469"/>
                <a:gd name="connsiteY3" fmla="*/ 0 h 549150"/>
                <a:gd name="connsiteX4" fmla="*/ 2250469 w 2250469"/>
                <a:gd name="connsiteY4" fmla="*/ 549150 h 549150"/>
                <a:gd name="connsiteX5" fmla="*/ 300889 w 2250469"/>
                <a:gd name="connsiteY5" fmla="*/ 549150 h 549150"/>
                <a:gd name="connsiteX6" fmla="*/ 300889 w 2250469"/>
                <a:gd name="connsiteY6" fmla="*/ 548980 h 549150"/>
                <a:gd name="connsiteX7" fmla="*/ 299044 w 2250469"/>
                <a:gd name="connsiteY7" fmla="*/ 549150 h 549150"/>
                <a:gd name="connsiteX8" fmla="*/ 0 w 2250469"/>
                <a:gd name="connsiteY8" fmla="*/ 274575 h 549150"/>
                <a:gd name="connsiteX9" fmla="*/ 299044 w 2250469"/>
                <a:gd name="connsiteY9"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50469" h="549150">
                  <a:moveTo>
                    <a:pt x="299044" y="0"/>
                  </a:moveTo>
                  <a:lnTo>
                    <a:pt x="300889" y="171"/>
                  </a:lnTo>
                  <a:lnTo>
                    <a:pt x="300889" y="0"/>
                  </a:lnTo>
                  <a:lnTo>
                    <a:pt x="2250469" y="0"/>
                  </a:lnTo>
                  <a:lnTo>
                    <a:pt x="2250469"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pic>
        <p:nvPicPr>
          <p:cNvPr id="19" name="Graphic 18">
            <a:extLst>
              <a:ext uri="{FF2B5EF4-FFF2-40B4-BE49-F238E27FC236}">
                <a16:creationId xmlns:a16="http://schemas.microsoft.com/office/drawing/2014/main" id="{EFFBAF58-7775-B441-95B2-60BAEE63067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Tree>
    <p:extLst>
      <p:ext uri="{BB962C8B-B14F-4D97-AF65-F5344CB8AC3E}">
        <p14:creationId xmlns:p14="http://schemas.microsoft.com/office/powerpoint/2010/main" val="3801807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 IQVIA">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4694" y="1286359"/>
            <a:ext cx="11338560" cy="4994125"/>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13" name="Title 1"/>
          <p:cNvSpPr>
            <a:spLocks noGrp="1"/>
          </p:cNvSpPr>
          <p:nvPr>
            <p:ph type="title" hasCustomPrompt="1"/>
          </p:nvPr>
        </p:nvSpPr>
        <p:spPr>
          <a:xfrm>
            <a:off x="384694" y="294468"/>
            <a:ext cx="11338560" cy="768263"/>
          </a:xfrm>
          <a:prstGeom prst="rect">
            <a:avLst/>
          </a:prstGeom>
        </p:spPr>
        <p:txBody>
          <a:bodyPr anchor="b" anchorCtr="0"/>
          <a:lstStyle>
            <a:lvl1pPr>
              <a:defRPr sz="2800" b="1">
                <a:solidFill>
                  <a:schemeClr val="tx1"/>
                </a:solidFill>
              </a:defRPr>
            </a:lvl1pPr>
          </a:lstStyle>
          <a:p>
            <a:r>
              <a:rPr lang="en-US" dirty="0"/>
              <a:t>Headlines are 28pt Arial Bold sentence case</a:t>
            </a:r>
          </a:p>
        </p:txBody>
      </p:sp>
      <p:sp>
        <p:nvSpPr>
          <p:cNvPr id="54" name="Footer Placeholder 4">
            <a:extLst>
              <a:ext uri="{FF2B5EF4-FFF2-40B4-BE49-F238E27FC236}">
                <a16:creationId xmlns:a16="http://schemas.microsoft.com/office/drawing/2014/main" id="{7088911A-0046-5847-8D5E-667B718ECD3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dirty="0"/>
          </a:p>
        </p:txBody>
      </p:sp>
      <p:sp>
        <p:nvSpPr>
          <p:cNvPr id="30" name="Slide Number Placeholder 5">
            <a:extLst>
              <a:ext uri="{FF2B5EF4-FFF2-40B4-BE49-F238E27FC236}">
                <a16:creationId xmlns:a16="http://schemas.microsoft.com/office/drawing/2014/main" id="{FCFC63C0-5262-4767-9F93-DEDAECE24DB7}"/>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dirty="0">
              <a:solidFill>
                <a:srgbClr val="959CA0"/>
              </a:solidFill>
            </a:endParaRPr>
          </a:p>
        </p:txBody>
      </p:sp>
      <p:pic>
        <p:nvPicPr>
          <p:cNvPr id="10" name="Graphic 9">
            <a:extLst>
              <a:ext uri="{FF2B5EF4-FFF2-40B4-BE49-F238E27FC236}">
                <a16:creationId xmlns:a16="http://schemas.microsoft.com/office/drawing/2014/main" id="{DB41C48F-5C1D-DE41-93AD-B4E269C3B3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54096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_Subhead - IQVIA">
    <p:spTree>
      <p:nvGrpSpPr>
        <p:cNvPr id="1" name=""/>
        <p:cNvGrpSpPr/>
        <p:nvPr/>
      </p:nvGrpSpPr>
      <p:grpSpPr>
        <a:xfrm>
          <a:off x="0" y="0"/>
          <a:ext cx="0" cy="0"/>
          <a:chOff x="0" y="0"/>
          <a:chExt cx="0" cy="0"/>
        </a:xfrm>
      </p:grpSpPr>
      <p:sp>
        <p:nvSpPr>
          <p:cNvPr id="53" name="Content Placeholder 2">
            <a:extLst>
              <a:ext uri="{FF2B5EF4-FFF2-40B4-BE49-F238E27FC236}">
                <a16:creationId xmlns:a16="http://schemas.microsoft.com/office/drawing/2014/main" id="{098016E9-779F-F844-B7C6-670D5E2ED4DC}"/>
              </a:ext>
            </a:extLst>
          </p:cNvPr>
          <p:cNvSpPr>
            <a:spLocks noGrp="1"/>
          </p:cNvSpPr>
          <p:nvPr>
            <p:ph idx="17" hasCustomPrompt="1"/>
          </p:nvPr>
        </p:nvSpPr>
        <p:spPr>
          <a:xfrm>
            <a:off x="384694" y="1702630"/>
            <a:ext cx="11338560" cy="4577854"/>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9"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1"/>
                </a:solidFill>
              </a:defRPr>
            </a:lvl1pPr>
          </a:lstStyle>
          <a:p>
            <a:pPr lvl="0"/>
            <a:r>
              <a:rPr lang="en-US" dirty="0"/>
              <a:t>Subheads are 20pt Arial Italic sentence case</a:t>
            </a:r>
          </a:p>
        </p:txBody>
      </p:sp>
      <p:sp>
        <p:nvSpPr>
          <p:cNvPr id="2" name="Title 1"/>
          <p:cNvSpPr>
            <a:spLocks noGrp="1"/>
          </p:cNvSpPr>
          <p:nvPr>
            <p:ph type="title" hasCustomPrompt="1"/>
          </p:nvPr>
        </p:nvSpPr>
        <p:spPr>
          <a:xfrm>
            <a:off x="384694" y="294468"/>
            <a:ext cx="11338560" cy="768263"/>
          </a:xfrm>
          <a:prstGeom prst="rect">
            <a:avLst/>
          </a:prstGeom>
        </p:spPr>
        <p:txBody>
          <a:bodyPr anchor="b" anchorCtr="0"/>
          <a:lstStyle>
            <a:lvl1pPr>
              <a:defRPr sz="2800" b="1">
                <a:solidFill>
                  <a:schemeClr val="tx1"/>
                </a:solidFill>
              </a:defRPr>
            </a:lvl1pPr>
          </a:lstStyle>
          <a:p>
            <a:r>
              <a:rPr lang="en-US" dirty="0"/>
              <a:t>Headlines are 28pt Arial Bold sentence case</a:t>
            </a:r>
          </a:p>
        </p:txBody>
      </p:sp>
      <p:sp>
        <p:nvSpPr>
          <p:cNvPr id="56" name="Footer Placeholder 4">
            <a:extLst>
              <a:ext uri="{FF2B5EF4-FFF2-40B4-BE49-F238E27FC236}">
                <a16:creationId xmlns:a16="http://schemas.microsoft.com/office/drawing/2014/main" id="{4C2A7798-04D8-114F-865E-17D9C5B73EAA}"/>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dirty="0"/>
          </a:p>
        </p:txBody>
      </p:sp>
      <p:sp>
        <p:nvSpPr>
          <p:cNvPr id="31" name="Slide Number Placeholder 5">
            <a:extLst>
              <a:ext uri="{FF2B5EF4-FFF2-40B4-BE49-F238E27FC236}">
                <a16:creationId xmlns:a16="http://schemas.microsoft.com/office/drawing/2014/main" id="{780491F4-CBE5-420D-B41C-DA1186C29721}"/>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dirty="0">
              <a:solidFill>
                <a:srgbClr val="959CA0"/>
              </a:solidFill>
            </a:endParaRPr>
          </a:p>
        </p:txBody>
      </p:sp>
      <p:pic>
        <p:nvPicPr>
          <p:cNvPr id="14" name="Graphic 13">
            <a:extLst>
              <a:ext uri="{FF2B5EF4-FFF2-40B4-BE49-F238E27FC236}">
                <a16:creationId xmlns:a16="http://schemas.microsoft.com/office/drawing/2014/main" id="{C127A24E-C6A6-B348-9405-8C826F52F91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398012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_Callout Opt1 - IQVIA">
    <p:spTree>
      <p:nvGrpSpPr>
        <p:cNvPr id="1" name=""/>
        <p:cNvGrpSpPr/>
        <p:nvPr/>
      </p:nvGrpSpPr>
      <p:grpSpPr>
        <a:xfrm>
          <a:off x="0" y="0"/>
          <a:ext cx="0" cy="0"/>
          <a:chOff x="0" y="0"/>
          <a:chExt cx="0" cy="0"/>
        </a:xfrm>
      </p:grpSpPr>
      <p:pic>
        <p:nvPicPr>
          <p:cNvPr id="17" name="Graphic 16">
            <a:extLst>
              <a:ext uri="{FF2B5EF4-FFF2-40B4-BE49-F238E27FC236}">
                <a16:creationId xmlns:a16="http://schemas.microsoft.com/office/drawing/2014/main" id="{B39BD980-859A-ED43-B5E0-B78C35812A8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9"/>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8" name="Text Placeholder 11"/>
          <p:cNvSpPr>
            <a:spLocks noGrp="1"/>
          </p:cNvSpPr>
          <p:nvPr>
            <p:ph type="body" sz="quarter" idx="15" hasCustomPrompt="1"/>
          </p:nvPr>
        </p:nvSpPr>
        <p:spPr bwMode="gray">
          <a:xfrm>
            <a:off x="8132063" y="1876358"/>
            <a:ext cx="3764662" cy="4404117"/>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accent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dirty="0"/>
              <a:t>Callouts are 20pt Arial Bold sentence case lorem ipsum dolor sit </a:t>
            </a:r>
            <a:r>
              <a:rPr lang="en-US" noProof="0" dirty="0" err="1"/>
              <a:t>amet</a:t>
            </a:r>
            <a:r>
              <a:rPr lang="en-US" noProof="0" dirty="0"/>
              <a:t>, </a:t>
            </a:r>
            <a:r>
              <a:rPr lang="en-US" noProof="0" dirty="0" err="1"/>
              <a:t>consec</a:t>
            </a:r>
            <a:r>
              <a:rPr lang="en-US" noProof="0" dirty="0"/>
              <a:t> </a:t>
            </a:r>
            <a:r>
              <a:rPr lang="en-US" noProof="0" dirty="0" err="1"/>
              <a:t>tetuer</a:t>
            </a:r>
            <a:r>
              <a:rPr lang="en-US" noProof="0" dirty="0"/>
              <a:t> </a:t>
            </a:r>
            <a:r>
              <a:rPr lang="en-US" noProof="0" dirty="0" err="1"/>
              <a:t>adipiscing</a:t>
            </a:r>
            <a:r>
              <a:rPr lang="en-US" noProof="0" dirty="0"/>
              <a:t> </a:t>
            </a:r>
            <a:r>
              <a:rPr lang="en-US" noProof="0" dirty="0" err="1"/>
              <a:t>elit</a:t>
            </a:r>
            <a:r>
              <a:rPr lang="en-US" noProof="0" dirty="0"/>
              <a:t>, </a:t>
            </a:r>
            <a:r>
              <a:rPr lang="en-US" noProof="0" dirty="0" err="1"/>
              <a:t>sed</a:t>
            </a:r>
            <a:r>
              <a:rPr lang="en-US" noProof="0" dirty="0"/>
              <a:t> </a:t>
            </a:r>
            <a:r>
              <a:rPr lang="en-US" noProof="0" dirty="0" err="1"/>
              <a:t>diam</a:t>
            </a:r>
            <a:r>
              <a:rPr lang="en-US" noProof="0" dirty="0"/>
              <a:t> </a:t>
            </a:r>
            <a:r>
              <a:rPr lang="en-US" noProof="0" dirty="0" err="1"/>
              <a:t>nonummy</a:t>
            </a:r>
            <a:r>
              <a:rPr lang="en-US" noProof="0" dirty="0"/>
              <a:t> </a:t>
            </a:r>
            <a:r>
              <a:rPr lang="en-US" noProof="0" dirty="0" err="1"/>
              <a:t>nibh</a:t>
            </a:r>
            <a:r>
              <a:rPr lang="en-US" noProof="0" dirty="0"/>
              <a:t> </a:t>
            </a:r>
            <a:r>
              <a:rPr lang="en-US" noProof="0" dirty="0" err="1"/>
              <a:t>euismod</a:t>
            </a:r>
            <a:r>
              <a:rPr lang="en-US" noProof="0" dirty="0"/>
              <a:t> </a:t>
            </a:r>
            <a:r>
              <a:rPr lang="en-US" noProof="0" dirty="0" err="1"/>
              <a:t>tincidunt</a:t>
            </a:r>
            <a:r>
              <a:rPr lang="en-US" noProof="0" dirty="0"/>
              <a:t> </a:t>
            </a:r>
            <a:r>
              <a:rPr lang="en-US" noProof="0" dirty="0" err="1"/>
              <a:t>ut</a:t>
            </a:r>
            <a:r>
              <a:rPr lang="en-US" noProof="0" dirty="0"/>
              <a:t> </a:t>
            </a:r>
            <a:r>
              <a:rPr lang="en-US" noProof="0" dirty="0" err="1"/>
              <a:t>laoreet</a:t>
            </a:r>
            <a:r>
              <a:rPr lang="en-US" noProof="0" dirty="0"/>
              <a:t> dolore magna </a:t>
            </a:r>
            <a:r>
              <a:rPr lang="en-US" noProof="0" dirty="0" err="1"/>
              <a:t>aliquam</a:t>
            </a:r>
            <a:r>
              <a:rPr lang="en-US" noProof="0" dirty="0"/>
              <a:t> </a:t>
            </a:r>
            <a:r>
              <a:rPr lang="en-US" noProof="0" dirty="0" err="1"/>
              <a:t>erat</a:t>
            </a:r>
            <a:r>
              <a:rPr lang="en-US" noProof="0" dirty="0"/>
              <a:t> </a:t>
            </a:r>
            <a:r>
              <a:rPr lang="en-US" noProof="0" dirty="0" err="1"/>
              <a:t>volutpat</a:t>
            </a:r>
            <a:r>
              <a:rPr lang="en-US" noProof="0" dirty="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accent1"/>
                </a:solidFill>
              </a:defRPr>
            </a:lvl1pPr>
          </a:lstStyle>
          <a:p>
            <a:pPr lvl="0"/>
            <a:r>
              <a:rPr lang="en-US" dirty="0"/>
              <a:t>Subheads are 20pt Arial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wrap="square" anchor="b" anchorCtr="0">
            <a:noAutofit/>
          </a:bodyPr>
          <a:lstStyle>
            <a:lvl1pPr>
              <a:defRPr sz="2800" b="1">
                <a:solidFill>
                  <a:schemeClr val="tx1"/>
                </a:solidFill>
              </a:defRPr>
            </a:lvl1pPr>
          </a:lstStyle>
          <a:p>
            <a:r>
              <a:rPr lang="en-US" dirty="0"/>
              <a:t>Headlines are 28pt Arial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dirty="0"/>
          </a:p>
        </p:txBody>
      </p:sp>
      <p:sp>
        <p:nvSpPr>
          <p:cNvPr id="33" name="Slide Number Placeholder 5">
            <a:extLst>
              <a:ext uri="{FF2B5EF4-FFF2-40B4-BE49-F238E27FC236}">
                <a16:creationId xmlns:a16="http://schemas.microsoft.com/office/drawing/2014/main" id="{241A4459-0EB4-4688-8572-06BA95F5D702}"/>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dirty="0">
              <a:solidFill>
                <a:srgbClr val="959CA0"/>
              </a:solidFill>
            </a:endParaRPr>
          </a:p>
        </p:txBody>
      </p:sp>
    </p:spTree>
    <p:extLst>
      <p:ext uri="{BB962C8B-B14F-4D97-AF65-F5344CB8AC3E}">
        <p14:creationId xmlns:p14="http://schemas.microsoft.com/office/powerpoint/2010/main" val="91451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Content_Callout Opt2 - IQVIA">
    <p:spTree>
      <p:nvGrpSpPr>
        <p:cNvPr id="1" name=""/>
        <p:cNvGrpSpPr/>
        <p:nvPr/>
      </p:nvGrpSpPr>
      <p:grpSpPr>
        <a:xfrm>
          <a:off x="0" y="0"/>
          <a:ext cx="0" cy="0"/>
          <a:chOff x="0" y="0"/>
          <a:chExt cx="0" cy="0"/>
        </a:xfrm>
      </p:grpSpPr>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5"/>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8" name="Text Placeholder 11"/>
          <p:cNvSpPr>
            <a:spLocks noGrp="1"/>
          </p:cNvSpPr>
          <p:nvPr>
            <p:ph type="body" sz="quarter" idx="15" hasCustomPrompt="1"/>
          </p:nvPr>
        </p:nvSpPr>
        <p:spPr bwMode="gray">
          <a:xfrm>
            <a:off x="8132063" y="1876358"/>
            <a:ext cx="3764662" cy="4404112"/>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accent1"/>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dirty="0"/>
              <a:t>Callouts are 20pt Arial Bold sentence case lorem ipsum dolor sit </a:t>
            </a:r>
            <a:r>
              <a:rPr lang="en-US" noProof="0" dirty="0" err="1"/>
              <a:t>amet</a:t>
            </a:r>
            <a:r>
              <a:rPr lang="en-US" noProof="0" dirty="0"/>
              <a:t>, </a:t>
            </a:r>
            <a:r>
              <a:rPr lang="en-US" noProof="0" dirty="0" err="1"/>
              <a:t>consec</a:t>
            </a:r>
            <a:r>
              <a:rPr lang="en-US" noProof="0" dirty="0"/>
              <a:t> </a:t>
            </a:r>
            <a:r>
              <a:rPr lang="en-US" noProof="0" dirty="0" err="1"/>
              <a:t>tetuer</a:t>
            </a:r>
            <a:r>
              <a:rPr lang="en-US" noProof="0" dirty="0"/>
              <a:t> </a:t>
            </a:r>
            <a:r>
              <a:rPr lang="en-US" noProof="0" dirty="0" err="1"/>
              <a:t>adipiscing</a:t>
            </a:r>
            <a:r>
              <a:rPr lang="en-US" noProof="0" dirty="0"/>
              <a:t> </a:t>
            </a:r>
            <a:r>
              <a:rPr lang="en-US" noProof="0" dirty="0" err="1"/>
              <a:t>elit</a:t>
            </a:r>
            <a:r>
              <a:rPr lang="en-US" noProof="0" dirty="0"/>
              <a:t>, </a:t>
            </a:r>
            <a:r>
              <a:rPr lang="en-US" noProof="0" dirty="0" err="1"/>
              <a:t>sed</a:t>
            </a:r>
            <a:r>
              <a:rPr lang="en-US" noProof="0" dirty="0"/>
              <a:t> </a:t>
            </a:r>
            <a:r>
              <a:rPr lang="en-US" noProof="0" dirty="0" err="1"/>
              <a:t>diam</a:t>
            </a:r>
            <a:r>
              <a:rPr lang="en-US" noProof="0" dirty="0"/>
              <a:t> </a:t>
            </a:r>
            <a:r>
              <a:rPr lang="en-US" noProof="0" dirty="0" err="1"/>
              <a:t>nonummy</a:t>
            </a:r>
            <a:r>
              <a:rPr lang="en-US" noProof="0" dirty="0"/>
              <a:t> </a:t>
            </a:r>
            <a:r>
              <a:rPr lang="en-US" noProof="0" dirty="0" err="1"/>
              <a:t>nibh</a:t>
            </a:r>
            <a:r>
              <a:rPr lang="en-US" noProof="0" dirty="0"/>
              <a:t> </a:t>
            </a:r>
            <a:r>
              <a:rPr lang="en-US" noProof="0" dirty="0" err="1"/>
              <a:t>euismod</a:t>
            </a:r>
            <a:r>
              <a:rPr lang="en-US" noProof="0" dirty="0"/>
              <a:t> </a:t>
            </a:r>
            <a:r>
              <a:rPr lang="en-US" noProof="0" dirty="0" err="1"/>
              <a:t>tincidunt</a:t>
            </a:r>
            <a:r>
              <a:rPr lang="en-US" noProof="0" dirty="0"/>
              <a:t> </a:t>
            </a:r>
            <a:r>
              <a:rPr lang="en-US" noProof="0" dirty="0" err="1"/>
              <a:t>ut</a:t>
            </a:r>
            <a:r>
              <a:rPr lang="en-US" noProof="0" dirty="0"/>
              <a:t> </a:t>
            </a:r>
            <a:r>
              <a:rPr lang="en-US" noProof="0" dirty="0" err="1"/>
              <a:t>laoreet</a:t>
            </a:r>
            <a:r>
              <a:rPr lang="en-US" noProof="0" dirty="0"/>
              <a:t> dolore magna </a:t>
            </a:r>
            <a:r>
              <a:rPr lang="en-US" noProof="0" dirty="0" err="1"/>
              <a:t>aliquam</a:t>
            </a:r>
            <a:r>
              <a:rPr lang="en-US" noProof="0" dirty="0"/>
              <a:t> </a:t>
            </a:r>
            <a:r>
              <a:rPr lang="en-US" noProof="0" dirty="0" err="1"/>
              <a:t>erat</a:t>
            </a:r>
            <a:r>
              <a:rPr lang="en-US" noProof="0" dirty="0"/>
              <a:t> </a:t>
            </a:r>
            <a:r>
              <a:rPr lang="en-US" noProof="0" dirty="0" err="1"/>
              <a:t>volutpat</a:t>
            </a:r>
            <a:r>
              <a:rPr lang="en-US" noProof="0" dirty="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accent1"/>
                </a:solidFill>
              </a:defRPr>
            </a:lvl1pPr>
          </a:lstStyle>
          <a:p>
            <a:pPr lvl="0"/>
            <a:r>
              <a:rPr lang="en-US" dirty="0"/>
              <a:t>Subheads are 20pt Arial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wrap="square" anchor="b" anchorCtr="0">
            <a:noAutofit/>
          </a:bodyPr>
          <a:lstStyle>
            <a:lvl1pPr>
              <a:defRPr sz="2800" b="1">
                <a:solidFill>
                  <a:schemeClr val="tx1"/>
                </a:solidFill>
              </a:defRPr>
            </a:lvl1pPr>
          </a:lstStyle>
          <a:p>
            <a:r>
              <a:rPr lang="en-US" dirty="0"/>
              <a:t>Headlines are 28pt Arial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dirty="0"/>
          </a:p>
        </p:txBody>
      </p:sp>
      <p:cxnSp>
        <p:nvCxnSpPr>
          <p:cNvPr id="11" name="Straight Connector 10">
            <a:extLst>
              <a:ext uri="{FF2B5EF4-FFF2-40B4-BE49-F238E27FC236}">
                <a16:creationId xmlns:a16="http://schemas.microsoft.com/office/drawing/2014/main" id="{2BB5C6CE-599B-D241-B11C-1899212B39F3}"/>
              </a:ext>
            </a:extLst>
          </p:cNvPr>
          <p:cNvCxnSpPr>
            <a:cxnSpLocks/>
          </p:cNvCxnSpPr>
          <p:nvPr/>
        </p:nvCxnSpPr>
        <p:spPr>
          <a:xfrm>
            <a:off x="8132063" y="1784927"/>
            <a:ext cx="4148329" cy="0"/>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33" name="Slide Number Placeholder 5">
            <a:extLst>
              <a:ext uri="{FF2B5EF4-FFF2-40B4-BE49-F238E27FC236}">
                <a16:creationId xmlns:a16="http://schemas.microsoft.com/office/drawing/2014/main" id="{5A70D40F-E06E-4AAC-8094-BC565B24D95E}"/>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dirty="0">
              <a:solidFill>
                <a:srgbClr val="959CA0"/>
              </a:solidFill>
            </a:endParaRPr>
          </a:p>
        </p:txBody>
      </p:sp>
      <p:pic>
        <p:nvPicPr>
          <p:cNvPr id="12" name="Graphic 11">
            <a:extLst>
              <a:ext uri="{FF2B5EF4-FFF2-40B4-BE49-F238E27FC236}">
                <a16:creationId xmlns:a16="http://schemas.microsoft.com/office/drawing/2014/main" id="{F1328CB7-3B3E-0342-86D5-64775D744D1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498178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lumn - IQVIA">
    <p:spTree>
      <p:nvGrpSpPr>
        <p:cNvPr id="1" name=""/>
        <p:cNvGrpSpPr/>
        <p:nvPr/>
      </p:nvGrpSpPr>
      <p:grpSpPr>
        <a:xfrm>
          <a:off x="0" y="0"/>
          <a:ext cx="0" cy="0"/>
          <a:chOff x="0" y="0"/>
          <a:chExt cx="0" cy="0"/>
        </a:xfrm>
      </p:grpSpPr>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702626"/>
            <a:ext cx="5532119" cy="4581144"/>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702626"/>
            <a:ext cx="5532119" cy="4577857"/>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13"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1"/>
                </a:solidFill>
              </a:defRPr>
            </a:lvl1pPr>
          </a:lstStyle>
          <a:p>
            <a:pPr lvl="0"/>
            <a:r>
              <a:rPr lang="en-US" dirty="0"/>
              <a:t>Subheads are 20pt Arial Italic sentence case</a:t>
            </a:r>
          </a:p>
        </p:txBody>
      </p:sp>
      <p:sp>
        <p:nvSpPr>
          <p:cNvPr id="14" name="Title 1"/>
          <p:cNvSpPr>
            <a:spLocks noGrp="1"/>
          </p:cNvSpPr>
          <p:nvPr>
            <p:ph type="title" hasCustomPrompt="1"/>
          </p:nvPr>
        </p:nvSpPr>
        <p:spPr>
          <a:xfrm>
            <a:off x="384694" y="294468"/>
            <a:ext cx="11338560" cy="768263"/>
          </a:xfrm>
          <a:prstGeom prst="rect">
            <a:avLst/>
          </a:prstGeom>
        </p:spPr>
        <p:txBody>
          <a:bodyPr anchor="b" anchorCtr="0"/>
          <a:lstStyle>
            <a:lvl1pPr>
              <a:defRPr sz="2800" b="1">
                <a:solidFill>
                  <a:schemeClr val="tx1"/>
                </a:solidFill>
              </a:defRPr>
            </a:lvl1pPr>
          </a:lstStyle>
          <a:p>
            <a:r>
              <a:rPr lang="en-US" dirty="0"/>
              <a:t>Headlines are 28pt Arial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dirty="0"/>
          </a:p>
        </p:txBody>
      </p:sp>
      <p:sp>
        <p:nvSpPr>
          <p:cNvPr id="32" name="Slide Number Placeholder 5">
            <a:extLst>
              <a:ext uri="{FF2B5EF4-FFF2-40B4-BE49-F238E27FC236}">
                <a16:creationId xmlns:a16="http://schemas.microsoft.com/office/drawing/2014/main" id="{2DFA1798-9673-4022-816E-704E37E4DEA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dirty="0">
              <a:solidFill>
                <a:srgbClr val="959CA0"/>
              </a:solidFill>
            </a:endParaRPr>
          </a:p>
        </p:txBody>
      </p:sp>
      <p:pic>
        <p:nvPicPr>
          <p:cNvPr id="10" name="Graphic 9">
            <a:extLst>
              <a:ext uri="{FF2B5EF4-FFF2-40B4-BE49-F238E27FC236}">
                <a16:creationId xmlns:a16="http://schemas.microsoft.com/office/drawing/2014/main" id="{2420C18B-DFBF-C046-8D9E-FB3BB18EF16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53852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lumn_NoSubhead - IQVIA">
    <p:spTree>
      <p:nvGrpSpPr>
        <p:cNvPr id="1" name=""/>
        <p:cNvGrpSpPr/>
        <p:nvPr/>
      </p:nvGrpSpPr>
      <p:grpSpPr>
        <a:xfrm>
          <a:off x="0" y="0"/>
          <a:ext cx="0" cy="0"/>
          <a:chOff x="0" y="0"/>
          <a:chExt cx="0" cy="0"/>
        </a:xfrm>
      </p:grpSpPr>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286358"/>
            <a:ext cx="5532119" cy="4994126"/>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286358"/>
            <a:ext cx="5532119" cy="4994125"/>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14" name="Title 1"/>
          <p:cNvSpPr>
            <a:spLocks noGrp="1"/>
          </p:cNvSpPr>
          <p:nvPr>
            <p:ph type="title" hasCustomPrompt="1"/>
          </p:nvPr>
        </p:nvSpPr>
        <p:spPr>
          <a:xfrm>
            <a:off x="384694" y="294468"/>
            <a:ext cx="11338560" cy="768263"/>
          </a:xfrm>
          <a:prstGeom prst="rect">
            <a:avLst/>
          </a:prstGeom>
        </p:spPr>
        <p:txBody>
          <a:bodyPr anchor="b" anchorCtr="0"/>
          <a:lstStyle>
            <a:lvl1pPr>
              <a:defRPr sz="2800" b="1">
                <a:solidFill>
                  <a:schemeClr val="tx1"/>
                </a:solidFill>
              </a:defRPr>
            </a:lvl1pPr>
          </a:lstStyle>
          <a:p>
            <a:r>
              <a:rPr lang="en-US" dirty="0"/>
              <a:t>Headlines are 28pt Arial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dirty="0"/>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dirty="0">
              <a:solidFill>
                <a:srgbClr val="959CA0"/>
              </a:solidFill>
            </a:endParaRPr>
          </a:p>
        </p:txBody>
      </p:sp>
      <p:pic>
        <p:nvPicPr>
          <p:cNvPr id="10" name="Graphic 9">
            <a:extLst>
              <a:ext uri="{FF2B5EF4-FFF2-40B4-BE49-F238E27FC236}">
                <a16:creationId xmlns:a16="http://schemas.microsoft.com/office/drawing/2014/main" id="{AC061BF7-30ED-394B-918A-D1835A35BE5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4792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hree Column - IQVIA">
    <p:spTree>
      <p:nvGrpSpPr>
        <p:cNvPr id="1" name=""/>
        <p:cNvGrpSpPr/>
        <p:nvPr/>
      </p:nvGrpSpPr>
      <p:grpSpPr>
        <a:xfrm>
          <a:off x="0" y="0"/>
          <a:ext cx="0" cy="0"/>
          <a:chOff x="0" y="0"/>
          <a:chExt cx="0" cy="0"/>
        </a:xfrm>
      </p:grpSpPr>
      <p:sp>
        <p:nvSpPr>
          <p:cNvPr id="56" name="Content Placeholder 2">
            <a:extLst>
              <a:ext uri="{FF2B5EF4-FFF2-40B4-BE49-F238E27FC236}">
                <a16:creationId xmlns:a16="http://schemas.microsoft.com/office/drawing/2014/main" id="{C2AC1106-6E0D-B341-B75A-C8C2F73E3F26}"/>
              </a:ext>
            </a:extLst>
          </p:cNvPr>
          <p:cNvSpPr>
            <a:spLocks noGrp="1"/>
          </p:cNvSpPr>
          <p:nvPr>
            <p:ph idx="19" hasCustomPrompt="1"/>
          </p:nvPr>
        </p:nvSpPr>
        <p:spPr>
          <a:xfrm>
            <a:off x="384694" y="1702626"/>
            <a:ext cx="3621024" cy="4577857"/>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58" name="Content Placeholder 2">
            <a:extLst>
              <a:ext uri="{FF2B5EF4-FFF2-40B4-BE49-F238E27FC236}">
                <a16:creationId xmlns:a16="http://schemas.microsoft.com/office/drawing/2014/main" id="{ABC0DBC1-9787-6A4E-A4B1-E0E8BE5E8F02}"/>
              </a:ext>
            </a:extLst>
          </p:cNvPr>
          <p:cNvSpPr>
            <a:spLocks noGrp="1"/>
          </p:cNvSpPr>
          <p:nvPr>
            <p:ph idx="20" hasCustomPrompt="1"/>
          </p:nvPr>
        </p:nvSpPr>
        <p:spPr>
          <a:xfrm>
            <a:off x="8102230" y="1702627"/>
            <a:ext cx="3621024" cy="4577856"/>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59" name="Content Placeholder 2">
            <a:extLst>
              <a:ext uri="{FF2B5EF4-FFF2-40B4-BE49-F238E27FC236}">
                <a16:creationId xmlns:a16="http://schemas.microsoft.com/office/drawing/2014/main" id="{88B0BB6F-D4FA-D54D-A387-A1834DE59B82}"/>
              </a:ext>
            </a:extLst>
          </p:cNvPr>
          <p:cNvSpPr>
            <a:spLocks noGrp="1"/>
          </p:cNvSpPr>
          <p:nvPr>
            <p:ph idx="21" hasCustomPrompt="1"/>
          </p:nvPr>
        </p:nvSpPr>
        <p:spPr>
          <a:xfrm>
            <a:off x="4243462" y="1702627"/>
            <a:ext cx="3621024" cy="4577856"/>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1"/>
                </a:solidFill>
              </a:defRPr>
            </a:lvl1pPr>
          </a:lstStyle>
          <a:p>
            <a:pPr lvl="0"/>
            <a:r>
              <a:rPr lang="en-US" dirty="0"/>
              <a:t>Subheads are 20pt Arial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anchor="b" anchorCtr="0"/>
          <a:lstStyle>
            <a:lvl1pPr>
              <a:defRPr sz="2800" b="1">
                <a:solidFill>
                  <a:schemeClr val="tx1"/>
                </a:solidFill>
              </a:defRPr>
            </a:lvl1pPr>
          </a:lstStyle>
          <a:p>
            <a:r>
              <a:rPr lang="en-US" dirty="0"/>
              <a:t>Headlines are 28pt Arial Bold sentence case</a:t>
            </a:r>
          </a:p>
        </p:txBody>
      </p:sp>
      <p:sp>
        <p:nvSpPr>
          <p:cNvPr id="61" name="Footer Placeholder 4">
            <a:extLst>
              <a:ext uri="{FF2B5EF4-FFF2-40B4-BE49-F238E27FC236}">
                <a16:creationId xmlns:a16="http://schemas.microsoft.com/office/drawing/2014/main" id="{2B619D02-ECD0-CE4F-A007-98E4EF45BF9C}"/>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dirty="0"/>
          </a:p>
        </p:txBody>
      </p:sp>
      <p:sp>
        <p:nvSpPr>
          <p:cNvPr id="33" name="Slide Number Placeholder 5">
            <a:extLst>
              <a:ext uri="{FF2B5EF4-FFF2-40B4-BE49-F238E27FC236}">
                <a16:creationId xmlns:a16="http://schemas.microsoft.com/office/drawing/2014/main" id="{C02E0708-4D86-44F8-B4F9-1E6BEA5F151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dirty="0">
              <a:solidFill>
                <a:srgbClr val="959CA0"/>
              </a:solidFill>
            </a:endParaRPr>
          </a:p>
        </p:txBody>
      </p:sp>
      <p:pic>
        <p:nvPicPr>
          <p:cNvPr id="11" name="Graphic 10">
            <a:extLst>
              <a:ext uri="{FF2B5EF4-FFF2-40B4-BE49-F238E27FC236}">
                <a16:creationId xmlns:a16="http://schemas.microsoft.com/office/drawing/2014/main" id="{DF16763F-C469-814B-B3F1-2A463EAEA87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90624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 IQVIA">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384694" y="294468"/>
            <a:ext cx="11338560" cy="768263"/>
          </a:xfrm>
          <a:prstGeom prst="rect">
            <a:avLst/>
          </a:prstGeom>
        </p:spPr>
        <p:txBody>
          <a:bodyPr lIns="91440" tIns="45720" rIns="91440" bIns="45720" anchor="b" anchorCtr="0"/>
          <a:lstStyle>
            <a:lvl1pPr>
              <a:defRPr sz="2800" b="1">
                <a:solidFill>
                  <a:schemeClr val="tx1"/>
                </a:solidFill>
              </a:defRPr>
            </a:lvl1pPr>
          </a:lstStyle>
          <a:p>
            <a:r>
              <a:rPr lang="en-US" dirty="0"/>
              <a:t>Headlines are 28pt Arial Bold sentence case</a:t>
            </a:r>
          </a:p>
        </p:txBody>
      </p:sp>
      <p:sp>
        <p:nvSpPr>
          <p:cNvPr id="53" name="Footer Placeholder 4">
            <a:extLst>
              <a:ext uri="{FF2B5EF4-FFF2-40B4-BE49-F238E27FC236}">
                <a16:creationId xmlns:a16="http://schemas.microsoft.com/office/drawing/2014/main" id="{B43D20F7-04AA-0E4D-91D5-5DB9ECAF95F0}"/>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dirty="0"/>
          </a:p>
        </p:txBody>
      </p:sp>
      <p:sp>
        <p:nvSpPr>
          <p:cNvPr id="29" name="Slide Number Placeholder 5">
            <a:extLst>
              <a:ext uri="{FF2B5EF4-FFF2-40B4-BE49-F238E27FC236}">
                <a16:creationId xmlns:a16="http://schemas.microsoft.com/office/drawing/2014/main" id="{5EA968B8-FA3A-4F62-92E8-E94086C1347B}"/>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dirty="0">
              <a:solidFill>
                <a:srgbClr val="959CA0"/>
              </a:solidFill>
            </a:endParaRPr>
          </a:p>
        </p:txBody>
      </p:sp>
      <p:pic>
        <p:nvPicPr>
          <p:cNvPr id="7" name="Graphic 6">
            <a:extLst>
              <a:ext uri="{FF2B5EF4-FFF2-40B4-BE49-F238E27FC236}">
                <a16:creationId xmlns:a16="http://schemas.microsoft.com/office/drawing/2014/main" id="{D12220C1-1EAE-C14B-89F3-9751E5993BA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7818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Subhead_Only - IQVIA">
    <p:spTree>
      <p:nvGrpSpPr>
        <p:cNvPr id="1" name=""/>
        <p:cNvGrpSpPr/>
        <p:nvPr/>
      </p:nvGrpSpPr>
      <p:grpSpPr>
        <a:xfrm>
          <a:off x="0" y="0"/>
          <a:ext cx="0" cy="0"/>
          <a:chOff x="0" y="0"/>
          <a:chExt cx="0" cy="0"/>
        </a:xfrm>
      </p:grpSpPr>
      <p:sp>
        <p:nvSpPr>
          <p:cNvPr id="12"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1"/>
                </a:solidFill>
              </a:defRPr>
            </a:lvl1pPr>
          </a:lstStyle>
          <a:p>
            <a:pPr lvl="0"/>
            <a:r>
              <a:rPr lang="en-US" dirty="0"/>
              <a:t>Subheads are 20pt Arial Italic sentence case</a:t>
            </a:r>
          </a:p>
        </p:txBody>
      </p:sp>
      <p:sp>
        <p:nvSpPr>
          <p:cNvPr id="13" name="Title 1"/>
          <p:cNvSpPr>
            <a:spLocks noGrp="1"/>
          </p:cNvSpPr>
          <p:nvPr>
            <p:ph type="title" hasCustomPrompt="1"/>
          </p:nvPr>
        </p:nvSpPr>
        <p:spPr>
          <a:xfrm>
            <a:off x="384694" y="294468"/>
            <a:ext cx="11338560" cy="768263"/>
          </a:xfrm>
          <a:prstGeom prst="rect">
            <a:avLst/>
          </a:prstGeom>
        </p:spPr>
        <p:txBody>
          <a:bodyPr anchor="b" anchorCtr="0"/>
          <a:lstStyle>
            <a:lvl1pPr>
              <a:defRPr sz="2800" b="1">
                <a:solidFill>
                  <a:schemeClr val="tx1"/>
                </a:solidFill>
              </a:defRPr>
            </a:lvl1pPr>
          </a:lstStyle>
          <a:p>
            <a:r>
              <a:rPr lang="en-US" dirty="0"/>
              <a:t>Headlines are 28pt Arial Bold sentence case</a:t>
            </a:r>
          </a:p>
        </p:txBody>
      </p:sp>
      <p:sp>
        <p:nvSpPr>
          <p:cNvPr id="55" name="Footer Placeholder 4">
            <a:extLst>
              <a:ext uri="{FF2B5EF4-FFF2-40B4-BE49-F238E27FC236}">
                <a16:creationId xmlns:a16="http://schemas.microsoft.com/office/drawing/2014/main" id="{76ED9213-76D9-7A47-BBC6-21289543AEB2}"/>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dirty="0"/>
          </a:p>
        </p:txBody>
      </p:sp>
      <p:sp>
        <p:nvSpPr>
          <p:cNvPr id="35" name="Slide Number Placeholder 5">
            <a:extLst>
              <a:ext uri="{FF2B5EF4-FFF2-40B4-BE49-F238E27FC236}">
                <a16:creationId xmlns:a16="http://schemas.microsoft.com/office/drawing/2014/main" id="{1E387831-BA5F-49F6-AA7A-A7D23D1B4F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dirty="0">
              <a:solidFill>
                <a:srgbClr val="959CA0"/>
              </a:solidFill>
            </a:endParaRPr>
          </a:p>
        </p:txBody>
      </p:sp>
      <p:pic>
        <p:nvPicPr>
          <p:cNvPr id="8" name="Graphic 7">
            <a:extLst>
              <a:ext uri="{FF2B5EF4-FFF2-40B4-BE49-F238E27FC236}">
                <a16:creationId xmlns:a16="http://schemas.microsoft.com/office/drawing/2014/main" id="{BCBCE073-12D8-9D4F-9B15-2F9BE4AC354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19936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ogo Only - IQVIA">
    <p:spTree>
      <p:nvGrpSpPr>
        <p:cNvPr id="1" name=""/>
        <p:cNvGrpSpPr/>
        <p:nvPr/>
      </p:nvGrpSpPr>
      <p:grpSpPr>
        <a:xfrm>
          <a:off x="0" y="0"/>
          <a:ext cx="0" cy="0"/>
          <a:chOff x="0" y="0"/>
          <a:chExt cx="0" cy="0"/>
        </a:xfrm>
      </p:grpSpPr>
      <p:sp>
        <p:nvSpPr>
          <p:cNvPr id="53" name="Footer Placeholder 4">
            <a:extLst>
              <a:ext uri="{FF2B5EF4-FFF2-40B4-BE49-F238E27FC236}">
                <a16:creationId xmlns:a16="http://schemas.microsoft.com/office/drawing/2014/main" id="{EBE92459-5CCD-6042-9D0E-BAC9DA03F841}"/>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dirty="0"/>
          </a:p>
        </p:txBody>
      </p:sp>
      <p:sp>
        <p:nvSpPr>
          <p:cNvPr id="31" name="Slide Number Placeholder 5">
            <a:extLst>
              <a:ext uri="{FF2B5EF4-FFF2-40B4-BE49-F238E27FC236}">
                <a16:creationId xmlns:a16="http://schemas.microsoft.com/office/drawing/2014/main" id="{75C2CC54-E1EC-4DF9-A3B0-2009DB97279A}"/>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dirty="0">
              <a:solidFill>
                <a:srgbClr val="959CA0"/>
              </a:solidFill>
            </a:endParaRPr>
          </a:p>
        </p:txBody>
      </p:sp>
      <p:pic>
        <p:nvPicPr>
          <p:cNvPr id="6" name="Graphic 5">
            <a:extLst>
              <a:ext uri="{FF2B5EF4-FFF2-40B4-BE49-F238E27FC236}">
                <a16:creationId xmlns:a16="http://schemas.microsoft.com/office/drawing/2014/main" id="{A8B63251-79DB-3544-890F-9DDA614A5D8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256368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lank - IQVIA">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2DEFF783-1996-4984-99EE-7B1AC1AE1A3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dirty="0">
              <a:solidFill>
                <a:srgbClr val="959CA0"/>
              </a:solidFill>
            </a:endParaRPr>
          </a:p>
        </p:txBody>
      </p:sp>
    </p:spTree>
    <p:extLst>
      <p:ext uri="{BB962C8B-B14F-4D97-AF65-F5344CB8AC3E}">
        <p14:creationId xmlns:p14="http://schemas.microsoft.com/office/powerpoint/2010/main" val="3023169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able of Contents - IQVIA">
    <p:bg>
      <p:bgPr>
        <a:solidFill>
          <a:schemeClr val="bg1"/>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38658025-8660-B74C-8ED5-6D1A405A1A70}"/>
              </a:ext>
            </a:extLst>
          </p:cNvPr>
          <p:cNvSpPr/>
          <p:nvPr/>
        </p:nvSpPr>
        <p:spPr bwMode="gray">
          <a:xfrm>
            <a:off x="353568" y="0"/>
            <a:ext cx="11484864" cy="6858000"/>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dirty="0"/>
          </a:p>
        </p:txBody>
      </p:sp>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accent1"/>
              </a:buClr>
              <a:buFont typeface="System Font Regular"/>
              <a:buChar char="+"/>
              <a:defRPr sz="1800">
                <a:solidFill>
                  <a:schemeClr val="tx1"/>
                </a:solidFill>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defRPr>
            </a:lvl2pPr>
            <a:lvl3pPr marL="548640" indent="-182880">
              <a:lnSpc>
                <a:spcPct val="100000"/>
              </a:lnSpc>
              <a:spcBef>
                <a:spcPts val="800"/>
              </a:spcBef>
              <a:buClrTx/>
              <a:buFont typeface="Arial" panose="020B0604020202020204" pitchFamily="34" charset="0"/>
              <a:buChar char="›"/>
              <a:defRPr sz="1600">
                <a:solidFill>
                  <a:schemeClr val="tx1"/>
                </a:solidFill>
              </a:defRPr>
            </a:lvl3pPr>
            <a:lvl4pPr marL="731520" indent="-182880">
              <a:lnSpc>
                <a:spcPct val="100000"/>
              </a:lnSpc>
              <a:spcBef>
                <a:spcPts val="800"/>
              </a:spcBef>
              <a:buClrTx/>
              <a:buFont typeface="Arial" panose="020B0604020202020204" pitchFamily="34" charset="0"/>
              <a:buChar char="»"/>
              <a:defRPr sz="1600">
                <a:solidFill>
                  <a:schemeClr val="tx1"/>
                </a:solidFill>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defRPr>
            </a:lvl5pPr>
          </a:lstStyle>
          <a:p>
            <a:pPr lvl="0"/>
            <a:r>
              <a:rPr lang="en-US" dirty="0"/>
              <a:t>Arial 18pt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a:p>
            <a:pPr lvl="0"/>
            <a:r>
              <a:rPr lang="en-US" dirty="0"/>
              <a:t>Arial 18pt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anchor="ctr"/>
          <a:lstStyle>
            <a:lvl1pPr>
              <a:defRPr sz="3200" b="1">
                <a:solidFill>
                  <a:schemeClr val="accent1"/>
                </a:solidFill>
              </a:defRPr>
            </a:lvl1pPr>
          </a:lstStyle>
          <a:p>
            <a:r>
              <a:rPr lang="en-US" dirty="0"/>
              <a:t>Table of contents or Agenda</a:t>
            </a:r>
          </a:p>
        </p:txBody>
      </p:sp>
      <p:grpSp>
        <p:nvGrpSpPr>
          <p:cNvPr id="4" name="Group 3">
            <a:extLst>
              <a:ext uri="{FF2B5EF4-FFF2-40B4-BE49-F238E27FC236}">
                <a16:creationId xmlns:a16="http://schemas.microsoft.com/office/drawing/2014/main" id="{6A1CD0AD-A634-4EA6-AE67-C63B52CE7B06}"/>
              </a:ext>
            </a:extLst>
          </p:cNvPr>
          <p:cNvGrpSpPr/>
          <p:nvPr/>
        </p:nvGrpSpPr>
        <p:grpSpPr>
          <a:xfrm>
            <a:off x="-1" y="260324"/>
            <a:ext cx="1250388" cy="1575820"/>
            <a:chOff x="-1" y="260324"/>
            <a:chExt cx="1250388" cy="1575820"/>
          </a:xfrm>
          <a:solidFill>
            <a:schemeClr val="accent1"/>
          </a:solidFill>
        </p:grpSpPr>
        <p:grpSp>
          <p:nvGrpSpPr>
            <p:cNvPr id="78" name="Group 77">
              <a:extLst>
                <a:ext uri="{FF2B5EF4-FFF2-40B4-BE49-F238E27FC236}">
                  <a16:creationId xmlns:a16="http://schemas.microsoft.com/office/drawing/2014/main" id="{B2E777F5-EFF3-457A-8259-AC8F3FAFC249}"/>
                </a:ext>
              </a:extLst>
            </p:cNvPr>
            <p:cNvGrpSpPr/>
            <p:nvPr/>
          </p:nvGrpSpPr>
          <p:grpSpPr>
            <a:xfrm>
              <a:off x="686264" y="1652391"/>
              <a:ext cx="564123" cy="183753"/>
              <a:chOff x="876236" y="5534957"/>
              <a:chExt cx="1674271" cy="545364"/>
            </a:xfrm>
            <a:grpFill/>
          </p:grpSpPr>
          <p:sp>
            <p:nvSpPr>
              <p:cNvPr id="96" name="Rectangle 95">
                <a:extLst>
                  <a:ext uri="{FF2B5EF4-FFF2-40B4-BE49-F238E27FC236}">
                    <a16:creationId xmlns:a16="http://schemas.microsoft.com/office/drawing/2014/main" id="{B117E7E6-D510-412B-8045-21F2179CDBFD}"/>
                  </a:ext>
                </a:extLst>
              </p:cNvPr>
              <p:cNvSpPr/>
              <p:nvPr/>
            </p:nvSpPr>
            <p:spPr>
              <a:xfrm>
                <a:off x="1154393" y="5534957"/>
                <a:ext cx="1117582"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97" name="Oval 96">
                <a:extLst>
                  <a:ext uri="{FF2B5EF4-FFF2-40B4-BE49-F238E27FC236}">
                    <a16:creationId xmlns:a16="http://schemas.microsoft.com/office/drawing/2014/main" id="{79A544B5-B37E-40F9-A3D1-E4A00DF6E89F}"/>
                  </a:ext>
                </a:extLst>
              </p:cNvPr>
              <p:cNvSpPr/>
              <p:nvPr/>
            </p:nvSpPr>
            <p:spPr>
              <a:xfrm>
                <a:off x="2005143"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98" name="Oval 97">
                <a:extLst>
                  <a:ext uri="{FF2B5EF4-FFF2-40B4-BE49-F238E27FC236}">
                    <a16:creationId xmlns:a16="http://schemas.microsoft.com/office/drawing/2014/main" id="{EF1038BB-A4E9-41A9-B2F4-23E7F5CD6621}"/>
                  </a:ext>
                </a:extLst>
              </p:cNvPr>
              <p:cNvSpPr/>
              <p:nvPr/>
            </p:nvSpPr>
            <p:spPr>
              <a:xfrm>
                <a:off x="876236"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grpSp>
          <p:nvGrpSpPr>
            <p:cNvPr id="79" name="Group 78">
              <a:extLst>
                <a:ext uri="{FF2B5EF4-FFF2-40B4-BE49-F238E27FC236}">
                  <a16:creationId xmlns:a16="http://schemas.microsoft.com/office/drawing/2014/main" id="{029BE464-4CCF-4D58-8077-7337778D29CA}"/>
                </a:ext>
              </a:extLst>
            </p:cNvPr>
            <p:cNvGrpSpPr/>
            <p:nvPr/>
          </p:nvGrpSpPr>
          <p:grpSpPr>
            <a:xfrm>
              <a:off x="864211" y="1304375"/>
              <a:ext cx="386176" cy="183753"/>
              <a:chOff x="1404367" y="4502072"/>
              <a:chExt cx="1146140" cy="545364"/>
            </a:xfrm>
            <a:grpFill/>
          </p:grpSpPr>
          <p:sp>
            <p:nvSpPr>
              <p:cNvPr id="93" name="Rectangle 92">
                <a:extLst>
                  <a:ext uri="{FF2B5EF4-FFF2-40B4-BE49-F238E27FC236}">
                    <a16:creationId xmlns:a16="http://schemas.microsoft.com/office/drawing/2014/main" id="{D0DC8CC7-4C81-439E-B602-330616AC3184}"/>
                  </a:ext>
                </a:extLst>
              </p:cNvPr>
              <p:cNvSpPr/>
              <p:nvPr/>
            </p:nvSpPr>
            <p:spPr>
              <a:xfrm>
                <a:off x="1682197" y="4502072"/>
                <a:ext cx="589775"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94" name="Oval 93">
                <a:extLst>
                  <a:ext uri="{FF2B5EF4-FFF2-40B4-BE49-F238E27FC236}">
                    <a16:creationId xmlns:a16="http://schemas.microsoft.com/office/drawing/2014/main" id="{ECB59EFB-5B99-4637-9821-186308CA811D}"/>
                  </a:ext>
                </a:extLst>
              </p:cNvPr>
              <p:cNvSpPr/>
              <p:nvPr/>
            </p:nvSpPr>
            <p:spPr>
              <a:xfrm>
                <a:off x="2005143"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95" name="Oval 94">
                <a:extLst>
                  <a:ext uri="{FF2B5EF4-FFF2-40B4-BE49-F238E27FC236}">
                    <a16:creationId xmlns:a16="http://schemas.microsoft.com/office/drawing/2014/main" id="{7060CC02-8F6C-45AF-9DBE-33B4EAA77FAE}"/>
                  </a:ext>
                </a:extLst>
              </p:cNvPr>
              <p:cNvSpPr/>
              <p:nvPr/>
            </p:nvSpPr>
            <p:spPr>
              <a:xfrm>
                <a:off x="1404367"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grpSp>
          <p:nvGrpSpPr>
            <p:cNvPr id="80" name="Group 79">
              <a:extLst>
                <a:ext uri="{FF2B5EF4-FFF2-40B4-BE49-F238E27FC236}">
                  <a16:creationId xmlns:a16="http://schemas.microsoft.com/office/drawing/2014/main" id="{EDBE8CF3-142D-438A-880B-7423D1E442C5}"/>
                </a:ext>
              </a:extLst>
            </p:cNvPr>
            <p:cNvGrpSpPr/>
            <p:nvPr/>
          </p:nvGrpSpPr>
          <p:grpSpPr>
            <a:xfrm>
              <a:off x="917753" y="956358"/>
              <a:ext cx="332634" cy="183753"/>
              <a:chOff x="1560101" y="3469185"/>
              <a:chExt cx="987231" cy="545364"/>
            </a:xfrm>
            <a:grpFill/>
          </p:grpSpPr>
          <p:sp>
            <p:nvSpPr>
              <p:cNvPr id="90" name="Oval 89">
                <a:extLst>
                  <a:ext uri="{FF2B5EF4-FFF2-40B4-BE49-F238E27FC236}">
                    <a16:creationId xmlns:a16="http://schemas.microsoft.com/office/drawing/2014/main" id="{61D9E7AA-5FDE-45C3-B7AC-F8C06B142069}"/>
                  </a:ext>
                </a:extLst>
              </p:cNvPr>
              <p:cNvSpPr/>
              <p:nvPr/>
            </p:nvSpPr>
            <p:spPr>
              <a:xfrm>
                <a:off x="1560101"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91" name="Rectangle 90">
                <a:extLst>
                  <a:ext uri="{FF2B5EF4-FFF2-40B4-BE49-F238E27FC236}">
                    <a16:creationId xmlns:a16="http://schemas.microsoft.com/office/drawing/2014/main" id="{13502E5E-1590-4501-977E-A406C72F35D0}"/>
                  </a:ext>
                </a:extLst>
              </p:cNvPr>
              <p:cNvSpPr/>
              <p:nvPr/>
            </p:nvSpPr>
            <p:spPr>
              <a:xfrm>
                <a:off x="1825936" y="3469185"/>
                <a:ext cx="446037"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92" name="Oval 91">
                <a:extLst>
                  <a:ext uri="{FF2B5EF4-FFF2-40B4-BE49-F238E27FC236}">
                    <a16:creationId xmlns:a16="http://schemas.microsoft.com/office/drawing/2014/main" id="{9849375F-4430-4BAF-8CD8-BABE2895B0CD}"/>
                  </a:ext>
                </a:extLst>
              </p:cNvPr>
              <p:cNvSpPr/>
              <p:nvPr/>
            </p:nvSpPr>
            <p:spPr>
              <a:xfrm>
                <a:off x="2001968"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grpSp>
          <p:nvGrpSpPr>
            <p:cNvPr id="81" name="Group 80">
              <a:extLst>
                <a:ext uri="{FF2B5EF4-FFF2-40B4-BE49-F238E27FC236}">
                  <a16:creationId xmlns:a16="http://schemas.microsoft.com/office/drawing/2014/main" id="{7C368109-07EC-4B00-B53E-7AA055EEDBEE}"/>
                </a:ext>
              </a:extLst>
            </p:cNvPr>
            <p:cNvGrpSpPr/>
            <p:nvPr/>
          </p:nvGrpSpPr>
          <p:grpSpPr>
            <a:xfrm>
              <a:off x="868078" y="608341"/>
              <a:ext cx="382309" cy="183753"/>
              <a:chOff x="1415887" y="2436300"/>
              <a:chExt cx="1134663" cy="545364"/>
            </a:xfrm>
            <a:grpFill/>
          </p:grpSpPr>
          <p:sp>
            <p:nvSpPr>
              <p:cNvPr id="87" name="Oval 86">
                <a:extLst>
                  <a:ext uri="{FF2B5EF4-FFF2-40B4-BE49-F238E27FC236}">
                    <a16:creationId xmlns:a16="http://schemas.microsoft.com/office/drawing/2014/main" id="{458E032A-AC8B-4235-848E-250F4190B814}"/>
                  </a:ext>
                </a:extLst>
              </p:cNvPr>
              <p:cNvSpPr/>
              <p:nvPr/>
            </p:nvSpPr>
            <p:spPr>
              <a:xfrm>
                <a:off x="2005186"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88" name="Oval 87">
                <a:extLst>
                  <a:ext uri="{FF2B5EF4-FFF2-40B4-BE49-F238E27FC236}">
                    <a16:creationId xmlns:a16="http://schemas.microsoft.com/office/drawing/2014/main" id="{6E7F926D-F5AA-4D9E-9C81-33784AC45D52}"/>
                  </a:ext>
                </a:extLst>
              </p:cNvPr>
              <p:cNvSpPr/>
              <p:nvPr/>
            </p:nvSpPr>
            <p:spPr>
              <a:xfrm>
                <a:off x="1415887"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89" name="Rectangle 88">
                <a:extLst>
                  <a:ext uri="{FF2B5EF4-FFF2-40B4-BE49-F238E27FC236}">
                    <a16:creationId xmlns:a16="http://schemas.microsoft.com/office/drawing/2014/main" id="{C1912F97-C2EB-4275-9791-4E9C64D9ACD9}"/>
                  </a:ext>
                </a:extLst>
              </p:cNvPr>
              <p:cNvSpPr/>
              <p:nvPr/>
            </p:nvSpPr>
            <p:spPr>
              <a:xfrm>
                <a:off x="1682240" y="2436300"/>
                <a:ext cx="58973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grpSp>
          <p:nvGrpSpPr>
            <p:cNvPr id="82" name="Group 81">
              <a:extLst>
                <a:ext uri="{FF2B5EF4-FFF2-40B4-BE49-F238E27FC236}">
                  <a16:creationId xmlns:a16="http://schemas.microsoft.com/office/drawing/2014/main" id="{C16323A1-198A-411C-8014-263092240122}"/>
                </a:ext>
              </a:extLst>
            </p:cNvPr>
            <p:cNvGrpSpPr/>
            <p:nvPr/>
          </p:nvGrpSpPr>
          <p:grpSpPr>
            <a:xfrm>
              <a:off x="693506" y="260324"/>
              <a:ext cx="556881" cy="183753"/>
              <a:chOff x="898206" y="1403413"/>
              <a:chExt cx="1652778" cy="545364"/>
            </a:xfrm>
            <a:grpFill/>
          </p:grpSpPr>
          <p:sp>
            <p:nvSpPr>
              <p:cNvPr id="84" name="Oval 83">
                <a:extLst>
                  <a:ext uri="{FF2B5EF4-FFF2-40B4-BE49-F238E27FC236}">
                    <a16:creationId xmlns:a16="http://schemas.microsoft.com/office/drawing/2014/main" id="{EBCE0676-4E25-4F10-A07B-A47F92C7CF81}"/>
                  </a:ext>
                </a:extLst>
              </p:cNvPr>
              <p:cNvSpPr/>
              <p:nvPr/>
            </p:nvSpPr>
            <p:spPr>
              <a:xfrm>
                <a:off x="2005620"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85" name="Oval 84">
                <a:extLst>
                  <a:ext uri="{FF2B5EF4-FFF2-40B4-BE49-F238E27FC236}">
                    <a16:creationId xmlns:a16="http://schemas.microsoft.com/office/drawing/2014/main" id="{54E9DB86-0937-4D11-B319-669FF994439C}"/>
                  </a:ext>
                </a:extLst>
              </p:cNvPr>
              <p:cNvSpPr/>
              <p:nvPr/>
            </p:nvSpPr>
            <p:spPr>
              <a:xfrm>
                <a:off x="898206"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86" name="Rectangle 85">
                <a:extLst>
                  <a:ext uri="{FF2B5EF4-FFF2-40B4-BE49-F238E27FC236}">
                    <a16:creationId xmlns:a16="http://schemas.microsoft.com/office/drawing/2014/main" id="{3D6AB82A-C88A-4E42-B5CF-C687B3371284}"/>
                  </a:ext>
                </a:extLst>
              </p:cNvPr>
              <p:cNvSpPr/>
              <p:nvPr/>
            </p:nvSpPr>
            <p:spPr>
              <a:xfrm>
                <a:off x="1164538" y="1403413"/>
                <a:ext cx="111758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sp>
          <p:nvSpPr>
            <p:cNvPr id="103" name="Freeform: Shape 102">
              <a:extLst>
                <a:ext uri="{FF2B5EF4-FFF2-40B4-BE49-F238E27FC236}">
                  <a16:creationId xmlns:a16="http://schemas.microsoft.com/office/drawing/2014/main" id="{754DFB64-FFE8-4762-8BD2-6D5B67A56394}"/>
                </a:ext>
              </a:extLst>
            </p:cNvPr>
            <p:cNvSpPr/>
            <p:nvPr/>
          </p:nvSpPr>
          <p:spPr>
            <a:xfrm>
              <a:off x="0" y="260324"/>
              <a:ext cx="550424" cy="183006"/>
            </a:xfrm>
            <a:custGeom>
              <a:avLst/>
              <a:gdLst>
                <a:gd name="connsiteX0" fmla="*/ 0 w 550424"/>
                <a:gd name="connsiteY0" fmla="*/ 0 h 183006"/>
                <a:gd name="connsiteX1" fmla="*/ 456956 w 550424"/>
                <a:gd name="connsiteY1" fmla="*/ 0 h 183006"/>
                <a:gd name="connsiteX2" fmla="*/ 456956 w 550424"/>
                <a:gd name="connsiteY2" fmla="*/ 397 h 183006"/>
                <a:gd name="connsiteX3" fmla="*/ 458921 w 550424"/>
                <a:gd name="connsiteY3" fmla="*/ 0 h 183006"/>
                <a:gd name="connsiteX4" fmla="*/ 550424 w 550424"/>
                <a:gd name="connsiteY4" fmla="*/ 91503 h 183006"/>
                <a:gd name="connsiteX5" fmla="*/ 458921 w 550424"/>
                <a:gd name="connsiteY5" fmla="*/ 183006 h 183006"/>
                <a:gd name="connsiteX6" fmla="*/ 456956 w 550424"/>
                <a:gd name="connsiteY6" fmla="*/ 182609 h 183006"/>
                <a:gd name="connsiteX7" fmla="*/ 456956 w 550424"/>
                <a:gd name="connsiteY7" fmla="*/ 183006 h 183006"/>
                <a:gd name="connsiteX8" fmla="*/ 0 w 550424"/>
                <a:gd name="connsiteY8" fmla="*/ 183006 h 183006"/>
                <a:gd name="connsiteX9" fmla="*/ 0 w 550424"/>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424" h="183006">
                  <a:moveTo>
                    <a:pt x="0" y="0"/>
                  </a:moveTo>
                  <a:lnTo>
                    <a:pt x="456956" y="0"/>
                  </a:lnTo>
                  <a:lnTo>
                    <a:pt x="456956" y="397"/>
                  </a:lnTo>
                  <a:lnTo>
                    <a:pt x="458921" y="0"/>
                  </a:lnTo>
                  <a:cubicBezTo>
                    <a:pt x="509457" y="0"/>
                    <a:pt x="550424" y="40967"/>
                    <a:pt x="550424" y="91503"/>
                  </a:cubicBezTo>
                  <a:cubicBezTo>
                    <a:pt x="550424" y="142039"/>
                    <a:pt x="509457" y="183006"/>
                    <a:pt x="458921" y="183006"/>
                  </a:cubicBezTo>
                  <a:lnTo>
                    <a:pt x="456956" y="182609"/>
                  </a:lnTo>
                  <a:lnTo>
                    <a:pt x="45695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106" name="Freeform: Shape 105">
              <a:extLst>
                <a:ext uri="{FF2B5EF4-FFF2-40B4-BE49-F238E27FC236}">
                  <a16:creationId xmlns:a16="http://schemas.microsoft.com/office/drawing/2014/main" id="{82D6BF1B-7B4E-4715-B3AA-0137D5565B61}"/>
                </a:ext>
              </a:extLst>
            </p:cNvPr>
            <p:cNvSpPr/>
            <p:nvPr/>
          </p:nvSpPr>
          <p:spPr>
            <a:xfrm>
              <a:off x="-1" y="608341"/>
              <a:ext cx="733596" cy="182880"/>
            </a:xfrm>
            <a:custGeom>
              <a:avLst/>
              <a:gdLst>
                <a:gd name="connsiteX0" fmla="*/ 0 w 733596"/>
                <a:gd name="connsiteY0" fmla="*/ 0 h 182880"/>
                <a:gd name="connsiteX1" fmla="*/ 642156 w 733596"/>
                <a:gd name="connsiteY1" fmla="*/ 0 h 182880"/>
                <a:gd name="connsiteX2" fmla="*/ 733596 w 733596"/>
                <a:gd name="connsiteY2" fmla="*/ 91440 h 182880"/>
                <a:gd name="connsiteX3" fmla="*/ 642156 w 733596"/>
                <a:gd name="connsiteY3" fmla="*/ 182880 h 182880"/>
                <a:gd name="connsiteX4" fmla="*/ 0 w 733596"/>
                <a:gd name="connsiteY4" fmla="*/ 182880 h 182880"/>
                <a:gd name="connsiteX5" fmla="*/ 0 w 733596"/>
                <a:gd name="connsiteY5" fmla="*/ 0 h 1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3596" h="182880">
                  <a:moveTo>
                    <a:pt x="0" y="0"/>
                  </a:moveTo>
                  <a:lnTo>
                    <a:pt x="642156" y="0"/>
                  </a:lnTo>
                  <a:cubicBezTo>
                    <a:pt x="692657" y="0"/>
                    <a:pt x="733596" y="40939"/>
                    <a:pt x="733596" y="91440"/>
                  </a:cubicBezTo>
                  <a:cubicBezTo>
                    <a:pt x="733596" y="141941"/>
                    <a:pt x="692657" y="182880"/>
                    <a:pt x="642156" y="182880"/>
                  </a:cubicBezTo>
                  <a:lnTo>
                    <a:pt x="0" y="182880"/>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112" name="Freeform: Shape 111">
              <a:extLst>
                <a:ext uri="{FF2B5EF4-FFF2-40B4-BE49-F238E27FC236}">
                  <a16:creationId xmlns:a16="http://schemas.microsoft.com/office/drawing/2014/main" id="{DFFECD78-AD3E-430A-825C-361F3F0A6DF1}"/>
                </a:ext>
              </a:extLst>
            </p:cNvPr>
            <p:cNvSpPr/>
            <p:nvPr/>
          </p:nvSpPr>
          <p:spPr>
            <a:xfrm>
              <a:off x="0" y="952508"/>
              <a:ext cx="786403" cy="183006"/>
            </a:xfrm>
            <a:custGeom>
              <a:avLst/>
              <a:gdLst>
                <a:gd name="connsiteX0" fmla="*/ 0 w 786403"/>
                <a:gd name="connsiteY0" fmla="*/ 0 h 183006"/>
                <a:gd name="connsiteX1" fmla="*/ 692936 w 786403"/>
                <a:gd name="connsiteY1" fmla="*/ 0 h 183006"/>
                <a:gd name="connsiteX2" fmla="*/ 692936 w 786403"/>
                <a:gd name="connsiteY2" fmla="*/ 397 h 183006"/>
                <a:gd name="connsiteX3" fmla="*/ 694900 w 786403"/>
                <a:gd name="connsiteY3" fmla="*/ 0 h 183006"/>
                <a:gd name="connsiteX4" fmla="*/ 786403 w 786403"/>
                <a:gd name="connsiteY4" fmla="*/ 91503 h 183006"/>
                <a:gd name="connsiteX5" fmla="*/ 694900 w 786403"/>
                <a:gd name="connsiteY5" fmla="*/ 183006 h 183006"/>
                <a:gd name="connsiteX6" fmla="*/ 692936 w 786403"/>
                <a:gd name="connsiteY6" fmla="*/ 182610 h 183006"/>
                <a:gd name="connsiteX7" fmla="*/ 692936 w 786403"/>
                <a:gd name="connsiteY7" fmla="*/ 183006 h 183006"/>
                <a:gd name="connsiteX8" fmla="*/ 0 w 786403"/>
                <a:gd name="connsiteY8" fmla="*/ 183006 h 183006"/>
                <a:gd name="connsiteX9" fmla="*/ 0 w 786403"/>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6403" h="183006">
                  <a:moveTo>
                    <a:pt x="0" y="0"/>
                  </a:moveTo>
                  <a:lnTo>
                    <a:pt x="692936" y="0"/>
                  </a:lnTo>
                  <a:lnTo>
                    <a:pt x="692936" y="397"/>
                  </a:lnTo>
                  <a:lnTo>
                    <a:pt x="694900" y="0"/>
                  </a:lnTo>
                  <a:cubicBezTo>
                    <a:pt x="745436" y="0"/>
                    <a:pt x="786403" y="40967"/>
                    <a:pt x="786403" y="91503"/>
                  </a:cubicBezTo>
                  <a:cubicBezTo>
                    <a:pt x="786403" y="142039"/>
                    <a:pt x="745436" y="183006"/>
                    <a:pt x="694900" y="183006"/>
                  </a:cubicBezTo>
                  <a:lnTo>
                    <a:pt x="692936" y="182610"/>
                  </a:lnTo>
                  <a:lnTo>
                    <a:pt x="69293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115" name="Freeform: Shape 114">
              <a:extLst>
                <a:ext uri="{FF2B5EF4-FFF2-40B4-BE49-F238E27FC236}">
                  <a16:creationId xmlns:a16="http://schemas.microsoft.com/office/drawing/2014/main" id="{01864E2F-2224-4B8D-A54C-010E70A5006D}"/>
                </a:ext>
              </a:extLst>
            </p:cNvPr>
            <p:cNvSpPr/>
            <p:nvPr/>
          </p:nvSpPr>
          <p:spPr>
            <a:xfrm>
              <a:off x="-1" y="1304902"/>
              <a:ext cx="733596" cy="182880"/>
            </a:xfrm>
            <a:custGeom>
              <a:avLst/>
              <a:gdLst>
                <a:gd name="connsiteX0" fmla="*/ 0 w 733596"/>
                <a:gd name="connsiteY0" fmla="*/ 0 h 182880"/>
                <a:gd name="connsiteX1" fmla="*/ 642156 w 733596"/>
                <a:gd name="connsiteY1" fmla="*/ 0 h 182880"/>
                <a:gd name="connsiteX2" fmla="*/ 733596 w 733596"/>
                <a:gd name="connsiteY2" fmla="*/ 91440 h 182880"/>
                <a:gd name="connsiteX3" fmla="*/ 642156 w 733596"/>
                <a:gd name="connsiteY3" fmla="*/ 182880 h 182880"/>
                <a:gd name="connsiteX4" fmla="*/ 0 w 733596"/>
                <a:gd name="connsiteY4" fmla="*/ 182880 h 182880"/>
                <a:gd name="connsiteX5" fmla="*/ 0 w 733596"/>
                <a:gd name="connsiteY5" fmla="*/ 0 h 1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3596" h="182880">
                  <a:moveTo>
                    <a:pt x="0" y="0"/>
                  </a:moveTo>
                  <a:lnTo>
                    <a:pt x="642156" y="0"/>
                  </a:lnTo>
                  <a:cubicBezTo>
                    <a:pt x="692657" y="0"/>
                    <a:pt x="733596" y="40939"/>
                    <a:pt x="733596" y="91440"/>
                  </a:cubicBezTo>
                  <a:cubicBezTo>
                    <a:pt x="733596" y="141941"/>
                    <a:pt x="692657" y="182880"/>
                    <a:pt x="642156" y="182880"/>
                  </a:cubicBezTo>
                  <a:lnTo>
                    <a:pt x="0" y="182880"/>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118" name="Freeform: Shape 117">
              <a:extLst>
                <a:ext uri="{FF2B5EF4-FFF2-40B4-BE49-F238E27FC236}">
                  <a16:creationId xmlns:a16="http://schemas.microsoft.com/office/drawing/2014/main" id="{8652EA3D-B91A-4960-BC33-8380D943F8F9}"/>
                </a:ext>
              </a:extLst>
            </p:cNvPr>
            <p:cNvSpPr/>
            <p:nvPr/>
          </p:nvSpPr>
          <p:spPr>
            <a:xfrm>
              <a:off x="0" y="1649603"/>
              <a:ext cx="550424" cy="183006"/>
            </a:xfrm>
            <a:custGeom>
              <a:avLst/>
              <a:gdLst>
                <a:gd name="connsiteX0" fmla="*/ 0 w 550424"/>
                <a:gd name="connsiteY0" fmla="*/ 0 h 183006"/>
                <a:gd name="connsiteX1" fmla="*/ 456956 w 550424"/>
                <a:gd name="connsiteY1" fmla="*/ 0 h 183006"/>
                <a:gd name="connsiteX2" fmla="*/ 456956 w 550424"/>
                <a:gd name="connsiteY2" fmla="*/ 397 h 183006"/>
                <a:gd name="connsiteX3" fmla="*/ 458921 w 550424"/>
                <a:gd name="connsiteY3" fmla="*/ 0 h 183006"/>
                <a:gd name="connsiteX4" fmla="*/ 550424 w 550424"/>
                <a:gd name="connsiteY4" fmla="*/ 91503 h 183006"/>
                <a:gd name="connsiteX5" fmla="*/ 458921 w 550424"/>
                <a:gd name="connsiteY5" fmla="*/ 183006 h 183006"/>
                <a:gd name="connsiteX6" fmla="*/ 456956 w 550424"/>
                <a:gd name="connsiteY6" fmla="*/ 182609 h 183006"/>
                <a:gd name="connsiteX7" fmla="*/ 456956 w 550424"/>
                <a:gd name="connsiteY7" fmla="*/ 183006 h 183006"/>
                <a:gd name="connsiteX8" fmla="*/ 0 w 550424"/>
                <a:gd name="connsiteY8" fmla="*/ 183006 h 183006"/>
                <a:gd name="connsiteX9" fmla="*/ 0 w 550424"/>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424" h="183006">
                  <a:moveTo>
                    <a:pt x="0" y="0"/>
                  </a:moveTo>
                  <a:lnTo>
                    <a:pt x="456956" y="0"/>
                  </a:lnTo>
                  <a:lnTo>
                    <a:pt x="456956" y="397"/>
                  </a:lnTo>
                  <a:lnTo>
                    <a:pt x="458921" y="0"/>
                  </a:lnTo>
                  <a:cubicBezTo>
                    <a:pt x="509457" y="0"/>
                    <a:pt x="550424" y="40967"/>
                    <a:pt x="550424" y="91503"/>
                  </a:cubicBezTo>
                  <a:cubicBezTo>
                    <a:pt x="550424" y="142039"/>
                    <a:pt x="509457" y="183006"/>
                    <a:pt x="458921" y="183006"/>
                  </a:cubicBezTo>
                  <a:lnTo>
                    <a:pt x="456956" y="182609"/>
                  </a:lnTo>
                  <a:lnTo>
                    <a:pt x="45695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dirty="0">
              <a:solidFill>
                <a:srgbClr val="959CA0"/>
              </a:solidFill>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668684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able of Contents_Two Column - IQVIA">
    <p:bg>
      <p:bgPr>
        <a:solidFill>
          <a:schemeClr val="bg1"/>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38658025-8660-B74C-8ED5-6D1A405A1A70}"/>
              </a:ext>
            </a:extLst>
          </p:cNvPr>
          <p:cNvSpPr/>
          <p:nvPr/>
        </p:nvSpPr>
        <p:spPr bwMode="gray">
          <a:xfrm>
            <a:off x="353568" y="0"/>
            <a:ext cx="11484864" cy="6858000"/>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dirty="0"/>
          </a:p>
        </p:txBody>
      </p:sp>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accent1"/>
              </a:buClr>
              <a:buFont typeface="System Font Regular"/>
              <a:buChar char="+"/>
              <a:defRPr sz="1800">
                <a:solidFill>
                  <a:schemeClr val="tx1"/>
                </a:solidFill>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defRPr>
            </a:lvl2pPr>
            <a:lvl3pPr marL="548640" indent="-182880">
              <a:lnSpc>
                <a:spcPct val="100000"/>
              </a:lnSpc>
              <a:spcBef>
                <a:spcPts val="800"/>
              </a:spcBef>
              <a:buClrTx/>
              <a:buFont typeface="Arial" panose="020B0604020202020204" pitchFamily="34" charset="0"/>
              <a:buChar char="›"/>
              <a:defRPr sz="1600">
                <a:solidFill>
                  <a:schemeClr val="tx1"/>
                </a:solidFill>
              </a:defRPr>
            </a:lvl3pPr>
            <a:lvl4pPr marL="731520" indent="-182880">
              <a:lnSpc>
                <a:spcPct val="100000"/>
              </a:lnSpc>
              <a:spcBef>
                <a:spcPts val="800"/>
              </a:spcBef>
              <a:buClrTx/>
              <a:buFont typeface="Arial" panose="020B0604020202020204" pitchFamily="34" charset="0"/>
              <a:buChar char="»"/>
              <a:defRPr sz="1600">
                <a:solidFill>
                  <a:schemeClr val="tx1"/>
                </a:solidFill>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defRPr>
            </a:lvl5pPr>
          </a:lstStyle>
          <a:p>
            <a:pPr lvl="0"/>
            <a:r>
              <a:rPr lang="en-US" dirty="0"/>
              <a:t>Arial 18pt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a:p>
            <a:pPr lvl="0"/>
            <a:r>
              <a:rPr lang="en-US" dirty="0"/>
              <a:t>Arial 18pt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anchor="ctr"/>
          <a:lstStyle>
            <a:lvl1pPr>
              <a:defRPr sz="3200" b="1">
                <a:solidFill>
                  <a:schemeClr val="accent1"/>
                </a:solidFill>
              </a:defRPr>
            </a:lvl1pPr>
          </a:lstStyle>
          <a:p>
            <a:r>
              <a:rPr lang="en-US" dirty="0"/>
              <a:t>Table of contents or Agenda</a:t>
            </a:r>
          </a:p>
        </p:txBody>
      </p:sp>
      <p:grpSp>
        <p:nvGrpSpPr>
          <p:cNvPr id="4" name="Group 3">
            <a:extLst>
              <a:ext uri="{FF2B5EF4-FFF2-40B4-BE49-F238E27FC236}">
                <a16:creationId xmlns:a16="http://schemas.microsoft.com/office/drawing/2014/main" id="{6A1CD0AD-A634-4EA6-AE67-C63B52CE7B06}"/>
              </a:ext>
            </a:extLst>
          </p:cNvPr>
          <p:cNvGrpSpPr/>
          <p:nvPr/>
        </p:nvGrpSpPr>
        <p:grpSpPr>
          <a:xfrm>
            <a:off x="-1" y="260324"/>
            <a:ext cx="1250388" cy="1575820"/>
            <a:chOff x="-1" y="260324"/>
            <a:chExt cx="1250388" cy="1575820"/>
          </a:xfrm>
          <a:solidFill>
            <a:schemeClr val="accent1"/>
          </a:solidFill>
        </p:grpSpPr>
        <p:grpSp>
          <p:nvGrpSpPr>
            <p:cNvPr id="78" name="Group 77">
              <a:extLst>
                <a:ext uri="{FF2B5EF4-FFF2-40B4-BE49-F238E27FC236}">
                  <a16:creationId xmlns:a16="http://schemas.microsoft.com/office/drawing/2014/main" id="{B2E777F5-EFF3-457A-8259-AC8F3FAFC249}"/>
                </a:ext>
              </a:extLst>
            </p:cNvPr>
            <p:cNvGrpSpPr/>
            <p:nvPr/>
          </p:nvGrpSpPr>
          <p:grpSpPr>
            <a:xfrm>
              <a:off x="686264" y="1652391"/>
              <a:ext cx="564123" cy="183753"/>
              <a:chOff x="876236" y="5534957"/>
              <a:chExt cx="1674271" cy="545364"/>
            </a:xfrm>
            <a:grpFill/>
          </p:grpSpPr>
          <p:sp>
            <p:nvSpPr>
              <p:cNvPr id="96" name="Rectangle 95">
                <a:extLst>
                  <a:ext uri="{FF2B5EF4-FFF2-40B4-BE49-F238E27FC236}">
                    <a16:creationId xmlns:a16="http://schemas.microsoft.com/office/drawing/2014/main" id="{B117E7E6-D510-412B-8045-21F2179CDBFD}"/>
                  </a:ext>
                </a:extLst>
              </p:cNvPr>
              <p:cNvSpPr/>
              <p:nvPr/>
            </p:nvSpPr>
            <p:spPr>
              <a:xfrm>
                <a:off x="1154393" y="5534957"/>
                <a:ext cx="1117582"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97" name="Oval 96">
                <a:extLst>
                  <a:ext uri="{FF2B5EF4-FFF2-40B4-BE49-F238E27FC236}">
                    <a16:creationId xmlns:a16="http://schemas.microsoft.com/office/drawing/2014/main" id="{79A544B5-B37E-40F9-A3D1-E4A00DF6E89F}"/>
                  </a:ext>
                </a:extLst>
              </p:cNvPr>
              <p:cNvSpPr/>
              <p:nvPr/>
            </p:nvSpPr>
            <p:spPr>
              <a:xfrm>
                <a:off x="2005143"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98" name="Oval 97">
                <a:extLst>
                  <a:ext uri="{FF2B5EF4-FFF2-40B4-BE49-F238E27FC236}">
                    <a16:creationId xmlns:a16="http://schemas.microsoft.com/office/drawing/2014/main" id="{EF1038BB-A4E9-41A9-B2F4-23E7F5CD6621}"/>
                  </a:ext>
                </a:extLst>
              </p:cNvPr>
              <p:cNvSpPr/>
              <p:nvPr/>
            </p:nvSpPr>
            <p:spPr>
              <a:xfrm>
                <a:off x="876236"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grpSp>
          <p:nvGrpSpPr>
            <p:cNvPr id="79" name="Group 78">
              <a:extLst>
                <a:ext uri="{FF2B5EF4-FFF2-40B4-BE49-F238E27FC236}">
                  <a16:creationId xmlns:a16="http://schemas.microsoft.com/office/drawing/2014/main" id="{029BE464-4CCF-4D58-8077-7337778D29CA}"/>
                </a:ext>
              </a:extLst>
            </p:cNvPr>
            <p:cNvGrpSpPr/>
            <p:nvPr/>
          </p:nvGrpSpPr>
          <p:grpSpPr>
            <a:xfrm>
              <a:off x="864211" y="1304375"/>
              <a:ext cx="386176" cy="183753"/>
              <a:chOff x="1404367" y="4502072"/>
              <a:chExt cx="1146140" cy="545364"/>
            </a:xfrm>
            <a:grpFill/>
          </p:grpSpPr>
          <p:sp>
            <p:nvSpPr>
              <p:cNvPr id="93" name="Rectangle 92">
                <a:extLst>
                  <a:ext uri="{FF2B5EF4-FFF2-40B4-BE49-F238E27FC236}">
                    <a16:creationId xmlns:a16="http://schemas.microsoft.com/office/drawing/2014/main" id="{D0DC8CC7-4C81-439E-B602-330616AC3184}"/>
                  </a:ext>
                </a:extLst>
              </p:cNvPr>
              <p:cNvSpPr/>
              <p:nvPr/>
            </p:nvSpPr>
            <p:spPr>
              <a:xfrm>
                <a:off x="1682197" y="4502072"/>
                <a:ext cx="589775"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94" name="Oval 93">
                <a:extLst>
                  <a:ext uri="{FF2B5EF4-FFF2-40B4-BE49-F238E27FC236}">
                    <a16:creationId xmlns:a16="http://schemas.microsoft.com/office/drawing/2014/main" id="{ECB59EFB-5B99-4637-9821-186308CA811D}"/>
                  </a:ext>
                </a:extLst>
              </p:cNvPr>
              <p:cNvSpPr/>
              <p:nvPr/>
            </p:nvSpPr>
            <p:spPr>
              <a:xfrm>
                <a:off x="2005143"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95" name="Oval 94">
                <a:extLst>
                  <a:ext uri="{FF2B5EF4-FFF2-40B4-BE49-F238E27FC236}">
                    <a16:creationId xmlns:a16="http://schemas.microsoft.com/office/drawing/2014/main" id="{7060CC02-8F6C-45AF-9DBE-33B4EAA77FAE}"/>
                  </a:ext>
                </a:extLst>
              </p:cNvPr>
              <p:cNvSpPr/>
              <p:nvPr/>
            </p:nvSpPr>
            <p:spPr>
              <a:xfrm>
                <a:off x="1404367"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grpSp>
          <p:nvGrpSpPr>
            <p:cNvPr id="80" name="Group 79">
              <a:extLst>
                <a:ext uri="{FF2B5EF4-FFF2-40B4-BE49-F238E27FC236}">
                  <a16:creationId xmlns:a16="http://schemas.microsoft.com/office/drawing/2014/main" id="{EDBE8CF3-142D-438A-880B-7423D1E442C5}"/>
                </a:ext>
              </a:extLst>
            </p:cNvPr>
            <p:cNvGrpSpPr/>
            <p:nvPr/>
          </p:nvGrpSpPr>
          <p:grpSpPr>
            <a:xfrm>
              <a:off x="917753" y="956358"/>
              <a:ext cx="332634" cy="183753"/>
              <a:chOff x="1560101" y="3469185"/>
              <a:chExt cx="987231" cy="545364"/>
            </a:xfrm>
            <a:grpFill/>
          </p:grpSpPr>
          <p:sp>
            <p:nvSpPr>
              <p:cNvPr id="90" name="Oval 89">
                <a:extLst>
                  <a:ext uri="{FF2B5EF4-FFF2-40B4-BE49-F238E27FC236}">
                    <a16:creationId xmlns:a16="http://schemas.microsoft.com/office/drawing/2014/main" id="{61D9E7AA-5FDE-45C3-B7AC-F8C06B142069}"/>
                  </a:ext>
                </a:extLst>
              </p:cNvPr>
              <p:cNvSpPr/>
              <p:nvPr/>
            </p:nvSpPr>
            <p:spPr>
              <a:xfrm>
                <a:off x="1560101"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91" name="Rectangle 90">
                <a:extLst>
                  <a:ext uri="{FF2B5EF4-FFF2-40B4-BE49-F238E27FC236}">
                    <a16:creationId xmlns:a16="http://schemas.microsoft.com/office/drawing/2014/main" id="{13502E5E-1590-4501-977E-A406C72F35D0}"/>
                  </a:ext>
                </a:extLst>
              </p:cNvPr>
              <p:cNvSpPr/>
              <p:nvPr/>
            </p:nvSpPr>
            <p:spPr>
              <a:xfrm>
                <a:off x="1825936" y="3469185"/>
                <a:ext cx="446037"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92" name="Oval 91">
                <a:extLst>
                  <a:ext uri="{FF2B5EF4-FFF2-40B4-BE49-F238E27FC236}">
                    <a16:creationId xmlns:a16="http://schemas.microsoft.com/office/drawing/2014/main" id="{9849375F-4430-4BAF-8CD8-BABE2895B0CD}"/>
                  </a:ext>
                </a:extLst>
              </p:cNvPr>
              <p:cNvSpPr/>
              <p:nvPr/>
            </p:nvSpPr>
            <p:spPr>
              <a:xfrm>
                <a:off x="2001968"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grpSp>
          <p:nvGrpSpPr>
            <p:cNvPr id="81" name="Group 80">
              <a:extLst>
                <a:ext uri="{FF2B5EF4-FFF2-40B4-BE49-F238E27FC236}">
                  <a16:creationId xmlns:a16="http://schemas.microsoft.com/office/drawing/2014/main" id="{7C368109-07EC-4B00-B53E-7AA055EEDBEE}"/>
                </a:ext>
              </a:extLst>
            </p:cNvPr>
            <p:cNvGrpSpPr/>
            <p:nvPr/>
          </p:nvGrpSpPr>
          <p:grpSpPr>
            <a:xfrm>
              <a:off x="868078" y="608341"/>
              <a:ext cx="382309" cy="183753"/>
              <a:chOff x="1415887" y="2436300"/>
              <a:chExt cx="1134663" cy="545364"/>
            </a:xfrm>
            <a:grpFill/>
          </p:grpSpPr>
          <p:sp>
            <p:nvSpPr>
              <p:cNvPr id="87" name="Oval 86">
                <a:extLst>
                  <a:ext uri="{FF2B5EF4-FFF2-40B4-BE49-F238E27FC236}">
                    <a16:creationId xmlns:a16="http://schemas.microsoft.com/office/drawing/2014/main" id="{458E032A-AC8B-4235-848E-250F4190B814}"/>
                  </a:ext>
                </a:extLst>
              </p:cNvPr>
              <p:cNvSpPr/>
              <p:nvPr/>
            </p:nvSpPr>
            <p:spPr>
              <a:xfrm>
                <a:off x="2005186"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88" name="Oval 87">
                <a:extLst>
                  <a:ext uri="{FF2B5EF4-FFF2-40B4-BE49-F238E27FC236}">
                    <a16:creationId xmlns:a16="http://schemas.microsoft.com/office/drawing/2014/main" id="{6E7F926D-F5AA-4D9E-9C81-33784AC45D52}"/>
                  </a:ext>
                </a:extLst>
              </p:cNvPr>
              <p:cNvSpPr/>
              <p:nvPr/>
            </p:nvSpPr>
            <p:spPr>
              <a:xfrm>
                <a:off x="1415887"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89" name="Rectangle 88">
                <a:extLst>
                  <a:ext uri="{FF2B5EF4-FFF2-40B4-BE49-F238E27FC236}">
                    <a16:creationId xmlns:a16="http://schemas.microsoft.com/office/drawing/2014/main" id="{C1912F97-C2EB-4275-9791-4E9C64D9ACD9}"/>
                  </a:ext>
                </a:extLst>
              </p:cNvPr>
              <p:cNvSpPr/>
              <p:nvPr/>
            </p:nvSpPr>
            <p:spPr>
              <a:xfrm>
                <a:off x="1682240" y="2436300"/>
                <a:ext cx="58973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grpSp>
          <p:nvGrpSpPr>
            <p:cNvPr id="82" name="Group 81">
              <a:extLst>
                <a:ext uri="{FF2B5EF4-FFF2-40B4-BE49-F238E27FC236}">
                  <a16:creationId xmlns:a16="http://schemas.microsoft.com/office/drawing/2014/main" id="{C16323A1-198A-411C-8014-263092240122}"/>
                </a:ext>
              </a:extLst>
            </p:cNvPr>
            <p:cNvGrpSpPr/>
            <p:nvPr/>
          </p:nvGrpSpPr>
          <p:grpSpPr>
            <a:xfrm>
              <a:off x="693506" y="260324"/>
              <a:ext cx="556881" cy="183753"/>
              <a:chOff x="898206" y="1403413"/>
              <a:chExt cx="1652778" cy="545364"/>
            </a:xfrm>
            <a:grpFill/>
          </p:grpSpPr>
          <p:sp>
            <p:nvSpPr>
              <p:cNvPr id="84" name="Oval 83">
                <a:extLst>
                  <a:ext uri="{FF2B5EF4-FFF2-40B4-BE49-F238E27FC236}">
                    <a16:creationId xmlns:a16="http://schemas.microsoft.com/office/drawing/2014/main" id="{EBCE0676-4E25-4F10-A07B-A47F92C7CF81}"/>
                  </a:ext>
                </a:extLst>
              </p:cNvPr>
              <p:cNvSpPr/>
              <p:nvPr/>
            </p:nvSpPr>
            <p:spPr>
              <a:xfrm>
                <a:off x="2005620"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85" name="Oval 84">
                <a:extLst>
                  <a:ext uri="{FF2B5EF4-FFF2-40B4-BE49-F238E27FC236}">
                    <a16:creationId xmlns:a16="http://schemas.microsoft.com/office/drawing/2014/main" id="{54E9DB86-0937-4D11-B319-669FF994439C}"/>
                  </a:ext>
                </a:extLst>
              </p:cNvPr>
              <p:cNvSpPr/>
              <p:nvPr/>
            </p:nvSpPr>
            <p:spPr>
              <a:xfrm>
                <a:off x="898206"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86" name="Rectangle 85">
                <a:extLst>
                  <a:ext uri="{FF2B5EF4-FFF2-40B4-BE49-F238E27FC236}">
                    <a16:creationId xmlns:a16="http://schemas.microsoft.com/office/drawing/2014/main" id="{3D6AB82A-C88A-4E42-B5CF-C687B3371284}"/>
                  </a:ext>
                </a:extLst>
              </p:cNvPr>
              <p:cNvSpPr/>
              <p:nvPr/>
            </p:nvSpPr>
            <p:spPr>
              <a:xfrm>
                <a:off x="1164538" y="1403413"/>
                <a:ext cx="111758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sp>
          <p:nvSpPr>
            <p:cNvPr id="103" name="Freeform: Shape 102">
              <a:extLst>
                <a:ext uri="{FF2B5EF4-FFF2-40B4-BE49-F238E27FC236}">
                  <a16:creationId xmlns:a16="http://schemas.microsoft.com/office/drawing/2014/main" id="{754DFB64-FFE8-4762-8BD2-6D5B67A56394}"/>
                </a:ext>
              </a:extLst>
            </p:cNvPr>
            <p:cNvSpPr/>
            <p:nvPr/>
          </p:nvSpPr>
          <p:spPr>
            <a:xfrm>
              <a:off x="0" y="260324"/>
              <a:ext cx="550424" cy="183006"/>
            </a:xfrm>
            <a:custGeom>
              <a:avLst/>
              <a:gdLst>
                <a:gd name="connsiteX0" fmla="*/ 0 w 550424"/>
                <a:gd name="connsiteY0" fmla="*/ 0 h 183006"/>
                <a:gd name="connsiteX1" fmla="*/ 456956 w 550424"/>
                <a:gd name="connsiteY1" fmla="*/ 0 h 183006"/>
                <a:gd name="connsiteX2" fmla="*/ 456956 w 550424"/>
                <a:gd name="connsiteY2" fmla="*/ 397 h 183006"/>
                <a:gd name="connsiteX3" fmla="*/ 458921 w 550424"/>
                <a:gd name="connsiteY3" fmla="*/ 0 h 183006"/>
                <a:gd name="connsiteX4" fmla="*/ 550424 w 550424"/>
                <a:gd name="connsiteY4" fmla="*/ 91503 h 183006"/>
                <a:gd name="connsiteX5" fmla="*/ 458921 w 550424"/>
                <a:gd name="connsiteY5" fmla="*/ 183006 h 183006"/>
                <a:gd name="connsiteX6" fmla="*/ 456956 w 550424"/>
                <a:gd name="connsiteY6" fmla="*/ 182609 h 183006"/>
                <a:gd name="connsiteX7" fmla="*/ 456956 w 550424"/>
                <a:gd name="connsiteY7" fmla="*/ 183006 h 183006"/>
                <a:gd name="connsiteX8" fmla="*/ 0 w 550424"/>
                <a:gd name="connsiteY8" fmla="*/ 183006 h 183006"/>
                <a:gd name="connsiteX9" fmla="*/ 0 w 550424"/>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424" h="183006">
                  <a:moveTo>
                    <a:pt x="0" y="0"/>
                  </a:moveTo>
                  <a:lnTo>
                    <a:pt x="456956" y="0"/>
                  </a:lnTo>
                  <a:lnTo>
                    <a:pt x="456956" y="397"/>
                  </a:lnTo>
                  <a:lnTo>
                    <a:pt x="458921" y="0"/>
                  </a:lnTo>
                  <a:cubicBezTo>
                    <a:pt x="509457" y="0"/>
                    <a:pt x="550424" y="40967"/>
                    <a:pt x="550424" y="91503"/>
                  </a:cubicBezTo>
                  <a:cubicBezTo>
                    <a:pt x="550424" y="142039"/>
                    <a:pt x="509457" y="183006"/>
                    <a:pt x="458921" y="183006"/>
                  </a:cubicBezTo>
                  <a:lnTo>
                    <a:pt x="456956" y="182609"/>
                  </a:lnTo>
                  <a:lnTo>
                    <a:pt x="45695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106" name="Freeform: Shape 105">
              <a:extLst>
                <a:ext uri="{FF2B5EF4-FFF2-40B4-BE49-F238E27FC236}">
                  <a16:creationId xmlns:a16="http://schemas.microsoft.com/office/drawing/2014/main" id="{82D6BF1B-7B4E-4715-B3AA-0137D5565B61}"/>
                </a:ext>
              </a:extLst>
            </p:cNvPr>
            <p:cNvSpPr/>
            <p:nvPr/>
          </p:nvSpPr>
          <p:spPr>
            <a:xfrm>
              <a:off x="-1" y="608341"/>
              <a:ext cx="733596" cy="182880"/>
            </a:xfrm>
            <a:custGeom>
              <a:avLst/>
              <a:gdLst>
                <a:gd name="connsiteX0" fmla="*/ 0 w 733596"/>
                <a:gd name="connsiteY0" fmla="*/ 0 h 182880"/>
                <a:gd name="connsiteX1" fmla="*/ 642156 w 733596"/>
                <a:gd name="connsiteY1" fmla="*/ 0 h 182880"/>
                <a:gd name="connsiteX2" fmla="*/ 733596 w 733596"/>
                <a:gd name="connsiteY2" fmla="*/ 91440 h 182880"/>
                <a:gd name="connsiteX3" fmla="*/ 642156 w 733596"/>
                <a:gd name="connsiteY3" fmla="*/ 182880 h 182880"/>
                <a:gd name="connsiteX4" fmla="*/ 0 w 733596"/>
                <a:gd name="connsiteY4" fmla="*/ 182880 h 182880"/>
                <a:gd name="connsiteX5" fmla="*/ 0 w 733596"/>
                <a:gd name="connsiteY5" fmla="*/ 0 h 1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3596" h="182880">
                  <a:moveTo>
                    <a:pt x="0" y="0"/>
                  </a:moveTo>
                  <a:lnTo>
                    <a:pt x="642156" y="0"/>
                  </a:lnTo>
                  <a:cubicBezTo>
                    <a:pt x="692657" y="0"/>
                    <a:pt x="733596" y="40939"/>
                    <a:pt x="733596" y="91440"/>
                  </a:cubicBezTo>
                  <a:cubicBezTo>
                    <a:pt x="733596" y="141941"/>
                    <a:pt x="692657" y="182880"/>
                    <a:pt x="642156" y="182880"/>
                  </a:cubicBezTo>
                  <a:lnTo>
                    <a:pt x="0" y="182880"/>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112" name="Freeform: Shape 111">
              <a:extLst>
                <a:ext uri="{FF2B5EF4-FFF2-40B4-BE49-F238E27FC236}">
                  <a16:creationId xmlns:a16="http://schemas.microsoft.com/office/drawing/2014/main" id="{DFFECD78-AD3E-430A-825C-361F3F0A6DF1}"/>
                </a:ext>
              </a:extLst>
            </p:cNvPr>
            <p:cNvSpPr/>
            <p:nvPr/>
          </p:nvSpPr>
          <p:spPr>
            <a:xfrm>
              <a:off x="0" y="952508"/>
              <a:ext cx="786403" cy="183006"/>
            </a:xfrm>
            <a:custGeom>
              <a:avLst/>
              <a:gdLst>
                <a:gd name="connsiteX0" fmla="*/ 0 w 786403"/>
                <a:gd name="connsiteY0" fmla="*/ 0 h 183006"/>
                <a:gd name="connsiteX1" fmla="*/ 692936 w 786403"/>
                <a:gd name="connsiteY1" fmla="*/ 0 h 183006"/>
                <a:gd name="connsiteX2" fmla="*/ 692936 w 786403"/>
                <a:gd name="connsiteY2" fmla="*/ 397 h 183006"/>
                <a:gd name="connsiteX3" fmla="*/ 694900 w 786403"/>
                <a:gd name="connsiteY3" fmla="*/ 0 h 183006"/>
                <a:gd name="connsiteX4" fmla="*/ 786403 w 786403"/>
                <a:gd name="connsiteY4" fmla="*/ 91503 h 183006"/>
                <a:gd name="connsiteX5" fmla="*/ 694900 w 786403"/>
                <a:gd name="connsiteY5" fmla="*/ 183006 h 183006"/>
                <a:gd name="connsiteX6" fmla="*/ 692936 w 786403"/>
                <a:gd name="connsiteY6" fmla="*/ 182610 h 183006"/>
                <a:gd name="connsiteX7" fmla="*/ 692936 w 786403"/>
                <a:gd name="connsiteY7" fmla="*/ 183006 h 183006"/>
                <a:gd name="connsiteX8" fmla="*/ 0 w 786403"/>
                <a:gd name="connsiteY8" fmla="*/ 183006 h 183006"/>
                <a:gd name="connsiteX9" fmla="*/ 0 w 786403"/>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6403" h="183006">
                  <a:moveTo>
                    <a:pt x="0" y="0"/>
                  </a:moveTo>
                  <a:lnTo>
                    <a:pt x="692936" y="0"/>
                  </a:lnTo>
                  <a:lnTo>
                    <a:pt x="692936" y="397"/>
                  </a:lnTo>
                  <a:lnTo>
                    <a:pt x="694900" y="0"/>
                  </a:lnTo>
                  <a:cubicBezTo>
                    <a:pt x="745436" y="0"/>
                    <a:pt x="786403" y="40967"/>
                    <a:pt x="786403" y="91503"/>
                  </a:cubicBezTo>
                  <a:cubicBezTo>
                    <a:pt x="786403" y="142039"/>
                    <a:pt x="745436" y="183006"/>
                    <a:pt x="694900" y="183006"/>
                  </a:cubicBezTo>
                  <a:lnTo>
                    <a:pt x="692936" y="182610"/>
                  </a:lnTo>
                  <a:lnTo>
                    <a:pt x="69293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115" name="Freeform: Shape 114">
              <a:extLst>
                <a:ext uri="{FF2B5EF4-FFF2-40B4-BE49-F238E27FC236}">
                  <a16:creationId xmlns:a16="http://schemas.microsoft.com/office/drawing/2014/main" id="{01864E2F-2224-4B8D-A54C-010E70A5006D}"/>
                </a:ext>
              </a:extLst>
            </p:cNvPr>
            <p:cNvSpPr/>
            <p:nvPr/>
          </p:nvSpPr>
          <p:spPr>
            <a:xfrm>
              <a:off x="-1" y="1304902"/>
              <a:ext cx="733596" cy="182880"/>
            </a:xfrm>
            <a:custGeom>
              <a:avLst/>
              <a:gdLst>
                <a:gd name="connsiteX0" fmla="*/ 0 w 733596"/>
                <a:gd name="connsiteY0" fmla="*/ 0 h 182880"/>
                <a:gd name="connsiteX1" fmla="*/ 642156 w 733596"/>
                <a:gd name="connsiteY1" fmla="*/ 0 h 182880"/>
                <a:gd name="connsiteX2" fmla="*/ 733596 w 733596"/>
                <a:gd name="connsiteY2" fmla="*/ 91440 h 182880"/>
                <a:gd name="connsiteX3" fmla="*/ 642156 w 733596"/>
                <a:gd name="connsiteY3" fmla="*/ 182880 h 182880"/>
                <a:gd name="connsiteX4" fmla="*/ 0 w 733596"/>
                <a:gd name="connsiteY4" fmla="*/ 182880 h 182880"/>
                <a:gd name="connsiteX5" fmla="*/ 0 w 733596"/>
                <a:gd name="connsiteY5" fmla="*/ 0 h 1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3596" h="182880">
                  <a:moveTo>
                    <a:pt x="0" y="0"/>
                  </a:moveTo>
                  <a:lnTo>
                    <a:pt x="642156" y="0"/>
                  </a:lnTo>
                  <a:cubicBezTo>
                    <a:pt x="692657" y="0"/>
                    <a:pt x="733596" y="40939"/>
                    <a:pt x="733596" y="91440"/>
                  </a:cubicBezTo>
                  <a:cubicBezTo>
                    <a:pt x="733596" y="141941"/>
                    <a:pt x="692657" y="182880"/>
                    <a:pt x="642156" y="182880"/>
                  </a:cubicBezTo>
                  <a:lnTo>
                    <a:pt x="0" y="182880"/>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118" name="Freeform: Shape 117">
              <a:extLst>
                <a:ext uri="{FF2B5EF4-FFF2-40B4-BE49-F238E27FC236}">
                  <a16:creationId xmlns:a16="http://schemas.microsoft.com/office/drawing/2014/main" id="{8652EA3D-B91A-4960-BC33-8380D943F8F9}"/>
                </a:ext>
              </a:extLst>
            </p:cNvPr>
            <p:cNvSpPr/>
            <p:nvPr/>
          </p:nvSpPr>
          <p:spPr>
            <a:xfrm>
              <a:off x="0" y="1649603"/>
              <a:ext cx="550424" cy="183006"/>
            </a:xfrm>
            <a:custGeom>
              <a:avLst/>
              <a:gdLst>
                <a:gd name="connsiteX0" fmla="*/ 0 w 550424"/>
                <a:gd name="connsiteY0" fmla="*/ 0 h 183006"/>
                <a:gd name="connsiteX1" fmla="*/ 456956 w 550424"/>
                <a:gd name="connsiteY1" fmla="*/ 0 h 183006"/>
                <a:gd name="connsiteX2" fmla="*/ 456956 w 550424"/>
                <a:gd name="connsiteY2" fmla="*/ 397 h 183006"/>
                <a:gd name="connsiteX3" fmla="*/ 458921 w 550424"/>
                <a:gd name="connsiteY3" fmla="*/ 0 h 183006"/>
                <a:gd name="connsiteX4" fmla="*/ 550424 w 550424"/>
                <a:gd name="connsiteY4" fmla="*/ 91503 h 183006"/>
                <a:gd name="connsiteX5" fmla="*/ 458921 w 550424"/>
                <a:gd name="connsiteY5" fmla="*/ 183006 h 183006"/>
                <a:gd name="connsiteX6" fmla="*/ 456956 w 550424"/>
                <a:gd name="connsiteY6" fmla="*/ 182609 h 183006"/>
                <a:gd name="connsiteX7" fmla="*/ 456956 w 550424"/>
                <a:gd name="connsiteY7" fmla="*/ 183006 h 183006"/>
                <a:gd name="connsiteX8" fmla="*/ 0 w 550424"/>
                <a:gd name="connsiteY8" fmla="*/ 183006 h 183006"/>
                <a:gd name="connsiteX9" fmla="*/ 0 w 550424"/>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424" h="183006">
                  <a:moveTo>
                    <a:pt x="0" y="0"/>
                  </a:moveTo>
                  <a:lnTo>
                    <a:pt x="456956" y="0"/>
                  </a:lnTo>
                  <a:lnTo>
                    <a:pt x="456956" y="397"/>
                  </a:lnTo>
                  <a:lnTo>
                    <a:pt x="458921" y="0"/>
                  </a:lnTo>
                  <a:cubicBezTo>
                    <a:pt x="509457" y="0"/>
                    <a:pt x="550424" y="40967"/>
                    <a:pt x="550424" y="91503"/>
                  </a:cubicBezTo>
                  <a:cubicBezTo>
                    <a:pt x="550424" y="142039"/>
                    <a:pt x="509457" y="183006"/>
                    <a:pt x="458921" y="183006"/>
                  </a:cubicBezTo>
                  <a:lnTo>
                    <a:pt x="456956" y="182609"/>
                  </a:lnTo>
                  <a:lnTo>
                    <a:pt x="45695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dirty="0">
              <a:solidFill>
                <a:srgbClr val="959CA0"/>
              </a:solidFill>
            </a:endParaRPr>
          </a:p>
        </p:txBody>
      </p:sp>
      <p:sp>
        <p:nvSpPr>
          <p:cNvPr id="34" name="Content Placeholder 2">
            <a:extLst>
              <a:ext uri="{FF2B5EF4-FFF2-40B4-BE49-F238E27FC236}">
                <a16:creationId xmlns:a16="http://schemas.microsoft.com/office/drawing/2014/main" id="{A38DDCEC-B402-6B40-82F9-F72F5C447EC7}"/>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accent1"/>
              </a:buClr>
              <a:buFont typeface="System Font Regular"/>
              <a:buChar char="+"/>
              <a:defRPr sz="1800">
                <a:solidFill>
                  <a:schemeClr val="tx1"/>
                </a:solidFill>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defRPr>
            </a:lvl2pPr>
            <a:lvl3pPr marL="548640" indent="-182880">
              <a:lnSpc>
                <a:spcPct val="100000"/>
              </a:lnSpc>
              <a:spcBef>
                <a:spcPts val="800"/>
              </a:spcBef>
              <a:buClrTx/>
              <a:buFont typeface="Arial" panose="020B0604020202020204" pitchFamily="34" charset="0"/>
              <a:buChar char="›"/>
              <a:defRPr sz="1600">
                <a:solidFill>
                  <a:schemeClr val="tx1"/>
                </a:solidFill>
              </a:defRPr>
            </a:lvl3pPr>
            <a:lvl4pPr marL="731520" indent="-182880">
              <a:lnSpc>
                <a:spcPct val="100000"/>
              </a:lnSpc>
              <a:spcBef>
                <a:spcPts val="800"/>
              </a:spcBef>
              <a:buClrTx/>
              <a:buFont typeface="Arial" panose="020B0604020202020204" pitchFamily="34" charset="0"/>
              <a:buChar char="»"/>
              <a:defRPr sz="1600">
                <a:solidFill>
                  <a:schemeClr val="tx1"/>
                </a:solidFill>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defRPr>
            </a:lvl5pPr>
          </a:lstStyle>
          <a:p>
            <a:pPr lvl="0"/>
            <a:r>
              <a:rPr lang="en-US" dirty="0"/>
              <a:t>Arial 18pt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a:p>
            <a:pPr lvl="0"/>
            <a:r>
              <a:rPr lang="en-US" dirty="0"/>
              <a:t>Arial 18pt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pic>
        <p:nvPicPr>
          <p:cNvPr id="35" name="Graphic 34">
            <a:extLst>
              <a:ext uri="{FF2B5EF4-FFF2-40B4-BE49-F238E27FC236}">
                <a16:creationId xmlns:a16="http://schemas.microsoft.com/office/drawing/2014/main" id="{9C8C25AB-04B1-1747-A689-D16DAAB4CDA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227332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Half Photo Left - IQVIA">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07A7498E-6C5A-334A-934D-1310A399752F}"/>
              </a:ext>
            </a:extLst>
          </p:cNvPr>
          <p:cNvSpPr>
            <a:spLocks noGrp="1"/>
          </p:cNvSpPr>
          <p:nvPr>
            <p:ph type="pic" sz="quarter" idx="12"/>
          </p:nvPr>
        </p:nvSpPr>
        <p:spPr>
          <a:xfrm>
            <a:off x="0" y="0"/>
            <a:ext cx="6108192" cy="6858000"/>
          </a:xfrm>
          <a:prstGeom prst="rect">
            <a:avLst/>
          </a:prstGeom>
          <a:blipFill>
            <a:blip r:embed="rId2"/>
            <a:stretch>
              <a:fillRect l="1"/>
            </a:stretch>
          </a:blipFill>
          <a:effectLst/>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6000" b="1">
                <a:solidFill>
                  <a:srgbClr val="DA291C"/>
                </a:solidFill>
              </a:defRPr>
            </a:lvl1pPr>
          </a:lstStyle>
          <a:p>
            <a:r>
              <a:rPr lang="en-US"/>
              <a:t>Click icon to add picture</a:t>
            </a:r>
            <a:endParaRPr lang="en-US" dirty="0"/>
          </a:p>
        </p:txBody>
      </p:sp>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503691" y="2079330"/>
            <a:ext cx="5219563" cy="4201154"/>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14" name="Title 1"/>
          <p:cNvSpPr>
            <a:spLocks noGrp="1"/>
          </p:cNvSpPr>
          <p:nvPr>
            <p:ph type="title" hasCustomPrompt="1"/>
          </p:nvPr>
        </p:nvSpPr>
        <p:spPr>
          <a:xfrm>
            <a:off x="6485711" y="1079592"/>
            <a:ext cx="5237542" cy="768263"/>
          </a:xfrm>
          <a:prstGeom prst="rect">
            <a:avLst/>
          </a:prstGeom>
        </p:spPr>
        <p:txBody>
          <a:bodyPr anchor="b" anchorCtr="0"/>
          <a:lstStyle>
            <a:lvl1pPr>
              <a:defRPr sz="2000" b="1">
                <a:solidFill>
                  <a:schemeClr val="tx1"/>
                </a:solidFill>
              </a:defRPr>
            </a:lvl1pPr>
          </a:lstStyle>
          <a:p>
            <a:r>
              <a:rPr lang="en-US" dirty="0"/>
              <a:t>Headlines are 20pt Arial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6485710" y="6387858"/>
            <a:ext cx="3184467"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dirty="0"/>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dirty="0">
              <a:solidFill>
                <a:srgbClr val="959CA0"/>
              </a:solidFill>
            </a:endParaRPr>
          </a:p>
        </p:txBody>
      </p:sp>
      <p:sp>
        <p:nvSpPr>
          <p:cNvPr id="11" name="Text Placeholder 21">
            <a:extLst>
              <a:ext uri="{FF2B5EF4-FFF2-40B4-BE49-F238E27FC236}">
                <a16:creationId xmlns:a16="http://schemas.microsoft.com/office/drawing/2014/main" id="{0A3F7CAF-2DCF-AE44-8B02-C3A9F59943CD}"/>
              </a:ext>
            </a:extLst>
          </p:cNvPr>
          <p:cNvSpPr>
            <a:spLocks noGrp="1"/>
          </p:cNvSpPr>
          <p:nvPr>
            <p:ph type="body" sz="quarter" idx="11" hasCustomPrompt="1"/>
          </p:nvPr>
        </p:nvSpPr>
        <p:spPr>
          <a:xfrm>
            <a:off x="0" y="6969760"/>
            <a:ext cx="8016949" cy="302910"/>
          </a:xfrm>
          <a:prstGeom prst="rect">
            <a:avLst/>
          </a:prstGeom>
          <a:solidFill>
            <a:srgbClr val="DA291C"/>
          </a:solidFill>
        </p:spPr>
        <p:txBody>
          <a:bodyPr anchor="ctr">
            <a:noAutofit/>
          </a:bodyPr>
          <a:lstStyle>
            <a:lvl1pPr marL="0" indent="0" algn="ctr">
              <a:lnSpc>
                <a:spcPct val="100000"/>
              </a:lnSpc>
              <a:spcBef>
                <a:spcPts val="0"/>
              </a:spcBef>
              <a:buNone/>
              <a:defRPr sz="1400" b="0" i="0">
                <a:solidFill>
                  <a:schemeClr val="bg1"/>
                </a:solidFill>
              </a:defRPr>
            </a:lvl1pPr>
          </a:lstStyle>
          <a:p>
            <a:pPr lvl="0"/>
            <a:r>
              <a:rPr lang="en-US" dirty="0"/>
              <a:t>NOTE: All photos used in this layout must be cropped to 6.68” wide X 7.5” tall at 150dpi resolution</a:t>
            </a:r>
          </a:p>
        </p:txBody>
      </p:sp>
      <p:pic>
        <p:nvPicPr>
          <p:cNvPr id="12" name="Graphic 11">
            <a:extLst>
              <a:ext uri="{FF2B5EF4-FFF2-40B4-BE49-F238E27FC236}">
                <a16:creationId xmlns:a16="http://schemas.microsoft.com/office/drawing/2014/main" id="{BB9E4976-132F-F449-8124-B504F37C987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917386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Half Photo Right - IQVIA">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08ABCCBF-3981-0241-8287-3903E6249049}"/>
              </a:ext>
            </a:extLst>
          </p:cNvPr>
          <p:cNvSpPr>
            <a:spLocks noGrp="1"/>
          </p:cNvSpPr>
          <p:nvPr>
            <p:ph type="pic" sz="quarter" idx="12"/>
          </p:nvPr>
        </p:nvSpPr>
        <p:spPr>
          <a:xfrm>
            <a:off x="6083808" y="0"/>
            <a:ext cx="6108192" cy="6858000"/>
          </a:xfrm>
          <a:prstGeom prst="rect">
            <a:avLst/>
          </a:prstGeom>
          <a:blipFill>
            <a:blip r:embed="rId2"/>
            <a:stretch>
              <a:fillRect l="1"/>
            </a:stretch>
          </a:blipFill>
          <a:effectLst/>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6000" b="1">
                <a:solidFill>
                  <a:srgbClr val="DA291C"/>
                </a:solidFill>
              </a:defRPr>
            </a:lvl1pPr>
          </a:lstStyle>
          <a:p>
            <a:r>
              <a:rPr lang="en-US"/>
              <a:t>Click icon to add picture</a:t>
            </a:r>
            <a:endParaRPr lang="en-US" dirty="0"/>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chemeClr val="bg1"/>
                </a:solidFill>
              </a:rPr>
              <a:t>‹#›</a:t>
            </a:fld>
            <a:endParaRPr lang="en-US" sz="800" b="0" dirty="0">
              <a:solidFill>
                <a:schemeClr val="bg1"/>
              </a:solidFill>
            </a:endParaRPr>
          </a:p>
        </p:txBody>
      </p:sp>
      <p:sp>
        <p:nvSpPr>
          <p:cNvPr id="11" name="Text Placeholder 21">
            <a:extLst>
              <a:ext uri="{FF2B5EF4-FFF2-40B4-BE49-F238E27FC236}">
                <a16:creationId xmlns:a16="http://schemas.microsoft.com/office/drawing/2014/main" id="{0A3F7CAF-2DCF-AE44-8B02-C3A9F59943CD}"/>
              </a:ext>
            </a:extLst>
          </p:cNvPr>
          <p:cNvSpPr>
            <a:spLocks noGrp="1"/>
          </p:cNvSpPr>
          <p:nvPr>
            <p:ph type="body" sz="quarter" idx="11" hasCustomPrompt="1"/>
          </p:nvPr>
        </p:nvSpPr>
        <p:spPr>
          <a:xfrm>
            <a:off x="0" y="6969760"/>
            <a:ext cx="8016949" cy="302910"/>
          </a:xfrm>
          <a:prstGeom prst="rect">
            <a:avLst/>
          </a:prstGeom>
          <a:solidFill>
            <a:srgbClr val="DA291C"/>
          </a:solidFill>
        </p:spPr>
        <p:txBody>
          <a:bodyPr anchor="ctr">
            <a:noAutofit/>
          </a:bodyPr>
          <a:lstStyle>
            <a:lvl1pPr marL="0" indent="0" algn="ctr">
              <a:lnSpc>
                <a:spcPct val="100000"/>
              </a:lnSpc>
              <a:spcBef>
                <a:spcPts val="0"/>
              </a:spcBef>
              <a:buNone/>
              <a:defRPr sz="1400" b="0" i="0">
                <a:solidFill>
                  <a:schemeClr val="bg1"/>
                </a:solidFill>
              </a:defRPr>
            </a:lvl1pPr>
          </a:lstStyle>
          <a:p>
            <a:pPr lvl="0"/>
            <a:r>
              <a:rPr lang="en-US" dirty="0"/>
              <a:t>NOTE: All photos used in this layout must be cropped to 6.68” wide X 7.5” tall at 150dpi resolution</a:t>
            </a:r>
          </a:p>
        </p:txBody>
      </p:sp>
      <p:sp>
        <p:nvSpPr>
          <p:cNvPr id="13" name="Title 1">
            <a:extLst>
              <a:ext uri="{FF2B5EF4-FFF2-40B4-BE49-F238E27FC236}">
                <a16:creationId xmlns:a16="http://schemas.microsoft.com/office/drawing/2014/main" id="{DB8F1DF2-27A3-8249-8796-6A002E0D8CF0}"/>
              </a:ext>
            </a:extLst>
          </p:cNvPr>
          <p:cNvSpPr>
            <a:spLocks noGrp="1"/>
          </p:cNvSpPr>
          <p:nvPr>
            <p:ph type="title" hasCustomPrompt="1"/>
          </p:nvPr>
        </p:nvSpPr>
        <p:spPr>
          <a:xfrm>
            <a:off x="384694" y="1079592"/>
            <a:ext cx="5237543" cy="768263"/>
          </a:xfrm>
          <a:prstGeom prst="rect">
            <a:avLst/>
          </a:prstGeom>
        </p:spPr>
        <p:txBody>
          <a:bodyPr anchor="b" anchorCtr="0"/>
          <a:lstStyle>
            <a:lvl1pPr>
              <a:defRPr sz="2000" b="1">
                <a:solidFill>
                  <a:schemeClr val="tx1"/>
                </a:solidFill>
              </a:defRPr>
            </a:lvl1pPr>
          </a:lstStyle>
          <a:p>
            <a:r>
              <a:rPr lang="en-US" dirty="0"/>
              <a:t>Headlines are 20pt Arial Bold sentence case</a:t>
            </a:r>
          </a:p>
        </p:txBody>
      </p:sp>
      <p:sp>
        <p:nvSpPr>
          <p:cNvPr id="15" name="Footer Placeholder 4">
            <a:extLst>
              <a:ext uri="{FF2B5EF4-FFF2-40B4-BE49-F238E27FC236}">
                <a16:creationId xmlns:a16="http://schemas.microsoft.com/office/drawing/2014/main" id="{9DD56D8B-7A45-7247-92A2-DECA0DA4B2B6}"/>
              </a:ext>
            </a:extLst>
          </p:cNvPr>
          <p:cNvSpPr>
            <a:spLocks noGrp="1"/>
          </p:cNvSpPr>
          <p:nvPr>
            <p:ph type="ftr" sz="quarter" idx="3"/>
          </p:nvPr>
        </p:nvSpPr>
        <p:spPr bwMode="gray">
          <a:xfrm>
            <a:off x="384694" y="6387858"/>
            <a:ext cx="5237543"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dirty="0"/>
          </a:p>
        </p:txBody>
      </p:sp>
      <p:sp>
        <p:nvSpPr>
          <p:cNvPr id="8" name="Content Placeholder 2">
            <a:extLst>
              <a:ext uri="{FF2B5EF4-FFF2-40B4-BE49-F238E27FC236}">
                <a16:creationId xmlns:a16="http://schemas.microsoft.com/office/drawing/2014/main" id="{04B5D617-8638-9248-B078-99CA6D58FCAF}"/>
              </a:ext>
            </a:extLst>
          </p:cNvPr>
          <p:cNvSpPr>
            <a:spLocks noGrp="1"/>
          </p:cNvSpPr>
          <p:nvPr>
            <p:ph idx="19" hasCustomPrompt="1"/>
          </p:nvPr>
        </p:nvSpPr>
        <p:spPr>
          <a:xfrm>
            <a:off x="402674" y="2079330"/>
            <a:ext cx="5219563" cy="4201154"/>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Tree>
    <p:extLst>
      <p:ext uri="{BB962C8B-B14F-4D97-AF65-F5344CB8AC3E}">
        <p14:creationId xmlns:p14="http://schemas.microsoft.com/office/powerpoint/2010/main" val="2196808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vider Photo Left - IQVIA">
    <p:bg>
      <p:bgPr>
        <a:solidFill>
          <a:schemeClr val="bg1"/>
        </a:solidFill>
        <a:effectLst/>
      </p:bgPr>
    </p:bg>
    <p:spTree>
      <p:nvGrpSpPr>
        <p:cNvPr id="1" name=""/>
        <p:cNvGrpSpPr/>
        <p:nvPr/>
      </p:nvGrpSpPr>
      <p:grpSpPr>
        <a:xfrm>
          <a:off x="0" y="0"/>
          <a:ext cx="0" cy="0"/>
          <a:chOff x="0" y="0"/>
          <a:chExt cx="0" cy="0"/>
        </a:xfrm>
      </p:grpSpPr>
      <p:sp>
        <p:nvSpPr>
          <p:cNvPr id="7" name="Picture Placeholder 8">
            <a:extLst>
              <a:ext uri="{FF2B5EF4-FFF2-40B4-BE49-F238E27FC236}">
                <a16:creationId xmlns:a16="http://schemas.microsoft.com/office/drawing/2014/main" id="{1EBA7B86-AF66-5642-80C5-A8A4D9FEB9C2}"/>
              </a:ext>
            </a:extLst>
          </p:cNvPr>
          <p:cNvSpPr>
            <a:spLocks noGrp="1"/>
          </p:cNvSpPr>
          <p:nvPr>
            <p:ph type="pic" sz="quarter" idx="13"/>
          </p:nvPr>
        </p:nvSpPr>
        <p:spPr>
          <a:xfrm>
            <a:off x="0" y="0"/>
            <a:ext cx="12192000" cy="6858000"/>
          </a:xfrm>
          <a:prstGeom prst="rect">
            <a:avLst/>
          </a:prstGeom>
          <a:blipFill dpi="0" rotWithShape="1">
            <a:blip r:embed="rId2"/>
            <a:srcRect/>
            <a:stretch>
              <a:fillRect/>
            </a:stretch>
          </a:blipFill>
          <a:effectLst/>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6000" b="1">
                <a:solidFill>
                  <a:srgbClr val="DA291C"/>
                </a:solidFill>
              </a:defRPr>
            </a:lvl1pPr>
          </a:lstStyle>
          <a:p>
            <a:r>
              <a:rPr lang="en-US"/>
              <a:t>Click icon to add picture</a:t>
            </a:r>
            <a:endParaRPr lang="en-US" dirty="0"/>
          </a:p>
        </p:txBody>
      </p:sp>
      <p:sp>
        <p:nvSpPr>
          <p:cNvPr id="10" name="Title 1">
            <a:extLst>
              <a:ext uri="{FF2B5EF4-FFF2-40B4-BE49-F238E27FC236}">
                <a16:creationId xmlns:a16="http://schemas.microsoft.com/office/drawing/2014/main" id="{43B40F6B-0093-4E4E-93B6-688B272C1086}"/>
              </a:ext>
            </a:extLst>
          </p:cNvPr>
          <p:cNvSpPr>
            <a:spLocks noGrp="1"/>
          </p:cNvSpPr>
          <p:nvPr>
            <p:ph type="title" hasCustomPrompt="1"/>
          </p:nvPr>
        </p:nvSpPr>
        <p:spPr bwMode="white">
          <a:xfrm>
            <a:off x="1044112" y="0"/>
            <a:ext cx="4114799" cy="2971800"/>
          </a:xfrm>
          <a:prstGeom prst="rect">
            <a:avLst/>
          </a:prstGeom>
          <a:solidFill>
            <a:srgbClr val="F4F4F4"/>
          </a:solidFill>
          <a:ln>
            <a:noFill/>
          </a:ln>
        </p:spPr>
        <p:txBody>
          <a:bodyPr lIns="274320" anchor="ctr" anchorCtr="0"/>
          <a:lstStyle>
            <a:lvl1pPr>
              <a:lnSpc>
                <a:spcPct val="100000"/>
              </a:lnSpc>
              <a:defRPr sz="3600" b="1">
                <a:solidFill>
                  <a:schemeClr val="accent1"/>
                </a:solidFill>
              </a:defRPr>
            </a:lvl1pPr>
          </a:lstStyle>
          <a:p>
            <a:r>
              <a:rPr lang="en-US" dirty="0"/>
              <a:t>Photo dividers with text on left 36pt Arial Bold sentence case</a:t>
            </a:r>
          </a:p>
        </p:txBody>
      </p:sp>
      <p:sp>
        <p:nvSpPr>
          <p:cNvPr id="5" name="Slide Number Placeholder 5">
            <a:extLst>
              <a:ext uri="{FF2B5EF4-FFF2-40B4-BE49-F238E27FC236}">
                <a16:creationId xmlns:a16="http://schemas.microsoft.com/office/drawing/2014/main" id="{7D62E9D9-E5C1-F84F-9915-F25709579CD2}"/>
              </a:ext>
            </a:extLst>
          </p:cNvPr>
          <p:cNvSpPr txBox="1">
            <a:spLocks/>
          </p:cNvSpPr>
          <p:nvPr/>
        </p:nvSpPr>
        <p:spPr bwMode="white">
          <a:xfrm>
            <a:off x="11708455" y="6548145"/>
            <a:ext cx="3678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chemeClr val="bg1"/>
                </a:solidFill>
              </a:rPr>
              <a:t>‹#›</a:t>
            </a:fld>
            <a:endParaRPr lang="en-US" sz="800" b="0" dirty="0">
              <a:solidFill>
                <a:schemeClr val="bg1"/>
              </a:solidFill>
            </a:endParaRPr>
          </a:p>
        </p:txBody>
      </p:sp>
      <p:sp>
        <p:nvSpPr>
          <p:cNvPr id="6" name="Text Placeholder 21">
            <a:extLst>
              <a:ext uri="{FF2B5EF4-FFF2-40B4-BE49-F238E27FC236}">
                <a16:creationId xmlns:a16="http://schemas.microsoft.com/office/drawing/2014/main" id="{72E2FA7F-1AB5-4252-BF66-00A17FC6F030}"/>
              </a:ext>
            </a:extLst>
          </p:cNvPr>
          <p:cNvSpPr>
            <a:spLocks noGrp="1"/>
          </p:cNvSpPr>
          <p:nvPr>
            <p:ph type="body" sz="quarter" idx="11" hasCustomPrompt="1"/>
          </p:nvPr>
        </p:nvSpPr>
        <p:spPr>
          <a:xfrm>
            <a:off x="0" y="6969760"/>
            <a:ext cx="8016949" cy="302910"/>
          </a:xfrm>
          <a:prstGeom prst="rect">
            <a:avLst/>
          </a:prstGeom>
          <a:solidFill>
            <a:srgbClr val="DA291C"/>
          </a:solidFill>
        </p:spPr>
        <p:txBody>
          <a:bodyPr anchor="ctr">
            <a:noAutofit/>
          </a:bodyPr>
          <a:lstStyle>
            <a:lvl1pPr marL="0" indent="0" algn="ctr">
              <a:lnSpc>
                <a:spcPct val="100000"/>
              </a:lnSpc>
              <a:spcBef>
                <a:spcPts val="0"/>
              </a:spcBef>
              <a:buNone/>
              <a:defRPr sz="1400" b="0" i="0">
                <a:solidFill>
                  <a:schemeClr val="bg1"/>
                </a:solidFill>
              </a:defRPr>
            </a:lvl1pPr>
          </a:lstStyle>
          <a:p>
            <a:pPr lvl="0"/>
            <a:r>
              <a:rPr lang="en-US" dirty="0"/>
              <a:t>NOTE: All photos used in this layout must be cropped to 13.33” wide X 7.5” tall at 150dpi resolution</a:t>
            </a:r>
          </a:p>
        </p:txBody>
      </p:sp>
    </p:spTree>
    <p:extLst>
      <p:ext uri="{BB962C8B-B14F-4D97-AF65-F5344CB8AC3E}">
        <p14:creationId xmlns:p14="http://schemas.microsoft.com/office/powerpoint/2010/main" val="1648039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ivider Photo Right - IQVIA">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D8C96C06-AFDA-BB43-A8AD-9713C5A7978C}"/>
              </a:ext>
            </a:extLst>
          </p:cNvPr>
          <p:cNvSpPr>
            <a:spLocks noGrp="1" noChangeAspect="1"/>
          </p:cNvSpPr>
          <p:nvPr>
            <p:ph type="pic" sz="quarter" idx="13"/>
          </p:nvPr>
        </p:nvSpPr>
        <p:spPr>
          <a:xfrm>
            <a:off x="0" y="0"/>
            <a:ext cx="12192000" cy="6858000"/>
          </a:xfrm>
          <a:prstGeom prst="rect">
            <a:avLst/>
          </a:prstGeom>
          <a:blipFill dpi="0" rotWithShape="1">
            <a:blip r:embed="rId2"/>
            <a:srcRect/>
            <a:stretch>
              <a:fillRect/>
            </a:stretch>
          </a:blipFill>
          <a:effectLst/>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6000" b="1">
                <a:solidFill>
                  <a:srgbClr val="DA291C"/>
                </a:solidFill>
              </a:defRPr>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9EE2810-5A25-4006-AC1A-C7724FC47010}"/>
              </a:ext>
            </a:extLst>
          </p:cNvPr>
          <p:cNvSpPr txBox="1">
            <a:spLocks/>
          </p:cNvSpPr>
          <p:nvPr/>
        </p:nvSpPr>
        <p:spPr bwMode="white">
          <a:xfrm>
            <a:off x="11708455" y="6548145"/>
            <a:ext cx="3678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chemeClr val="bg1"/>
                </a:solidFill>
              </a:rPr>
              <a:t>‹#›</a:t>
            </a:fld>
            <a:endParaRPr lang="en-US" sz="800" b="0" dirty="0">
              <a:solidFill>
                <a:schemeClr val="bg1"/>
              </a:solidFill>
            </a:endParaRPr>
          </a:p>
        </p:txBody>
      </p:sp>
      <p:sp>
        <p:nvSpPr>
          <p:cNvPr id="9" name="Title 1">
            <a:extLst>
              <a:ext uri="{FF2B5EF4-FFF2-40B4-BE49-F238E27FC236}">
                <a16:creationId xmlns:a16="http://schemas.microsoft.com/office/drawing/2014/main" id="{0E374672-D2D3-4DCE-8649-950F3EAEDBB8}"/>
              </a:ext>
            </a:extLst>
          </p:cNvPr>
          <p:cNvSpPr>
            <a:spLocks noGrp="1"/>
          </p:cNvSpPr>
          <p:nvPr>
            <p:ph type="title" hasCustomPrompt="1"/>
          </p:nvPr>
        </p:nvSpPr>
        <p:spPr bwMode="white">
          <a:xfrm>
            <a:off x="7033089" y="0"/>
            <a:ext cx="4114799" cy="2971800"/>
          </a:xfrm>
          <a:prstGeom prst="rect">
            <a:avLst/>
          </a:prstGeom>
          <a:solidFill>
            <a:srgbClr val="F4F4F4"/>
          </a:solidFill>
        </p:spPr>
        <p:txBody>
          <a:bodyPr lIns="274320" anchor="ctr" anchorCtr="0"/>
          <a:lstStyle>
            <a:lvl1pPr>
              <a:lnSpc>
                <a:spcPct val="100000"/>
              </a:lnSpc>
              <a:defRPr sz="3600" b="1">
                <a:solidFill>
                  <a:schemeClr val="accent1"/>
                </a:solidFill>
              </a:defRPr>
            </a:lvl1pPr>
          </a:lstStyle>
          <a:p>
            <a:r>
              <a:rPr lang="en-US" dirty="0"/>
              <a:t>Photo dividers with text on right 36pt Arial Bold sentence case</a:t>
            </a:r>
          </a:p>
        </p:txBody>
      </p:sp>
      <p:sp>
        <p:nvSpPr>
          <p:cNvPr id="7" name="Text Placeholder 21">
            <a:extLst>
              <a:ext uri="{FF2B5EF4-FFF2-40B4-BE49-F238E27FC236}">
                <a16:creationId xmlns:a16="http://schemas.microsoft.com/office/drawing/2014/main" id="{24BBE5E7-5805-45C0-A8D8-6F96062DEC21}"/>
              </a:ext>
            </a:extLst>
          </p:cNvPr>
          <p:cNvSpPr>
            <a:spLocks noGrp="1"/>
          </p:cNvSpPr>
          <p:nvPr>
            <p:ph type="body" sz="quarter" idx="11" hasCustomPrompt="1"/>
          </p:nvPr>
        </p:nvSpPr>
        <p:spPr>
          <a:xfrm>
            <a:off x="0" y="6969760"/>
            <a:ext cx="8016949" cy="302910"/>
          </a:xfrm>
          <a:prstGeom prst="rect">
            <a:avLst/>
          </a:prstGeom>
          <a:solidFill>
            <a:srgbClr val="DA291C"/>
          </a:solidFill>
        </p:spPr>
        <p:txBody>
          <a:bodyPr anchor="ctr">
            <a:noAutofit/>
          </a:bodyPr>
          <a:lstStyle>
            <a:lvl1pPr marL="0" indent="0" algn="ctr">
              <a:lnSpc>
                <a:spcPct val="100000"/>
              </a:lnSpc>
              <a:spcBef>
                <a:spcPts val="0"/>
              </a:spcBef>
              <a:buNone/>
              <a:defRPr sz="1400" b="0" i="0">
                <a:solidFill>
                  <a:schemeClr val="bg1"/>
                </a:solidFill>
              </a:defRPr>
            </a:lvl1pPr>
          </a:lstStyle>
          <a:p>
            <a:pPr lvl="0"/>
            <a:r>
              <a:rPr lang="en-US" dirty="0"/>
              <a:t>NOTE: All photos used in this layout must be cropped to 13.33” wide X 7.5” tall at 150dpi resolution</a:t>
            </a:r>
          </a:p>
        </p:txBody>
      </p:sp>
    </p:spTree>
    <p:extLst>
      <p:ext uri="{BB962C8B-B14F-4D97-AF65-F5344CB8AC3E}">
        <p14:creationId xmlns:p14="http://schemas.microsoft.com/office/powerpoint/2010/main" val="2088556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 - IQVIA">
    <p:bg>
      <p:bgPr>
        <a:gradFill>
          <a:gsLst>
            <a:gs pos="20000">
              <a:schemeClr val="tx1"/>
            </a:gs>
            <a:gs pos="80000">
              <a:srgbClr val="606B71"/>
            </a:gs>
          </a:gsLst>
          <a:lin ang="2700000" scaled="1"/>
        </a:gradFill>
        <a:effectLst/>
      </p:bgPr>
    </p:bg>
    <p:spTree>
      <p:nvGrpSpPr>
        <p:cNvPr id="1" name=""/>
        <p:cNvGrpSpPr/>
        <p:nvPr/>
      </p:nvGrpSpPr>
      <p:grpSpPr>
        <a:xfrm>
          <a:off x="0" y="0"/>
          <a:ext cx="0" cy="0"/>
          <a:chOff x="0" y="0"/>
          <a:chExt cx="0" cy="0"/>
        </a:xfrm>
      </p:grpSpPr>
      <p:sp>
        <p:nvSpPr>
          <p:cNvPr id="60" name="Title 1">
            <a:extLst>
              <a:ext uri="{FF2B5EF4-FFF2-40B4-BE49-F238E27FC236}">
                <a16:creationId xmlns:a16="http://schemas.microsoft.com/office/drawing/2014/main" id="{B8567F05-315D-614C-B916-932362171A20}"/>
              </a:ext>
            </a:extLst>
          </p:cNvPr>
          <p:cNvSpPr>
            <a:spLocks noGrp="1"/>
          </p:cNvSpPr>
          <p:nvPr>
            <p:ph type="title" hasCustomPrompt="1"/>
          </p:nvPr>
        </p:nvSpPr>
        <p:spPr bwMode="white">
          <a:xfrm>
            <a:off x="1036858" y="1795535"/>
            <a:ext cx="5588846" cy="4341936"/>
          </a:xfrm>
          <a:prstGeom prst="rect">
            <a:avLst/>
          </a:prstGeom>
        </p:spPr>
        <p:txBody>
          <a:bodyPr anchor="ctr" anchorCtr="0"/>
          <a:lstStyle>
            <a:lvl1pPr>
              <a:lnSpc>
                <a:spcPct val="100000"/>
              </a:lnSpc>
              <a:defRPr sz="3600" b="1">
                <a:solidFill>
                  <a:schemeClr val="bg1"/>
                </a:solidFill>
              </a:defRPr>
            </a:lvl1pPr>
          </a:lstStyle>
          <a:p>
            <a:r>
              <a:rPr lang="en-US" dirty="0"/>
              <a:t>Dividers are 36pt Arial Bold sentence case</a:t>
            </a:r>
          </a:p>
        </p:txBody>
      </p:sp>
      <p:sp>
        <p:nvSpPr>
          <p:cNvPr id="11" name="Slide Number Placeholder 5">
            <a:extLst>
              <a:ext uri="{FF2B5EF4-FFF2-40B4-BE49-F238E27FC236}">
                <a16:creationId xmlns:a16="http://schemas.microsoft.com/office/drawing/2014/main" id="{C58BFCDA-FC31-2A4E-97D4-B728D66FDDB6}"/>
              </a:ext>
            </a:extLst>
          </p:cNvPr>
          <p:cNvSpPr txBox="1">
            <a:spLocks/>
          </p:cNvSpPr>
          <p:nvPr/>
        </p:nvSpPr>
        <p:spPr bwMode="white">
          <a:xfrm>
            <a:off x="11708455" y="6548145"/>
            <a:ext cx="3678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chemeClr val="bg1"/>
                </a:solidFill>
              </a:rPr>
              <a:t>‹#›</a:t>
            </a:fld>
            <a:endParaRPr lang="en-US" sz="800" b="0" dirty="0">
              <a:solidFill>
                <a:schemeClr val="bg1"/>
              </a:solidFill>
            </a:endParaRPr>
          </a:p>
        </p:txBody>
      </p:sp>
      <p:grpSp>
        <p:nvGrpSpPr>
          <p:cNvPr id="57" name="Group 56">
            <a:extLst>
              <a:ext uri="{FF2B5EF4-FFF2-40B4-BE49-F238E27FC236}">
                <a16:creationId xmlns:a16="http://schemas.microsoft.com/office/drawing/2014/main" id="{4BAD41B1-1630-BD43-A04E-438392C529EA}"/>
              </a:ext>
            </a:extLst>
          </p:cNvPr>
          <p:cNvGrpSpPr/>
          <p:nvPr/>
        </p:nvGrpSpPr>
        <p:grpSpPr>
          <a:xfrm>
            <a:off x="7036244" y="2752016"/>
            <a:ext cx="5155756" cy="3703320"/>
            <a:chOff x="7036244" y="2752016"/>
            <a:chExt cx="5155756" cy="3703320"/>
          </a:xfrm>
          <a:solidFill>
            <a:schemeClr val="accent1"/>
          </a:solidFill>
        </p:grpSpPr>
        <p:sp>
          <p:nvSpPr>
            <p:cNvPr id="58" name="Freeform 57">
              <a:extLst>
                <a:ext uri="{FF2B5EF4-FFF2-40B4-BE49-F238E27FC236}">
                  <a16:creationId xmlns:a16="http://schemas.microsoft.com/office/drawing/2014/main" id="{E44435BD-EEDE-4C41-A1F2-ABC0999A168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dirty="0"/>
            </a:p>
          </p:txBody>
        </p:sp>
        <p:sp>
          <p:nvSpPr>
            <p:cNvPr id="59" name="Freeform 58">
              <a:extLst>
                <a:ext uri="{FF2B5EF4-FFF2-40B4-BE49-F238E27FC236}">
                  <a16:creationId xmlns:a16="http://schemas.microsoft.com/office/drawing/2014/main" id="{1C4729E5-C07B-2441-A6B5-D4DA9E028AEC}"/>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dirty="0"/>
            </a:p>
          </p:txBody>
        </p:sp>
        <p:sp>
          <p:nvSpPr>
            <p:cNvPr id="68" name="Freeform 67">
              <a:extLst>
                <a:ext uri="{FF2B5EF4-FFF2-40B4-BE49-F238E27FC236}">
                  <a16:creationId xmlns:a16="http://schemas.microsoft.com/office/drawing/2014/main" id="{C3C7C95F-71E5-2D48-9ED1-A6A7A40FCE53}"/>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69" name="Freeform 68">
              <a:extLst>
                <a:ext uri="{FF2B5EF4-FFF2-40B4-BE49-F238E27FC236}">
                  <a16:creationId xmlns:a16="http://schemas.microsoft.com/office/drawing/2014/main" id="{8D53D1E7-5120-0F4B-B38C-FAE533E99835}"/>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pic>
        <p:nvPicPr>
          <p:cNvPr id="12" name="Graphic 11">
            <a:extLst>
              <a:ext uri="{FF2B5EF4-FFF2-40B4-BE49-F238E27FC236}">
                <a16:creationId xmlns:a16="http://schemas.microsoft.com/office/drawing/2014/main" id="{B9A207CB-7D3D-2245-B4EB-AB96C5D60EA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Tree>
    <p:extLst>
      <p:ext uri="{BB962C8B-B14F-4D97-AF65-F5344CB8AC3E}">
        <p14:creationId xmlns:p14="http://schemas.microsoft.com/office/powerpoint/2010/main" val="194536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ivider Light Grey - IQVIA">
    <p:bg>
      <p:bgPr>
        <a:solidFill>
          <a:srgbClr val="F4F4F4"/>
        </a:solidFill>
        <a:effectLst/>
      </p:bgPr>
    </p:bg>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C0F63227-657D-4706-8FAB-F4C17696833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
        <p:nvSpPr>
          <p:cNvPr id="60" name="Title 1">
            <a:extLst>
              <a:ext uri="{FF2B5EF4-FFF2-40B4-BE49-F238E27FC236}">
                <a16:creationId xmlns:a16="http://schemas.microsoft.com/office/drawing/2014/main" id="{B8567F05-315D-614C-B916-932362171A20}"/>
              </a:ext>
            </a:extLst>
          </p:cNvPr>
          <p:cNvSpPr>
            <a:spLocks noGrp="1"/>
          </p:cNvSpPr>
          <p:nvPr>
            <p:ph type="title" hasCustomPrompt="1"/>
          </p:nvPr>
        </p:nvSpPr>
        <p:spPr bwMode="white">
          <a:xfrm>
            <a:off x="1036858" y="1795535"/>
            <a:ext cx="5588846" cy="4341936"/>
          </a:xfrm>
          <a:prstGeom prst="rect">
            <a:avLst/>
          </a:prstGeom>
        </p:spPr>
        <p:txBody>
          <a:bodyPr anchor="ctr" anchorCtr="0"/>
          <a:lstStyle>
            <a:lvl1pPr>
              <a:lnSpc>
                <a:spcPct val="100000"/>
              </a:lnSpc>
              <a:defRPr sz="3600" b="1">
                <a:solidFill>
                  <a:schemeClr val="accent2"/>
                </a:solidFill>
              </a:defRPr>
            </a:lvl1pPr>
          </a:lstStyle>
          <a:p>
            <a:r>
              <a:rPr lang="en-US" dirty="0"/>
              <a:t>Dividers are 36pt Arial Bold sentence case</a:t>
            </a:r>
          </a:p>
        </p:txBody>
      </p:sp>
      <p:sp>
        <p:nvSpPr>
          <p:cNvPr id="11" name="Slide Number Placeholder 5">
            <a:extLst>
              <a:ext uri="{FF2B5EF4-FFF2-40B4-BE49-F238E27FC236}">
                <a16:creationId xmlns:a16="http://schemas.microsoft.com/office/drawing/2014/main" id="{C58BFCDA-FC31-2A4E-97D4-B728D66FDDB6}"/>
              </a:ext>
            </a:extLst>
          </p:cNvPr>
          <p:cNvSpPr txBox="1">
            <a:spLocks/>
          </p:cNvSpPr>
          <p:nvPr/>
        </p:nvSpPr>
        <p:spPr bwMode="white">
          <a:xfrm>
            <a:off x="11708455" y="6548145"/>
            <a:ext cx="3678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chemeClr val="bg1"/>
                </a:solidFill>
              </a:rPr>
              <a:t>‹#›</a:t>
            </a:fld>
            <a:endParaRPr lang="en-US" sz="800" b="0" dirty="0">
              <a:solidFill>
                <a:schemeClr val="bg1"/>
              </a:solidFill>
            </a:endParaRPr>
          </a:p>
        </p:txBody>
      </p:sp>
      <p:grpSp>
        <p:nvGrpSpPr>
          <p:cNvPr id="57" name="Group 56">
            <a:extLst>
              <a:ext uri="{FF2B5EF4-FFF2-40B4-BE49-F238E27FC236}">
                <a16:creationId xmlns:a16="http://schemas.microsoft.com/office/drawing/2014/main" id="{4BAD41B1-1630-BD43-A04E-438392C529EA}"/>
              </a:ext>
            </a:extLst>
          </p:cNvPr>
          <p:cNvGrpSpPr/>
          <p:nvPr/>
        </p:nvGrpSpPr>
        <p:grpSpPr>
          <a:xfrm>
            <a:off x="7036244" y="2752016"/>
            <a:ext cx="5155756" cy="3703320"/>
            <a:chOff x="7036244" y="2752016"/>
            <a:chExt cx="5155756" cy="3703320"/>
          </a:xfrm>
          <a:solidFill>
            <a:schemeClr val="accent1"/>
          </a:solidFill>
        </p:grpSpPr>
        <p:sp>
          <p:nvSpPr>
            <p:cNvPr id="58" name="Freeform 57">
              <a:extLst>
                <a:ext uri="{FF2B5EF4-FFF2-40B4-BE49-F238E27FC236}">
                  <a16:creationId xmlns:a16="http://schemas.microsoft.com/office/drawing/2014/main" id="{E44435BD-EEDE-4C41-A1F2-ABC0999A168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dirty="0"/>
            </a:p>
          </p:txBody>
        </p:sp>
        <p:sp>
          <p:nvSpPr>
            <p:cNvPr id="59" name="Freeform 58">
              <a:extLst>
                <a:ext uri="{FF2B5EF4-FFF2-40B4-BE49-F238E27FC236}">
                  <a16:creationId xmlns:a16="http://schemas.microsoft.com/office/drawing/2014/main" id="{1C4729E5-C07B-2441-A6B5-D4DA9E028AEC}"/>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dirty="0"/>
            </a:p>
          </p:txBody>
        </p:sp>
        <p:sp>
          <p:nvSpPr>
            <p:cNvPr id="68" name="Freeform 67">
              <a:extLst>
                <a:ext uri="{FF2B5EF4-FFF2-40B4-BE49-F238E27FC236}">
                  <a16:creationId xmlns:a16="http://schemas.microsoft.com/office/drawing/2014/main" id="{C3C7C95F-71E5-2D48-9ED1-A6A7A40FCE53}"/>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69" name="Freeform 68">
              <a:extLst>
                <a:ext uri="{FF2B5EF4-FFF2-40B4-BE49-F238E27FC236}">
                  <a16:creationId xmlns:a16="http://schemas.microsoft.com/office/drawing/2014/main" id="{8D53D1E7-5120-0F4B-B38C-FAE533E99835}"/>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spTree>
    <p:extLst>
      <p:ext uri="{BB962C8B-B14F-4D97-AF65-F5344CB8AC3E}">
        <p14:creationId xmlns:p14="http://schemas.microsoft.com/office/powerpoint/2010/main" val="164820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 IQVIA">
    <p:spTree>
      <p:nvGrpSpPr>
        <p:cNvPr id="1" name=""/>
        <p:cNvGrpSpPr/>
        <p:nvPr/>
      </p:nvGrpSpPr>
      <p:grpSpPr>
        <a:xfrm>
          <a:off x="0" y="0"/>
          <a:ext cx="0" cy="0"/>
          <a:chOff x="0" y="0"/>
          <a:chExt cx="0" cy="0"/>
        </a:xfrm>
      </p:grpSpPr>
      <p:sp>
        <p:nvSpPr>
          <p:cNvPr id="68" name="Rectangle 67">
            <a:extLst>
              <a:ext uri="{FF2B5EF4-FFF2-40B4-BE49-F238E27FC236}">
                <a16:creationId xmlns:a16="http://schemas.microsoft.com/office/drawing/2014/main" id="{4E85BE28-1C3E-4A79-9B84-3BC2D0438DD8}"/>
              </a:ext>
            </a:extLst>
          </p:cNvPr>
          <p:cNvSpPr/>
          <p:nvPr/>
        </p:nvSpPr>
        <p:spPr bwMode="gray">
          <a:xfrm>
            <a:off x="353877" y="-1"/>
            <a:ext cx="11484246" cy="6858001"/>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nvGrpSpPr>
          <p:cNvPr id="84" name="Group 83">
            <a:extLst>
              <a:ext uri="{FF2B5EF4-FFF2-40B4-BE49-F238E27FC236}">
                <a16:creationId xmlns:a16="http://schemas.microsoft.com/office/drawing/2014/main" id="{B2BC05FF-F7B1-2643-B9FF-FE7362631CA8}"/>
              </a:ext>
            </a:extLst>
          </p:cNvPr>
          <p:cNvGrpSpPr/>
          <p:nvPr/>
        </p:nvGrpSpPr>
        <p:grpSpPr>
          <a:xfrm>
            <a:off x="7036244" y="2752016"/>
            <a:ext cx="5155756" cy="3703320"/>
            <a:chOff x="7036244" y="2752016"/>
            <a:chExt cx="5155756" cy="3703320"/>
          </a:xfrm>
          <a:solidFill>
            <a:schemeClr val="accent1"/>
          </a:solidFill>
        </p:grpSpPr>
        <p:sp>
          <p:nvSpPr>
            <p:cNvPr id="85" name="Freeform 84">
              <a:extLst>
                <a:ext uri="{FF2B5EF4-FFF2-40B4-BE49-F238E27FC236}">
                  <a16:creationId xmlns:a16="http://schemas.microsoft.com/office/drawing/2014/main" id="{54AF320E-9B8F-3143-935B-C21387DC95B0}"/>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dirty="0"/>
            </a:p>
          </p:txBody>
        </p:sp>
        <p:sp>
          <p:nvSpPr>
            <p:cNvPr id="86" name="Freeform 85">
              <a:extLst>
                <a:ext uri="{FF2B5EF4-FFF2-40B4-BE49-F238E27FC236}">
                  <a16:creationId xmlns:a16="http://schemas.microsoft.com/office/drawing/2014/main" id="{4B250C1E-384C-5A4D-B493-4F16109AFBFE}"/>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dirty="0"/>
            </a:p>
          </p:txBody>
        </p:sp>
        <p:sp>
          <p:nvSpPr>
            <p:cNvPr id="87" name="Freeform 86">
              <a:extLst>
                <a:ext uri="{FF2B5EF4-FFF2-40B4-BE49-F238E27FC236}">
                  <a16:creationId xmlns:a16="http://schemas.microsoft.com/office/drawing/2014/main" id="{5A2F5A00-A48E-1A46-9393-ED80FF031B14}"/>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88" name="Freeform 87">
              <a:extLst>
                <a:ext uri="{FF2B5EF4-FFF2-40B4-BE49-F238E27FC236}">
                  <a16:creationId xmlns:a16="http://schemas.microsoft.com/office/drawing/2014/main" id="{796862EF-B16A-7B49-B5EF-1F789A62F17C}"/>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sp>
        <p:nvSpPr>
          <p:cNvPr id="82" name="Text Placeholder 3">
            <a:extLst>
              <a:ext uri="{FF2B5EF4-FFF2-40B4-BE49-F238E27FC236}">
                <a16:creationId xmlns:a16="http://schemas.microsoft.com/office/drawing/2014/main" id="{43B517CD-81B5-1241-9C7C-2B8168938CD4}"/>
              </a:ext>
            </a:extLst>
          </p:cNvPr>
          <p:cNvSpPr>
            <a:spLocks noGrp="1"/>
          </p:cNvSpPr>
          <p:nvPr>
            <p:ph type="body" sz="quarter" idx="10" hasCustomPrompt="1"/>
          </p:nvPr>
        </p:nvSpPr>
        <p:spPr>
          <a:xfrm>
            <a:off x="1082212" y="4988527"/>
            <a:ext cx="5381689" cy="365760"/>
          </a:xfrm>
          <a:prstGeom prst="rect">
            <a:avLst/>
          </a:prstGeom>
        </p:spPr>
        <p:txBody>
          <a:bodyPr/>
          <a:lstStyle>
            <a:lvl1pPr marL="0" indent="0" algn="r">
              <a:lnSpc>
                <a:spcPct val="100000"/>
              </a:lnSpc>
              <a:buNone/>
              <a:defRPr sz="1800" b="0" i="1">
                <a:solidFill>
                  <a:schemeClr val="accent2"/>
                </a:solidFill>
              </a:defRPr>
            </a:lvl1pPr>
          </a:lstStyle>
          <a:p>
            <a:pPr lvl="0"/>
            <a:r>
              <a:rPr lang="en-US" dirty="0"/>
              <a:t>— Attribution Line</a:t>
            </a:r>
          </a:p>
        </p:txBody>
      </p:sp>
      <p:sp>
        <p:nvSpPr>
          <p:cNvPr id="2" name="Title 1"/>
          <p:cNvSpPr>
            <a:spLocks noGrp="1"/>
          </p:cNvSpPr>
          <p:nvPr>
            <p:ph type="ctrTitle" hasCustomPrompt="1"/>
          </p:nvPr>
        </p:nvSpPr>
        <p:spPr>
          <a:xfrm>
            <a:off x="1082212" y="1809398"/>
            <a:ext cx="5785628" cy="2970500"/>
          </a:xfrm>
          <a:prstGeom prst="rect">
            <a:avLst/>
          </a:prstGeom>
        </p:spPr>
        <p:txBody>
          <a:bodyPr anchor="t" anchorCtr="0"/>
          <a:lstStyle>
            <a:lvl1pPr marL="0" marR="0" indent="0" algn="l" defTabSz="914400" rtl="0" eaLnBrk="1" fontAlgn="auto" latinLnBrk="0" hangingPunct="1">
              <a:lnSpc>
                <a:spcPct val="100000"/>
              </a:lnSpc>
              <a:spcBef>
                <a:spcPct val="0"/>
              </a:spcBef>
              <a:spcAft>
                <a:spcPts val="0"/>
              </a:spcAft>
              <a:buClrTx/>
              <a:buSzTx/>
              <a:buFontTx/>
              <a:buNone/>
              <a:tabLst/>
              <a:defRPr sz="3200" b="0" i="0" baseline="0">
                <a:solidFill>
                  <a:schemeClr val="accent2"/>
                </a:solidFill>
              </a:defRPr>
            </a:lvl1pPr>
          </a:lstStyle>
          <a:p>
            <a:r>
              <a:rPr lang="en-US" dirty="0"/>
              <a:t>Place quote here in 32pt Arial sentence case with quote attribution. Up to 6 lines of text can be used.”</a:t>
            </a:r>
          </a:p>
        </p:txBody>
      </p:sp>
      <p:sp>
        <p:nvSpPr>
          <p:cNvPr id="75" name="TextBox 74">
            <a:extLst>
              <a:ext uri="{FF2B5EF4-FFF2-40B4-BE49-F238E27FC236}">
                <a16:creationId xmlns:a16="http://schemas.microsoft.com/office/drawing/2014/main" id="{6A04865E-13FE-4711-97A9-D413EE17A679}"/>
              </a:ext>
            </a:extLst>
          </p:cNvPr>
          <p:cNvSpPr txBox="1"/>
          <p:nvPr/>
        </p:nvSpPr>
        <p:spPr>
          <a:xfrm>
            <a:off x="379147" y="1416103"/>
            <a:ext cx="937240" cy="1569660"/>
          </a:xfrm>
          <a:custGeom>
            <a:avLst/>
            <a:gdLst>
              <a:gd name="connsiteX0" fmla="*/ 0 w 937240"/>
              <a:gd name="connsiteY0" fmla="*/ 0 h 1862048"/>
              <a:gd name="connsiteX1" fmla="*/ 937240 w 937240"/>
              <a:gd name="connsiteY1" fmla="*/ 0 h 1862048"/>
              <a:gd name="connsiteX2" fmla="*/ 937240 w 937240"/>
              <a:gd name="connsiteY2" fmla="*/ 1862048 h 1862048"/>
              <a:gd name="connsiteX3" fmla="*/ 0 w 937240"/>
              <a:gd name="connsiteY3" fmla="*/ 1862048 h 1862048"/>
              <a:gd name="connsiteX4" fmla="*/ 0 w 937240"/>
              <a:gd name="connsiteY4" fmla="*/ 0 h 1862048"/>
              <a:gd name="connsiteX0" fmla="*/ 0 w 937240"/>
              <a:gd name="connsiteY0" fmla="*/ 0 h 1862048"/>
              <a:gd name="connsiteX1" fmla="*/ 937240 w 937240"/>
              <a:gd name="connsiteY1" fmla="*/ 0 h 1862048"/>
              <a:gd name="connsiteX2" fmla="*/ 698700 w 937240"/>
              <a:gd name="connsiteY2" fmla="*/ 1225944 h 1862048"/>
              <a:gd name="connsiteX3" fmla="*/ 0 w 937240"/>
              <a:gd name="connsiteY3" fmla="*/ 1862048 h 1862048"/>
              <a:gd name="connsiteX4" fmla="*/ 0 w 937240"/>
              <a:gd name="connsiteY4" fmla="*/ 0 h 1862048"/>
              <a:gd name="connsiteX0" fmla="*/ 0 w 937240"/>
              <a:gd name="connsiteY0" fmla="*/ 0 h 1225944"/>
              <a:gd name="connsiteX1" fmla="*/ 937240 w 937240"/>
              <a:gd name="connsiteY1" fmla="*/ 0 h 1225944"/>
              <a:gd name="connsiteX2" fmla="*/ 698700 w 937240"/>
              <a:gd name="connsiteY2" fmla="*/ 1225944 h 1225944"/>
              <a:gd name="connsiteX3" fmla="*/ 53009 w 937240"/>
              <a:gd name="connsiteY3" fmla="*/ 960901 h 1225944"/>
              <a:gd name="connsiteX4" fmla="*/ 0 w 937240"/>
              <a:gd name="connsiteY4" fmla="*/ 0 h 1225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7240" h="1225944">
                <a:moveTo>
                  <a:pt x="0" y="0"/>
                </a:moveTo>
                <a:lnTo>
                  <a:pt x="937240" y="0"/>
                </a:lnTo>
                <a:lnTo>
                  <a:pt x="698700" y="1225944"/>
                </a:lnTo>
                <a:lnTo>
                  <a:pt x="53009" y="960901"/>
                </a:lnTo>
                <a:lnTo>
                  <a:pt x="0" y="0"/>
                </a:lnTo>
                <a:close/>
              </a:path>
            </a:pathLst>
          </a:custGeom>
          <a:noFill/>
        </p:spPr>
        <p:txBody>
          <a:bodyPr wrap="square" rtlCol="0">
            <a:spAutoFit/>
          </a:bodyPr>
          <a:lstStyle/>
          <a:p>
            <a:r>
              <a:rPr lang="en-US" sz="9600" b="1" dirty="0">
                <a:solidFill>
                  <a:schemeClr val="accent2"/>
                </a:solidFill>
                <a:latin typeface="Arial" panose="020B0604020202020204" pitchFamily="34" charset="0"/>
                <a:cs typeface="Arial" panose="020B0604020202020204" pitchFamily="34" charset="0"/>
              </a:rPr>
              <a:t>“</a:t>
            </a:r>
          </a:p>
        </p:txBody>
      </p:sp>
      <p:sp>
        <p:nvSpPr>
          <p:cNvPr id="65" name="Footer Placeholder 4">
            <a:extLst>
              <a:ext uri="{FF2B5EF4-FFF2-40B4-BE49-F238E27FC236}">
                <a16:creationId xmlns:a16="http://schemas.microsoft.com/office/drawing/2014/main" id="{2B5EAC86-5955-6C44-B473-E9638CE45BEE}"/>
              </a:ext>
            </a:extLst>
          </p:cNvPr>
          <p:cNvSpPr>
            <a:spLocks noGrp="1"/>
          </p:cNvSpPr>
          <p:nvPr>
            <p:ph type="ftr" sz="quarter" idx="3"/>
          </p:nvPr>
        </p:nvSpPr>
        <p:spPr bwMode="gray">
          <a:xfrm>
            <a:off x="1082212" y="6387858"/>
            <a:ext cx="8587966"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dirty="0"/>
          </a:p>
        </p:txBody>
      </p:sp>
      <p:sp>
        <p:nvSpPr>
          <p:cNvPr id="66" name="Slide Number Placeholder 5">
            <a:extLst>
              <a:ext uri="{FF2B5EF4-FFF2-40B4-BE49-F238E27FC236}">
                <a16:creationId xmlns:a16="http://schemas.microsoft.com/office/drawing/2014/main" id="{0B8041C5-D44C-8F4A-BD08-5435D5173B91}"/>
              </a:ext>
            </a:extLst>
          </p:cNvPr>
          <p:cNvSpPr txBox="1">
            <a:spLocks/>
          </p:cNvSpPr>
          <p:nvPr/>
        </p:nvSpPr>
        <p:spPr bwMode="white">
          <a:xfrm>
            <a:off x="11708455" y="6548145"/>
            <a:ext cx="3678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7F7F7F"/>
                </a:solidFill>
              </a:rPr>
              <a:t>‹#›</a:t>
            </a:fld>
            <a:endParaRPr lang="en-US" sz="800" b="0" dirty="0">
              <a:solidFill>
                <a:srgbClr val="7F7F7F"/>
              </a:solidFill>
            </a:endParaRPr>
          </a:p>
        </p:txBody>
      </p:sp>
      <p:pic>
        <p:nvPicPr>
          <p:cNvPr id="15" name="Graphic 14">
            <a:extLst>
              <a:ext uri="{FF2B5EF4-FFF2-40B4-BE49-F238E27FC236}">
                <a16:creationId xmlns:a16="http://schemas.microsoft.com/office/drawing/2014/main" id="{5676FBE2-B43F-5C47-8389-AD3C99D975C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Tree>
    <p:extLst>
      <p:ext uri="{BB962C8B-B14F-4D97-AF65-F5344CB8AC3E}">
        <p14:creationId xmlns:p14="http://schemas.microsoft.com/office/powerpoint/2010/main" val="3245278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hought Slide - IQVIA">
    <p:bg>
      <p:bgPr>
        <a:gradFill>
          <a:gsLst>
            <a:gs pos="20000">
              <a:schemeClr val="accent2"/>
            </a:gs>
            <a:gs pos="80000">
              <a:schemeClr val="accent1"/>
            </a:gs>
          </a:gsLst>
          <a:lin ang="2700000" scaled="1"/>
        </a:gra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E54A23A-653F-044A-872E-96D84FA8FBB7}"/>
              </a:ext>
            </a:extLst>
          </p:cNvPr>
          <p:cNvGrpSpPr/>
          <p:nvPr/>
        </p:nvGrpSpPr>
        <p:grpSpPr>
          <a:xfrm>
            <a:off x="0" y="1460563"/>
            <a:ext cx="2550984" cy="4676908"/>
            <a:chOff x="0" y="1403413"/>
            <a:chExt cx="2550984" cy="4676908"/>
          </a:xfrm>
          <a:solidFill>
            <a:schemeClr val="accent1"/>
          </a:solidFill>
        </p:grpSpPr>
        <p:grpSp>
          <p:nvGrpSpPr>
            <p:cNvPr id="9" name="Group 8">
              <a:extLst>
                <a:ext uri="{FF2B5EF4-FFF2-40B4-BE49-F238E27FC236}">
                  <a16:creationId xmlns:a16="http://schemas.microsoft.com/office/drawing/2014/main" id="{844260B0-4CB4-D64E-9C92-5124265DA7A3}"/>
                </a:ext>
              </a:extLst>
            </p:cNvPr>
            <p:cNvGrpSpPr/>
            <p:nvPr/>
          </p:nvGrpSpPr>
          <p:grpSpPr>
            <a:xfrm>
              <a:off x="1" y="4502072"/>
              <a:ext cx="1013573" cy="545364"/>
              <a:chOff x="1" y="4502072"/>
              <a:chExt cx="1013573" cy="545364"/>
            </a:xfrm>
            <a:grpFill/>
          </p:grpSpPr>
          <p:sp>
            <p:nvSpPr>
              <p:cNvPr id="64" name="Rectangle 63">
                <a:extLst>
                  <a:ext uri="{FF2B5EF4-FFF2-40B4-BE49-F238E27FC236}">
                    <a16:creationId xmlns:a16="http://schemas.microsoft.com/office/drawing/2014/main" id="{AFE54BDC-92F7-FF47-96F4-48A8CED3C760}"/>
                  </a:ext>
                </a:extLst>
              </p:cNvPr>
              <p:cNvSpPr/>
              <p:nvPr/>
            </p:nvSpPr>
            <p:spPr>
              <a:xfrm>
                <a:off x="1" y="4502072"/>
                <a:ext cx="735042"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65" name="Oval 64">
                <a:extLst>
                  <a:ext uri="{FF2B5EF4-FFF2-40B4-BE49-F238E27FC236}">
                    <a16:creationId xmlns:a16="http://schemas.microsoft.com/office/drawing/2014/main" id="{BBC52103-9224-6C4C-89DA-F8113C00854E}"/>
                  </a:ext>
                </a:extLst>
              </p:cNvPr>
              <p:cNvSpPr/>
              <p:nvPr/>
            </p:nvSpPr>
            <p:spPr>
              <a:xfrm>
                <a:off x="468210"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grpSp>
          <p:nvGrpSpPr>
            <p:cNvPr id="8" name="Group 7">
              <a:extLst>
                <a:ext uri="{FF2B5EF4-FFF2-40B4-BE49-F238E27FC236}">
                  <a16:creationId xmlns:a16="http://schemas.microsoft.com/office/drawing/2014/main" id="{A0C066D0-213A-4E42-B2BA-FB39C744A96E}"/>
                </a:ext>
              </a:extLst>
            </p:cNvPr>
            <p:cNvGrpSpPr/>
            <p:nvPr/>
          </p:nvGrpSpPr>
          <p:grpSpPr>
            <a:xfrm>
              <a:off x="0" y="3469185"/>
              <a:ext cx="1162174" cy="545364"/>
              <a:chOff x="0" y="3469185"/>
              <a:chExt cx="1162174" cy="545364"/>
            </a:xfrm>
            <a:grpFill/>
          </p:grpSpPr>
          <p:sp>
            <p:nvSpPr>
              <p:cNvPr id="66" name="Rectangle 65">
                <a:extLst>
                  <a:ext uri="{FF2B5EF4-FFF2-40B4-BE49-F238E27FC236}">
                    <a16:creationId xmlns:a16="http://schemas.microsoft.com/office/drawing/2014/main" id="{DA67A407-7D4D-3749-9A23-617DCB2CC42B}"/>
                  </a:ext>
                </a:extLst>
              </p:cNvPr>
              <p:cNvSpPr/>
              <p:nvPr/>
            </p:nvSpPr>
            <p:spPr>
              <a:xfrm>
                <a:off x="0" y="3469185"/>
                <a:ext cx="883637"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67" name="Oval 66">
                <a:extLst>
                  <a:ext uri="{FF2B5EF4-FFF2-40B4-BE49-F238E27FC236}">
                    <a16:creationId xmlns:a16="http://schemas.microsoft.com/office/drawing/2014/main" id="{35FFBBA7-854B-B748-B093-1CE3952BB1BD}"/>
                  </a:ext>
                </a:extLst>
              </p:cNvPr>
              <p:cNvSpPr/>
              <p:nvPr/>
            </p:nvSpPr>
            <p:spPr>
              <a:xfrm>
                <a:off x="616810"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grpSp>
          <p:nvGrpSpPr>
            <p:cNvPr id="7" name="Group 6">
              <a:extLst>
                <a:ext uri="{FF2B5EF4-FFF2-40B4-BE49-F238E27FC236}">
                  <a16:creationId xmlns:a16="http://schemas.microsoft.com/office/drawing/2014/main" id="{30143330-49E8-4D4D-A683-BA5AC4536F35}"/>
                </a:ext>
              </a:extLst>
            </p:cNvPr>
            <p:cNvGrpSpPr/>
            <p:nvPr/>
          </p:nvGrpSpPr>
          <p:grpSpPr>
            <a:xfrm>
              <a:off x="0" y="2436300"/>
              <a:ext cx="1023436" cy="545364"/>
              <a:chOff x="0" y="2440184"/>
              <a:chExt cx="1023436" cy="545364"/>
            </a:xfrm>
            <a:grpFill/>
          </p:grpSpPr>
          <p:sp>
            <p:nvSpPr>
              <p:cNvPr id="68" name="Rectangle 67">
                <a:extLst>
                  <a:ext uri="{FF2B5EF4-FFF2-40B4-BE49-F238E27FC236}">
                    <a16:creationId xmlns:a16="http://schemas.microsoft.com/office/drawing/2014/main" id="{8036A379-1707-5D4E-AAD8-4CD10718D475}"/>
                  </a:ext>
                </a:extLst>
              </p:cNvPr>
              <p:cNvSpPr/>
              <p:nvPr/>
            </p:nvSpPr>
            <p:spPr>
              <a:xfrm>
                <a:off x="0" y="2440184"/>
                <a:ext cx="744067"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69" name="Oval 68">
                <a:extLst>
                  <a:ext uri="{FF2B5EF4-FFF2-40B4-BE49-F238E27FC236}">
                    <a16:creationId xmlns:a16="http://schemas.microsoft.com/office/drawing/2014/main" id="{EB1666CD-BEF0-4D4B-BA70-902CCBD452A2}"/>
                  </a:ext>
                </a:extLst>
              </p:cNvPr>
              <p:cNvSpPr/>
              <p:nvPr/>
            </p:nvSpPr>
            <p:spPr>
              <a:xfrm>
                <a:off x="478072" y="2440184"/>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grpSp>
          <p:nvGrpSpPr>
            <p:cNvPr id="6" name="Group 5">
              <a:extLst>
                <a:ext uri="{FF2B5EF4-FFF2-40B4-BE49-F238E27FC236}">
                  <a16:creationId xmlns:a16="http://schemas.microsoft.com/office/drawing/2014/main" id="{C6437A27-019B-564D-B996-C91C1F5CC2C9}"/>
                </a:ext>
              </a:extLst>
            </p:cNvPr>
            <p:cNvGrpSpPr/>
            <p:nvPr/>
          </p:nvGrpSpPr>
          <p:grpSpPr>
            <a:xfrm>
              <a:off x="876713" y="5534957"/>
              <a:ext cx="1674271" cy="545364"/>
              <a:chOff x="876236" y="5534957"/>
              <a:chExt cx="1674271" cy="545364"/>
            </a:xfrm>
            <a:grpFill/>
          </p:grpSpPr>
          <p:sp>
            <p:nvSpPr>
              <p:cNvPr id="70" name="Rectangle 69">
                <a:extLst>
                  <a:ext uri="{FF2B5EF4-FFF2-40B4-BE49-F238E27FC236}">
                    <a16:creationId xmlns:a16="http://schemas.microsoft.com/office/drawing/2014/main" id="{AA63EA5C-5E6E-BC4A-9E7A-94DE3B6280E8}"/>
                  </a:ext>
                </a:extLst>
              </p:cNvPr>
              <p:cNvSpPr/>
              <p:nvPr/>
            </p:nvSpPr>
            <p:spPr>
              <a:xfrm>
                <a:off x="1154393" y="5534957"/>
                <a:ext cx="1117582"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71" name="Oval 70">
                <a:extLst>
                  <a:ext uri="{FF2B5EF4-FFF2-40B4-BE49-F238E27FC236}">
                    <a16:creationId xmlns:a16="http://schemas.microsoft.com/office/drawing/2014/main" id="{7A0BB5E6-BAD7-3F49-A359-BE26A2F6BE4C}"/>
                  </a:ext>
                </a:extLst>
              </p:cNvPr>
              <p:cNvSpPr/>
              <p:nvPr/>
            </p:nvSpPr>
            <p:spPr>
              <a:xfrm>
                <a:off x="2005143"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72" name="Oval 71">
                <a:extLst>
                  <a:ext uri="{FF2B5EF4-FFF2-40B4-BE49-F238E27FC236}">
                    <a16:creationId xmlns:a16="http://schemas.microsoft.com/office/drawing/2014/main" id="{1C16252C-42E7-844C-86B3-C65D63364C8F}"/>
                  </a:ext>
                </a:extLst>
              </p:cNvPr>
              <p:cNvSpPr/>
              <p:nvPr/>
            </p:nvSpPr>
            <p:spPr>
              <a:xfrm>
                <a:off x="876236"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grpSp>
          <p:nvGrpSpPr>
            <p:cNvPr id="5" name="Group 4">
              <a:extLst>
                <a:ext uri="{FF2B5EF4-FFF2-40B4-BE49-F238E27FC236}">
                  <a16:creationId xmlns:a16="http://schemas.microsoft.com/office/drawing/2014/main" id="{ADF5CA18-ACA9-2A42-A4F3-CA7027AC1183}"/>
                </a:ext>
              </a:extLst>
            </p:cNvPr>
            <p:cNvGrpSpPr/>
            <p:nvPr/>
          </p:nvGrpSpPr>
          <p:grpSpPr>
            <a:xfrm>
              <a:off x="1404844" y="4502072"/>
              <a:ext cx="1146140" cy="545364"/>
              <a:chOff x="1404367" y="4502072"/>
              <a:chExt cx="1146140" cy="545364"/>
            </a:xfrm>
            <a:grpFill/>
          </p:grpSpPr>
          <p:sp>
            <p:nvSpPr>
              <p:cNvPr id="73" name="Rectangle 72">
                <a:extLst>
                  <a:ext uri="{FF2B5EF4-FFF2-40B4-BE49-F238E27FC236}">
                    <a16:creationId xmlns:a16="http://schemas.microsoft.com/office/drawing/2014/main" id="{EF9009F8-F40E-4142-9FD4-5F82D827183E}"/>
                  </a:ext>
                </a:extLst>
              </p:cNvPr>
              <p:cNvSpPr/>
              <p:nvPr/>
            </p:nvSpPr>
            <p:spPr>
              <a:xfrm>
                <a:off x="1682197" y="4502072"/>
                <a:ext cx="589775"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74" name="Oval 73">
                <a:extLst>
                  <a:ext uri="{FF2B5EF4-FFF2-40B4-BE49-F238E27FC236}">
                    <a16:creationId xmlns:a16="http://schemas.microsoft.com/office/drawing/2014/main" id="{F656972E-4EE4-B440-BF3B-7C50C2F4AFD2}"/>
                  </a:ext>
                </a:extLst>
              </p:cNvPr>
              <p:cNvSpPr/>
              <p:nvPr/>
            </p:nvSpPr>
            <p:spPr>
              <a:xfrm>
                <a:off x="2005143"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75" name="Oval 74">
                <a:extLst>
                  <a:ext uri="{FF2B5EF4-FFF2-40B4-BE49-F238E27FC236}">
                    <a16:creationId xmlns:a16="http://schemas.microsoft.com/office/drawing/2014/main" id="{856FC643-92EC-5446-B635-5272B44ABBC4}"/>
                  </a:ext>
                </a:extLst>
              </p:cNvPr>
              <p:cNvSpPr/>
              <p:nvPr/>
            </p:nvSpPr>
            <p:spPr>
              <a:xfrm>
                <a:off x="1404367"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grpSp>
          <p:nvGrpSpPr>
            <p:cNvPr id="4" name="Group 3">
              <a:extLst>
                <a:ext uri="{FF2B5EF4-FFF2-40B4-BE49-F238E27FC236}">
                  <a16:creationId xmlns:a16="http://schemas.microsoft.com/office/drawing/2014/main" id="{57F13C1C-5A0B-E349-81D8-289CF597EFF6}"/>
                </a:ext>
              </a:extLst>
            </p:cNvPr>
            <p:cNvGrpSpPr/>
            <p:nvPr/>
          </p:nvGrpSpPr>
          <p:grpSpPr>
            <a:xfrm>
              <a:off x="1563753" y="3469185"/>
              <a:ext cx="987231" cy="545364"/>
              <a:chOff x="1560101" y="3469185"/>
              <a:chExt cx="987231" cy="545364"/>
            </a:xfrm>
            <a:grpFill/>
          </p:grpSpPr>
          <p:sp>
            <p:nvSpPr>
              <p:cNvPr id="76" name="Oval 75">
                <a:extLst>
                  <a:ext uri="{FF2B5EF4-FFF2-40B4-BE49-F238E27FC236}">
                    <a16:creationId xmlns:a16="http://schemas.microsoft.com/office/drawing/2014/main" id="{B4037E36-7ECF-7242-B733-14F93EF6E7A7}"/>
                  </a:ext>
                </a:extLst>
              </p:cNvPr>
              <p:cNvSpPr/>
              <p:nvPr/>
            </p:nvSpPr>
            <p:spPr>
              <a:xfrm>
                <a:off x="1560101"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77" name="Rectangle 76">
                <a:extLst>
                  <a:ext uri="{FF2B5EF4-FFF2-40B4-BE49-F238E27FC236}">
                    <a16:creationId xmlns:a16="http://schemas.microsoft.com/office/drawing/2014/main" id="{13A075E0-B627-254E-A4FB-378B4E95EDE4}"/>
                  </a:ext>
                </a:extLst>
              </p:cNvPr>
              <p:cNvSpPr/>
              <p:nvPr/>
            </p:nvSpPr>
            <p:spPr>
              <a:xfrm>
                <a:off x="1825936" y="3469185"/>
                <a:ext cx="446037"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78" name="Oval 77">
                <a:extLst>
                  <a:ext uri="{FF2B5EF4-FFF2-40B4-BE49-F238E27FC236}">
                    <a16:creationId xmlns:a16="http://schemas.microsoft.com/office/drawing/2014/main" id="{B2AE0DCE-94BE-7947-8768-92F78F9D7213}"/>
                  </a:ext>
                </a:extLst>
              </p:cNvPr>
              <p:cNvSpPr/>
              <p:nvPr/>
            </p:nvSpPr>
            <p:spPr>
              <a:xfrm>
                <a:off x="2001968"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grpSp>
          <p:nvGrpSpPr>
            <p:cNvPr id="3" name="Group 2">
              <a:extLst>
                <a:ext uri="{FF2B5EF4-FFF2-40B4-BE49-F238E27FC236}">
                  <a16:creationId xmlns:a16="http://schemas.microsoft.com/office/drawing/2014/main" id="{16D361C0-AC3B-D84D-9A88-5FC411D00470}"/>
                </a:ext>
              </a:extLst>
            </p:cNvPr>
            <p:cNvGrpSpPr/>
            <p:nvPr/>
          </p:nvGrpSpPr>
          <p:grpSpPr>
            <a:xfrm>
              <a:off x="1416321" y="2436300"/>
              <a:ext cx="1134663" cy="545364"/>
              <a:chOff x="1415887" y="2436300"/>
              <a:chExt cx="1134663" cy="545364"/>
            </a:xfrm>
            <a:grpFill/>
          </p:grpSpPr>
          <p:sp>
            <p:nvSpPr>
              <p:cNvPr id="79" name="Oval 78">
                <a:extLst>
                  <a:ext uri="{FF2B5EF4-FFF2-40B4-BE49-F238E27FC236}">
                    <a16:creationId xmlns:a16="http://schemas.microsoft.com/office/drawing/2014/main" id="{1603488A-FE35-DC44-B59F-D73A4174124C}"/>
                  </a:ext>
                </a:extLst>
              </p:cNvPr>
              <p:cNvSpPr/>
              <p:nvPr/>
            </p:nvSpPr>
            <p:spPr>
              <a:xfrm>
                <a:off x="2005186"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80" name="Oval 79">
                <a:extLst>
                  <a:ext uri="{FF2B5EF4-FFF2-40B4-BE49-F238E27FC236}">
                    <a16:creationId xmlns:a16="http://schemas.microsoft.com/office/drawing/2014/main" id="{F562BC2A-8E8F-8F4A-AF64-D93514A83DE2}"/>
                  </a:ext>
                </a:extLst>
              </p:cNvPr>
              <p:cNvSpPr/>
              <p:nvPr/>
            </p:nvSpPr>
            <p:spPr>
              <a:xfrm>
                <a:off x="1415887"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81" name="Rectangle 80">
                <a:extLst>
                  <a:ext uri="{FF2B5EF4-FFF2-40B4-BE49-F238E27FC236}">
                    <a16:creationId xmlns:a16="http://schemas.microsoft.com/office/drawing/2014/main" id="{45DA935B-E728-D449-B962-9C993F9194C3}"/>
                  </a:ext>
                </a:extLst>
              </p:cNvPr>
              <p:cNvSpPr/>
              <p:nvPr/>
            </p:nvSpPr>
            <p:spPr>
              <a:xfrm>
                <a:off x="1682240" y="2436300"/>
                <a:ext cx="58973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grpSp>
          <p:nvGrpSpPr>
            <p:cNvPr id="2" name="Group 1">
              <a:extLst>
                <a:ext uri="{FF2B5EF4-FFF2-40B4-BE49-F238E27FC236}">
                  <a16:creationId xmlns:a16="http://schemas.microsoft.com/office/drawing/2014/main" id="{37C5B5FC-28F8-6A43-9D03-F89AA5DADC09}"/>
                </a:ext>
              </a:extLst>
            </p:cNvPr>
            <p:cNvGrpSpPr/>
            <p:nvPr/>
          </p:nvGrpSpPr>
          <p:grpSpPr>
            <a:xfrm>
              <a:off x="898206" y="1403413"/>
              <a:ext cx="1652778" cy="545364"/>
              <a:chOff x="898206" y="1403413"/>
              <a:chExt cx="1652778" cy="545364"/>
            </a:xfrm>
            <a:grpFill/>
          </p:grpSpPr>
          <p:sp>
            <p:nvSpPr>
              <p:cNvPr id="82" name="Oval 81">
                <a:extLst>
                  <a:ext uri="{FF2B5EF4-FFF2-40B4-BE49-F238E27FC236}">
                    <a16:creationId xmlns:a16="http://schemas.microsoft.com/office/drawing/2014/main" id="{B34D7784-E348-154F-80D9-BA83F6D4D68E}"/>
                  </a:ext>
                </a:extLst>
              </p:cNvPr>
              <p:cNvSpPr/>
              <p:nvPr/>
            </p:nvSpPr>
            <p:spPr>
              <a:xfrm>
                <a:off x="2005620"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83" name="Oval 82">
                <a:extLst>
                  <a:ext uri="{FF2B5EF4-FFF2-40B4-BE49-F238E27FC236}">
                    <a16:creationId xmlns:a16="http://schemas.microsoft.com/office/drawing/2014/main" id="{2849EC6B-F9A7-F742-813C-BBB1639B37A5}"/>
                  </a:ext>
                </a:extLst>
              </p:cNvPr>
              <p:cNvSpPr/>
              <p:nvPr/>
            </p:nvSpPr>
            <p:spPr>
              <a:xfrm>
                <a:off x="898206"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84" name="Rectangle 83">
                <a:extLst>
                  <a:ext uri="{FF2B5EF4-FFF2-40B4-BE49-F238E27FC236}">
                    <a16:creationId xmlns:a16="http://schemas.microsoft.com/office/drawing/2014/main" id="{81DB5796-D137-AF40-AB92-A11E96841BD6}"/>
                  </a:ext>
                </a:extLst>
              </p:cNvPr>
              <p:cNvSpPr/>
              <p:nvPr/>
            </p:nvSpPr>
            <p:spPr>
              <a:xfrm>
                <a:off x="1164538" y="1403413"/>
                <a:ext cx="111758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sp>
          <p:nvSpPr>
            <p:cNvPr id="85" name="Freeform 84">
              <a:extLst>
                <a:ext uri="{FF2B5EF4-FFF2-40B4-BE49-F238E27FC236}">
                  <a16:creationId xmlns:a16="http://schemas.microsoft.com/office/drawing/2014/main" id="{2606B288-B2E5-CB4F-9CD4-6304B4259D84}"/>
                </a:ext>
              </a:extLst>
            </p:cNvPr>
            <p:cNvSpPr/>
            <p:nvPr/>
          </p:nvSpPr>
          <p:spPr>
            <a:xfrm>
              <a:off x="1945" y="5534957"/>
              <a:ext cx="476127" cy="545364"/>
            </a:xfrm>
            <a:custGeom>
              <a:avLst/>
              <a:gdLst>
                <a:gd name="connsiteX0" fmla="*/ 0 w 476127"/>
                <a:gd name="connsiteY0" fmla="*/ 0 h 545364"/>
                <a:gd name="connsiteX1" fmla="*/ 197590 w 476127"/>
                <a:gd name="connsiteY1" fmla="*/ 0 h 545364"/>
                <a:gd name="connsiteX2" fmla="*/ 197590 w 476127"/>
                <a:gd name="connsiteY2" fmla="*/ 590 h 545364"/>
                <a:gd name="connsiteX3" fmla="*/ 203445 w 476127"/>
                <a:gd name="connsiteY3" fmla="*/ 0 h 545364"/>
                <a:gd name="connsiteX4" fmla="*/ 476127 w 476127"/>
                <a:gd name="connsiteY4" fmla="*/ 272682 h 545364"/>
                <a:gd name="connsiteX5" fmla="*/ 203445 w 476127"/>
                <a:gd name="connsiteY5" fmla="*/ 545364 h 545364"/>
                <a:gd name="connsiteX6" fmla="*/ 197590 w 476127"/>
                <a:gd name="connsiteY6" fmla="*/ 544774 h 545364"/>
                <a:gd name="connsiteX7" fmla="*/ 197590 w 476127"/>
                <a:gd name="connsiteY7" fmla="*/ 545364 h 545364"/>
                <a:gd name="connsiteX8" fmla="*/ 0 w 476127"/>
                <a:gd name="connsiteY8" fmla="*/ 545364 h 545364"/>
                <a:gd name="connsiteX9" fmla="*/ 0 w 476127"/>
                <a:gd name="connsiteY9" fmla="*/ 452614 h 545364"/>
                <a:gd name="connsiteX10" fmla="*/ 0 w 476127"/>
                <a:gd name="connsiteY10" fmla="*/ 92750 h 545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6127" h="545364">
                  <a:moveTo>
                    <a:pt x="0" y="0"/>
                  </a:moveTo>
                  <a:lnTo>
                    <a:pt x="197590" y="0"/>
                  </a:lnTo>
                  <a:lnTo>
                    <a:pt x="197590" y="590"/>
                  </a:lnTo>
                  <a:lnTo>
                    <a:pt x="203445" y="0"/>
                  </a:lnTo>
                  <a:cubicBezTo>
                    <a:pt x="354043" y="0"/>
                    <a:pt x="476127" y="122084"/>
                    <a:pt x="476127" y="272682"/>
                  </a:cubicBezTo>
                  <a:cubicBezTo>
                    <a:pt x="476127" y="423280"/>
                    <a:pt x="354043" y="545364"/>
                    <a:pt x="203445" y="545364"/>
                  </a:cubicBezTo>
                  <a:lnTo>
                    <a:pt x="197590" y="544774"/>
                  </a:lnTo>
                  <a:lnTo>
                    <a:pt x="197590" y="545364"/>
                  </a:lnTo>
                  <a:lnTo>
                    <a:pt x="0" y="545364"/>
                  </a:lnTo>
                  <a:lnTo>
                    <a:pt x="0" y="452614"/>
                  </a:lnTo>
                  <a:lnTo>
                    <a:pt x="0" y="9275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86" name="Freeform 85">
              <a:extLst>
                <a:ext uri="{FF2B5EF4-FFF2-40B4-BE49-F238E27FC236}">
                  <a16:creationId xmlns:a16="http://schemas.microsoft.com/office/drawing/2014/main" id="{18324F76-739D-5A41-8026-F96B96947F97}"/>
                </a:ext>
              </a:extLst>
            </p:cNvPr>
            <p:cNvSpPr/>
            <p:nvPr/>
          </p:nvSpPr>
          <p:spPr>
            <a:xfrm>
              <a:off x="0" y="1403413"/>
              <a:ext cx="501699" cy="545364"/>
            </a:xfrm>
            <a:custGeom>
              <a:avLst/>
              <a:gdLst>
                <a:gd name="connsiteX0" fmla="*/ 1 w 501699"/>
                <a:gd name="connsiteY0" fmla="*/ 0 h 545364"/>
                <a:gd name="connsiteX1" fmla="*/ 223169 w 501699"/>
                <a:gd name="connsiteY1" fmla="*/ 0 h 545364"/>
                <a:gd name="connsiteX2" fmla="*/ 223169 w 501699"/>
                <a:gd name="connsiteY2" fmla="*/ 590 h 545364"/>
                <a:gd name="connsiteX3" fmla="*/ 229017 w 501699"/>
                <a:gd name="connsiteY3" fmla="*/ 0 h 545364"/>
                <a:gd name="connsiteX4" fmla="*/ 501699 w 501699"/>
                <a:gd name="connsiteY4" fmla="*/ 272682 h 545364"/>
                <a:gd name="connsiteX5" fmla="*/ 229017 w 501699"/>
                <a:gd name="connsiteY5" fmla="*/ 545364 h 545364"/>
                <a:gd name="connsiteX6" fmla="*/ 223169 w 501699"/>
                <a:gd name="connsiteY6" fmla="*/ 544775 h 545364"/>
                <a:gd name="connsiteX7" fmla="*/ 223169 w 501699"/>
                <a:gd name="connsiteY7" fmla="*/ 545364 h 545364"/>
                <a:gd name="connsiteX8" fmla="*/ 1 w 501699"/>
                <a:gd name="connsiteY8" fmla="*/ 545364 h 545364"/>
                <a:gd name="connsiteX9" fmla="*/ 1 w 501699"/>
                <a:gd name="connsiteY9" fmla="*/ 419791 h 545364"/>
                <a:gd name="connsiteX10" fmla="*/ 0 w 501699"/>
                <a:gd name="connsiteY10" fmla="*/ 419789 h 545364"/>
                <a:gd name="connsiteX11" fmla="*/ 0 w 501699"/>
                <a:gd name="connsiteY11" fmla="*/ 125575 h 545364"/>
                <a:gd name="connsiteX12" fmla="*/ 1 w 501699"/>
                <a:gd name="connsiteY12" fmla="*/ 125573 h 545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1699" h="545364">
                  <a:moveTo>
                    <a:pt x="1" y="0"/>
                  </a:moveTo>
                  <a:lnTo>
                    <a:pt x="223169" y="0"/>
                  </a:lnTo>
                  <a:lnTo>
                    <a:pt x="223169" y="590"/>
                  </a:lnTo>
                  <a:lnTo>
                    <a:pt x="229017" y="0"/>
                  </a:lnTo>
                  <a:cubicBezTo>
                    <a:pt x="379615" y="0"/>
                    <a:pt x="501699" y="122084"/>
                    <a:pt x="501699" y="272682"/>
                  </a:cubicBezTo>
                  <a:cubicBezTo>
                    <a:pt x="501699" y="423280"/>
                    <a:pt x="379615" y="545364"/>
                    <a:pt x="229017" y="545364"/>
                  </a:cubicBezTo>
                  <a:lnTo>
                    <a:pt x="223169" y="544775"/>
                  </a:lnTo>
                  <a:lnTo>
                    <a:pt x="223169" y="545364"/>
                  </a:lnTo>
                  <a:lnTo>
                    <a:pt x="1" y="545364"/>
                  </a:lnTo>
                  <a:lnTo>
                    <a:pt x="1" y="419791"/>
                  </a:lnTo>
                  <a:lnTo>
                    <a:pt x="0" y="419789"/>
                  </a:lnTo>
                  <a:lnTo>
                    <a:pt x="0" y="125575"/>
                  </a:lnTo>
                  <a:lnTo>
                    <a:pt x="1" y="12557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sp>
        <p:nvSpPr>
          <p:cNvPr id="60" name="Title 1">
            <a:extLst>
              <a:ext uri="{FF2B5EF4-FFF2-40B4-BE49-F238E27FC236}">
                <a16:creationId xmlns:a16="http://schemas.microsoft.com/office/drawing/2014/main" id="{99B32E9C-8531-8F42-88AC-648425B4B168}"/>
              </a:ext>
            </a:extLst>
          </p:cNvPr>
          <p:cNvSpPr>
            <a:spLocks noGrp="1"/>
          </p:cNvSpPr>
          <p:nvPr>
            <p:ph type="title" hasCustomPrompt="1"/>
          </p:nvPr>
        </p:nvSpPr>
        <p:spPr bwMode="white">
          <a:xfrm>
            <a:off x="3393370" y="1460563"/>
            <a:ext cx="7988504" cy="4676908"/>
          </a:xfrm>
          <a:prstGeom prst="rect">
            <a:avLst/>
          </a:prstGeom>
        </p:spPr>
        <p:txBody>
          <a:bodyPr anchor="ctr" anchorCtr="0"/>
          <a:lstStyle>
            <a:lvl1pPr marL="0" marR="0" indent="0" algn="l" defTabSz="914400" rtl="0" eaLnBrk="1" fontAlgn="auto" latinLnBrk="0" hangingPunct="1">
              <a:lnSpc>
                <a:spcPct val="100000"/>
              </a:lnSpc>
              <a:spcBef>
                <a:spcPct val="0"/>
              </a:spcBef>
              <a:spcAft>
                <a:spcPts val="0"/>
              </a:spcAft>
              <a:buClrTx/>
              <a:buSzTx/>
              <a:buFontTx/>
              <a:buNone/>
              <a:tabLst/>
              <a:defRPr sz="3600" b="1">
                <a:solidFill>
                  <a:schemeClr val="bg1"/>
                </a:solidFill>
              </a:defRPr>
            </a:lvl1pPr>
          </a:lstStyle>
          <a:p>
            <a:r>
              <a:rPr lang="en-US" dirty="0"/>
              <a:t>Thought slides are 36pt </a:t>
            </a:r>
            <a:br>
              <a:rPr lang="en-US" dirty="0"/>
            </a:br>
            <a:r>
              <a:rPr lang="en-US" dirty="0"/>
              <a:t>Arial Bold sentence case</a:t>
            </a:r>
          </a:p>
        </p:txBody>
      </p:sp>
      <p:sp>
        <p:nvSpPr>
          <p:cNvPr id="30" name="Slide Number Placeholder 5">
            <a:extLst>
              <a:ext uri="{FF2B5EF4-FFF2-40B4-BE49-F238E27FC236}">
                <a16:creationId xmlns:a16="http://schemas.microsoft.com/office/drawing/2014/main" id="{DBE3E6C0-8C36-8B43-957E-48824B0A0BBC}"/>
              </a:ext>
            </a:extLst>
          </p:cNvPr>
          <p:cNvSpPr txBox="1">
            <a:spLocks/>
          </p:cNvSpPr>
          <p:nvPr/>
        </p:nvSpPr>
        <p:spPr bwMode="white">
          <a:xfrm>
            <a:off x="11708455" y="6548145"/>
            <a:ext cx="3678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chemeClr val="bg1"/>
                </a:solidFill>
              </a:rPr>
              <a:t>‹#›</a:t>
            </a:fld>
            <a:endParaRPr lang="en-US" sz="800" b="0" dirty="0">
              <a:solidFill>
                <a:schemeClr val="bg1"/>
              </a:solidFill>
            </a:endParaRPr>
          </a:p>
        </p:txBody>
      </p:sp>
    </p:spTree>
    <p:extLst>
      <p:ext uri="{BB962C8B-B14F-4D97-AF65-F5344CB8AC3E}">
        <p14:creationId xmlns:p14="http://schemas.microsoft.com/office/powerpoint/2010/main" val="4219167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losing - IQVIA">
    <p:bg>
      <p:bgPr>
        <a:gradFill>
          <a:gsLst>
            <a:gs pos="20000">
              <a:schemeClr val="tx1"/>
            </a:gs>
            <a:gs pos="80000">
              <a:srgbClr val="606B71"/>
            </a:gs>
          </a:gsLst>
          <a:lin ang="2700000" scaled="1"/>
        </a:gradFill>
        <a:effectLst/>
      </p:bgPr>
    </p:bg>
    <p:spTree>
      <p:nvGrpSpPr>
        <p:cNvPr id="1" name=""/>
        <p:cNvGrpSpPr/>
        <p:nvPr/>
      </p:nvGrpSpPr>
      <p:grpSpPr>
        <a:xfrm>
          <a:off x="0" y="0"/>
          <a:ext cx="0" cy="0"/>
          <a:chOff x="0" y="0"/>
          <a:chExt cx="0" cy="0"/>
        </a:xfrm>
      </p:grpSpPr>
      <p:sp>
        <p:nvSpPr>
          <p:cNvPr id="60" name="Content Placeholder 2">
            <a:extLst>
              <a:ext uri="{FF2B5EF4-FFF2-40B4-BE49-F238E27FC236}">
                <a16:creationId xmlns:a16="http://schemas.microsoft.com/office/drawing/2014/main" id="{117F4479-AB2F-544F-914C-7C68ABE310F0}"/>
              </a:ext>
            </a:extLst>
          </p:cNvPr>
          <p:cNvSpPr>
            <a:spLocks noGrp="1"/>
          </p:cNvSpPr>
          <p:nvPr>
            <p:ph idx="10" hasCustomPrompt="1"/>
          </p:nvPr>
        </p:nvSpPr>
        <p:spPr>
          <a:xfrm>
            <a:off x="1036859" y="3208148"/>
            <a:ext cx="5588846" cy="2929323"/>
          </a:xfrm>
          <a:prstGeom prst="rect">
            <a:avLst/>
          </a:prstGeom>
        </p:spPr>
        <p:txBody>
          <a:bodyPr/>
          <a:lstStyle>
            <a:lvl1pPr marL="274320" indent="-274320">
              <a:lnSpc>
                <a:spcPct val="100000"/>
              </a:lnSpc>
              <a:spcBef>
                <a:spcPts val="1000"/>
              </a:spcBef>
              <a:defRPr sz="2400">
                <a:solidFill>
                  <a:schemeClr val="bg1"/>
                </a:solidFill>
              </a:defRPr>
            </a:lvl1pPr>
            <a:lvl2pPr marL="548640" indent="-274320">
              <a:lnSpc>
                <a:spcPct val="100000"/>
              </a:lnSpc>
              <a:spcBef>
                <a:spcPts val="800"/>
              </a:spcBef>
              <a:buFont typeface="Arial" panose="020B0604020202020204" pitchFamily="34" charset="0"/>
              <a:buChar char="-"/>
              <a:defRPr sz="2400">
                <a:solidFill>
                  <a:schemeClr val="bg1"/>
                </a:solidFill>
              </a:defRPr>
            </a:lvl2pPr>
            <a:lvl3pPr marL="822960" indent="-274320">
              <a:lnSpc>
                <a:spcPct val="100000"/>
              </a:lnSpc>
              <a:spcBef>
                <a:spcPts val="800"/>
              </a:spcBef>
              <a:buFont typeface="Arial" panose="020B0604020202020204" pitchFamily="34" charset="0"/>
              <a:buChar char="›"/>
              <a:defRPr sz="2400">
                <a:solidFill>
                  <a:schemeClr val="bg1"/>
                </a:solidFill>
              </a:defRPr>
            </a:lvl3pPr>
            <a:lvl4pPr marL="1097280" indent="-274320">
              <a:lnSpc>
                <a:spcPct val="100000"/>
              </a:lnSpc>
              <a:spcBef>
                <a:spcPts val="800"/>
              </a:spcBef>
              <a:buFont typeface="Arial" panose="020B0604020202020204" pitchFamily="34" charset="0"/>
              <a:buChar char="»"/>
              <a:defRPr sz="2400">
                <a:solidFill>
                  <a:schemeClr val="bg1"/>
                </a:solidFill>
              </a:defRPr>
            </a:lvl4pPr>
            <a:lvl5pPr marL="1371600" indent="-274320">
              <a:lnSpc>
                <a:spcPct val="100000"/>
              </a:lnSpc>
              <a:spcBef>
                <a:spcPts val="800"/>
              </a:spcBef>
              <a:buSzPct val="75000"/>
              <a:buFont typeface="Wingdings" panose="05000000000000000000" pitchFamily="2" charset="2"/>
              <a:buChar char="§"/>
              <a:defRPr sz="2400">
                <a:solidFill>
                  <a:schemeClr val="bg1"/>
                </a:solidFill>
              </a:defRPr>
            </a:lvl5pPr>
          </a:lstStyle>
          <a:p>
            <a:pPr lvl="0"/>
            <a:r>
              <a:rPr lang="en-US" dirty="0"/>
              <a:t>Arial 24pt bullet level 1</a:t>
            </a:r>
          </a:p>
          <a:p>
            <a:pPr lvl="1"/>
            <a:r>
              <a:rPr lang="en-US" dirty="0"/>
              <a:t>Arial 24pt bullet level 2</a:t>
            </a:r>
          </a:p>
          <a:p>
            <a:pPr lvl="2"/>
            <a:r>
              <a:rPr lang="en-US" dirty="0"/>
              <a:t>Arial 24pt bullet level 3</a:t>
            </a:r>
          </a:p>
          <a:p>
            <a:pPr lvl="3"/>
            <a:r>
              <a:rPr lang="en-US" dirty="0"/>
              <a:t>Arial 24pt bullet level 4</a:t>
            </a:r>
          </a:p>
          <a:p>
            <a:pPr lvl="4"/>
            <a:r>
              <a:rPr lang="en-US" dirty="0"/>
              <a:t>Arial 24pt bullet level 5</a:t>
            </a: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1034320" y="1795534"/>
            <a:ext cx="7631698" cy="1174627"/>
          </a:xfrm>
          <a:prstGeom prst="rect">
            <a:avLst/>
          </a:prstGeom>
        </p:spPr>
        <p:txBody>
          <a:bodyPr anchor="b" anchorCtr="0"/>
          <a:lstStyle>
            <a:lvl1pPr>
              <a:defRPr sz="3600" b="1">
                <a:solidFill>
                  <a:schemeClr val="bg1"/>
                </a:solidFill>
              </a:defRPr>
            </a:lvl1pPr>
          </a:lstStyle>
          <a:p>
            <a:r>
              <a:rPr lang="en-US" dirty="0"/>
              <a:t>Closing slides are 36pt Arial Bold sentence case</a:t>
            </a:r>
          </a:p>
        </p:txBody>
      </p:sp>
      <p:grpSp>
        <p:nvGrpSpPr>
          <p:cNvPr id="12" name="Group 11">
            <a:extLst>
              <a:ext uri="{FF2B5EF4-FFF2-40B4-BE49-F238E27FC236}">
                <a16:creationId xmlns:a16="http://schemas.microsoft.com/office/drawing/2014/main" id="{C364B443-1067-8D4E-8347-69E3D88570DB}"/>
              </a:ext>
            </a:extLst>
          </p:cNvPr>
          <p:cNvGrpSpPr/>
          <p:nvPr/>
        </p:nvGrpSpPr>
        <p:grpSpPr>
          <a:xfrm>
            <a:off x="7036244" y="2752016"/>
            <a:ext cx="5155756" cy="3703320"/>
            <a:chOff x="7036244" y="2752016"/>
            <a:chExt cx="5155756" cy="3703320"/>
          </a:xfrm>
          <a:solidFill>
            <a:schemeClr val="accent1"/>
          </a:solidFill>
        </p:grpSpPr>
        <p:sp>
          <p:nvSpPr>
            <p:cNvPr id="13" name="Freeform 12">
              <a:extLst>
                <a:ext uri="{FF2B5EF4-FFF2-40B4-BE49-F238E27FC236}">
                  <a16:creationId xmlns:a16="http://schemas.microsoft.com/office/drawing/2014/main" id="{E23B4D94-914D-6A47-AF73-BDD6ABF78CB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dirty="0"/>
            </a:p>
          </p:txBody>
        </p:sp>
        <p:sp>
          <p:nvSpPr>
            <p:cNvPr id="14" name="Freeform 13">
              <a:extLst>
                <a:ext uri="{FF2B5EF4-FFF2-40B4-BE49-F238E27FC236}">
                  <a16:creationId xmlns:a16="http://schemas.microsoft.com/office/drawing/2014/main" id="{E941EA1A-7BCD-E547-9195-3AF3CBAB9DED}"/>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dirty="0"/>
            </a:p>
          </p:txBody>
        </p:sp>
        <p:sp>
          <p:nvSpPr>
            <p:cNvPr id="15" name="Freeform 14">
              <a:extLst>
                <a:ext uri="{FF2B5EF4-FFF2-40B4-BE49-F238E27FC236}">
                  <a16:creationId xmlns:a16="http://schemas.microsoft.com/office/drawing/2014/main" id="{09BF4E84-D8C8-3340-8821-E170F38BCB95}"/>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sp>
          <p:nvSpPr>
            <p:cNvPr id="16" name="Freeform 15">
              <a:extLst>
                <a:ext uri="{FF2B5EF4-FFF2-40B4-BE49-F238E27FC236}">
                  <a16:creationId xmlns:a16="http://schemas.microsoft.com/office/drawing/2014/main" id="{04358390-5EFC-484C-9E81-E6E1DFD520E7}"/>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a:p>
          </p:txBody>
        </p:sp>
      </p:grpSp>
      <p:pic>
        <p:nvPicPr>
          <p:cNvPr id="11" name="Graphic 10">
            <a:extLst>
              <a:ext uri="{FF2B5EF4-FFF2-40B4-BE49-F238E27FC236}">
                <a16:creationId xmlns:a16="http://schemas.microsoft.com/office/drawing/2014/main" id="{29E62D4C-ACB0-644F-9042-ADF3C890FE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Tree>
    <p:extLst>
      <p:ext uri="{BB962C8B-B14F-4D97-AF65-F5344CB8AC3E}">
        <p14:creationId xmlns:p14="http://schemas.microsoft.com/office/powerpoint/2010/main" val="3866138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ver Charcoal - IQVIA">
    <p:bg>
      <p:bgPr>
        <a:gradFill>
          <a:gsLst>
            <a:gs pos="20000">
              <a:schemeClr val="tx1"/>
            </a:gs>
            <a:gs pos="80000">
              <a:srgbClr val="606B71"/>
            </a:gs>
          </a:gsLst>
          <a:lin ang="2700000" scaled="1"/>
        </a:gradFill>
        <a:effectLst/>
      </p:bgPr>
    </p:bg>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70EE6CC4-BDAD-452E-AE32-77E9A1B11636}"/>
              </a:ext>
            </a:extLst>
          </p:cNvPr>
          <p:cNvSpPr txBox="1"/>
          <p:nvPr/>
        </p:nvSpPr>
        <p:spPr bwMode="black">
          <a:xfrm>
            <a:off x="730897"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959CA0"/>
                </a:solidFill>
                <a:ea typeface="Arial" charset="0"/>
                <a:cs typeface="Arial" charset="0"/>
              </a:rPr>
              <a:t>© 2021. All rights reserved. IQVIA</a:t>
            </a:r>
            <a:r>
              <a:rPr lang="en-US" sz="800" baseline="30000">
                <a:solidFill>
                  <a:srgbClr val="959CA0"/>
                </a:solidFill>
                <a:ea typeface="Arial" charset="0"/>
                <a:cs typeface="Arial" charset="0"/>
              </a:rPr>
              <a:t>®</a:t>
            </a:r>
            <a:r>
              <a:rPr lang="en-US" sz="800">
                <a:solidFill>
                  <a:srgbClr val="959CA0"/>
                </a:solidFill>
                <a:ea typeface="Arial" charset="0"/>
                <a:cs typeface="Arial" charset="0"/>
              </a:rPr>
              <a:t> is a registered trademark of IQVIA Inc. in the United States, the European Union, and various other countries. </a:t>
            </a:r>
            <a:endParaRPr lang="en-US" sz="800" kern="1200">
              <a:solidFill>
                <a:srgbClr val="959CA0"/>
              </a:solidFill>
              <a:latin typeface="+mn-lt"/>
              <a:ea typeface="Arial" charset="0"/>
              <a:cs typeface="Arial" charset="0"/>
            </a:endParaRPr>
          </a:p>
        </p:txBody>
      </p:sp>
      <p:sp>
        <p:nvSpPr>
          <p:cNvPr id="64" name="Text Placeholder 21">
            <a:extLst>
              <a:ext uri="{FF2B5EF4-FFF2-40B4-BE49-F238E27FC236}">
                <a16:creationId xmlns:a16="http://schemas.microsoft.com/office/drawing/2014/main" id="{21604DCE-2860-47E1-9A45-B850AE2D5253}"/>
              </a:ext>
            </a:extLst>
          </p:cNvPr>
          <p:cNvSpPr>
            <a:spLocks noGrp="1"/>
          </p:cNvSpPr>
          <p:nvPr>
            <p:ph type="body" sz="quarter" idx="10" hasCustomPrompt="1"/>
          </p:nvPr>
        </p:nvSpPr>
        <p:spPr>
          <a:xfrm>
            <a:off x="743329" y="3681765"/>
            <a:ext cx="6349838" cy="1195801"/>
          </a:xfrm>
          <a:prstGeom prst="rect">
            <a:avLst/>
          </a:prstGeom>
        </p:spPr>
        <p:txBody>
          <a:bodyPr>
            <a:noAutofit/>
          </a:bodyPr>
          <a:lstStyle>
            <a:lvl1pPr marL="0" indent="0" algn="l">
              <a:lnSpc>
                <a:spcPct val="100000"/>
              </a:lnSpc>
              <a:spcBef>
                <a:spcPts val="0"/>
              </a:spcBef>
              <a:buNone/>
              <a:defRPr sz="2400" b="0" i="1">
                <a:solidFill>
                  <a:schemeClr val="bg1">
                    <a:lumMod val="75000"/>
                  </a:schemeClr>
                </a:solidFill>
              </a:defRPr>
            </a:lvl1pPr>
          </a:lstStyle>
          <a:p>
            <a:pPr lvl="0"/>
            <a:r>
              <a:rPr lang="en-US"/>
              <a:t>Subheads are 24pt Arial Italic sentence case and can be 2 lines.</a:t>
            </a:r>
          </a:p>
        </p:txBody>
      </p:sp>
      <p:sp>
        <p:nvSpPr>
          <p:cNvPr id="71" name="Title 1">
            <a:extLst>
              <a:ext uri="{FF2B5EF4-FFF2-40B4-BE49-F238E27FC236}">
                <a16:creationId xmlns:a16="http://schemas.microsoft.com/office/drawing/2014/main" id="{4A4E4609-F19E-4DD3-A900-7CA905D6E6D5}"/>
              </a:ext>
            </a:extLst>
          </p:cNvPr>
          <p:cNvSpPr>
            <a:spLocks noGrp="1"/>
          </p:cNvSpPr>
          <p:nvPr>
            <p:ph type="ctrTitle" hasCustomPrompt="1"/>
          </p:nvPr>
        </p:nvSpPr>
        <p:spPr>
          <a:xfrm>
            <a:off x="743330" y="1271573"/>
            <a:ext cx="7921554" cy="2242315"/>
          </a:xfrm>
          <a:prstGeom prst="rect">
            <a:avLst/>
          </a:prstGeom>
        </p:spPr>
        <p:txBody>
          <a:bodyPr anchor="b" anchorCtr="0"/>
          <a:lstStyle>
            <a:lvl1pPr algn="l">
              <a:lnSpc>
                <a:spcPct val="100000"/>
              </a:lnSpc>
              <a:defRPr sz="3600" b="1" i="0" baseline="0">
                <a:solidFill>
                  <a:schemeClr val="bg1"/>
                </a:solidFill>
              </a:defRPr>
            </a:lvl1pPr>
          </a:lstStyle>
          <a:p>
            <a:r>
              <a:rPr lang="en-US"/>
              <a:t>Headline 36pt Arial Bold Title Case Should Be No More Than 2 Lines</a:t>
            </a:r>
          </a:p>
        </p:txBody>
      </p:sp>
      <p:sp>
        <p:nvSpPr>
          <p:cNvPr id="73" name="Subtitle 2">
            <a:extLst>
              <a:ext uri="{FF2B5EF4-FFF2-40B4-BE49-F238E27FC236}">
                <a16:creationId xmlns:a16="http://schemas.microsoft.com/office/drawing/2014/main" id="{BB2AC513-3F13-403A-8294-79335D9E7653}"/>
              </a:ext>
            </a:extLst>
          </p:cNvPr>
          <p:cNvSpPr>
            <a:spLocks noGrp="1"/>
          </p:cNvSpPr>
          <p:nvPr>
            <p:ph type="subTitle" idx="1" hasCustomPrompt="1"/>
          </p:nvPr>
        </p:nvSpPr>
        <p:spPr>
          <a:xfrm>
            <a:off x="743329" y="5518464"/>
            <a:ext cx="6349838" cy="669272"/>
          </a:xfrm>
          <a:prstGeom prst="rect">
            <a:avLst/>
          </a:prstGeom>
        </p:spPr>
        <p:txBody>
          <a:bodyPr>
            <a:noAutofit/>
          </a:bodyPr>
          <a:lstStyle>
            <a:lvl1pPr marL="0" indent="0" algn="l">
              <a:lnSpc>
                <a:spcPct val="100000"/>
              </a:lnSpc>
              <a:spcBef>
                <a:spcPts val="200"/>
              </a:spcBef>
              <a:buNone/>
              <a:defRPr sz="16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Author First Last Name, Title 16pt Arial</a:t>
            </a:r>
          </a:p>
        </p:txBody>
      </p:sp>
      <p:grpSp>
        <p:nvGrpSpPr>
          <p:cNvPr id="4" name="Group 3">
            <a:extLst>
              <a:ext uri="{FF2B5EF4-FFF2-40B4-BE49-F238E27FC236}">
                <a16:creationId xmlns:a16="http://schemas.microsoft.com/office/drawing/2014/main" id="{77F8B223-93F9-9E4B-8F7C-EC9FC4ACDAD5}"/>
              </a:ext>
            </a:extLst>
          </p:cNvPr>
          <p:cNvGrpSpPr/>
          <p:nvPr/>
        </p:nvGrpSpPr>
        <p:grpSpPr>
          <a:xfrm>
            <a:off x="7036244" y="2752016"/>
            <a:ext cx="5155756" cy="3703320"/>
            <a:chOff x="7036244" y="2752016"/>
            <a:chExt cx="5155756" cy="3703320"/>
          </a:xfrm>
          <a:solidFill>
            <a:schemeClr val="accent1"/>
          </a:solidFill>
        </p:grpSpPr>
        <p:sp>
          <p:nvSpPr>
            <p:cNvPr id="103" name="Freeform 102">
              <a:extLst>
                <a:ext uri="{FF2B5EF4-FFF2-40B4-BE49-F238E27FC236}">
                  <a16:creationId xmlns:a16="http://schemas.microsoft.com/office/drawing/2014/main" id="{676A8BEE-D814-7949-9114-89017682369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100" name="Freeform 99">
              <a:extLst>
                <a:ext uri="{FF2B5EF4-FFF2-40B4-BE49-F238E27FC236}">
                  <a16:creationId xmlns:a16="http://schemas.microsoft.com/office/drawing/2014/main" id="{796E5C83-B5E5-1D4C-84FB-62353DC44BD9}"/>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102" name="Freeform 101">
              <a:extLst>
                <a:ext uri="{FF2B5EF4-FFF2-40B4-BE49-F238E27FC236}">
                  <a16:creationId xmlns:a16="http://schemas.microsoft.com/office/drawing/2014/main" id="{F694892D-C7AC-A442-B8F6-4CDEB7DD8228}"/>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01" name="Freeform 100">
              <a:extLst>
                <a:ext uri="{FF2B5EF4-FFF2-40B4-BE49-F238E27FC236}">
                  <a16:creationId xmlns:a16="http://schemas.microsoft.com/office/drawing/2014/main" id="{6671C44A-5B20-DD46-8500-55C2BAA1DA5A}"/>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pic>
        <p:nvPicPr>
          <p:cNvPr id="12" name="Graphic 11">
            <a:extLst>
              <a:ext uri="{FF2B5EF4-FFF2-40B4-BE49-F238E27FC236}">
                <a16:creationId xmlns:a16="http://schemas.microsoft.com/office/drawing/2014/main" id="{8E3D6F47-43BF-4540-9690-AE662057D2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03678" y="443432"/>
            <a:ext cx="0" cy="0"/>
          </a:xfrm>
          <a:prstGeom prst="rect">
            <a:avLst/>
          </a:prstGeom>
        </p:spPr>
      </p:pic>
      <p:pic>
        <p:nvPicPr>
          <p:cNvPr id="6" name="Graphic 5">
            <a:extLst>
              <a:ext uri="{FF2B5EF4-FFF2-40B4-BE49-F238E27FC236}">
                <a16:creationId xmlns:a16="http://schemas.microsoft.com/office/drawing/2014/main" id="{E8E2C89B-7571-F544-938F-C9997978262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99917" y="735457"/>
            <a:ext cx="2247900" cy="406400"/>
          </a:xfrm>
          <a:prstGeom prst="rect">
            <a:avLst/>
          </a:prstGeom>
        </p:spPr>
      </p:pic>
      <p:pic>
        <p:nvPicPr>
          <p:cNvPr id="16" name="Graphic 15">
            <a:extLst>
              <a:ext uri="{FF2B5EF4-FFF2-40B4-BE49-F238E27FC236}">
                <a16:creationId xmlns:a16="http://schemas.microsoft.com/office/drawing/2014/main" id="{A849D536-F609-A744-B36A-8BFB5245F4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03678" y="443432"/>
            <a:ext cx="0" cy="0"/>
          </a:xfrm>
          <a:prstGeom prst="rect">
            <a:avLst/>
          </a:prstGeom>
        </p:spPr>
      </p:pic>
    </p:spTree>
    <p:extLst>
      <p:ext uri="{BB962C8B-B14F-4D97-AF65-F5344CB8AC3E}">
        <p14:creationId xmlns:p14="http://schemas.microsoft.com/office/powerpoint/2010/main" val="2851904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ver Blue - IQVIA">
    <p:bg>
      <p:bgPr>
        <a:gradFill>
          <a:gsLst>
            <a:gs pos="20000">
              <a:schemeClr val="accent2"/>
            </a:gs>
            <a:gs pos="80000">
              <a:schemeClr val="accent1"/>
            </a:gs>
          </a:gsLst>
          <a:lin ang="2700000" scaled="1"/>
        </a:gradFill>
        <a:effectLst/>
      </p:bgPr>
    </p:bg>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70EE6CC4-BDAD-452E-AE32-77E9A1B11636}"/>
              </a:ext>
            </a:extLst>
          </p:cNvPr>
          <p:cNvSpPr txBox="1"/>
          <p:nvPr/>
        </p:nvSpPr>
        <p:spPr bwMode="black">
          <a:xfrm>
            <a:off x="730897"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ea typeface="Arial" charset="0"/>
                <a:cs typeface="Arial" charset="0"/>
              </a:rPr>
              <a:t>© 2021. All rights reserved. IQVIA</a:t>
            </a:r>
            <a:r>
              <a:rPr lang="en-US" sz="800" baseline="30000">
                <a:solidFill>
                  <a:srgbClr val="7FD1EF"/>
                </a:solidFill>
                <a:ea typeface="Arial" charset="0"/>
                <a:cs typeface="Arial" charset="0"/>
              </a:rPr>
              <a:t>®</a:t>
            </a:r>
            <a:r>
              <a:rPr lang="en-US" sz="800">
                <a:solidFill>
                  <a:srgbClr val="7FD1EF"/>
                </a:solidFill>
                <a:ea typeface="Arial" charset="0"/>
                <a:cs typeface="Arial" charset="0"/>
              </a:rPr>
              <a:t> is a registered trademark of IQVIA Inc. in the United States, the European Union, and various other countries. </a:t>
            </a:r>
          </a:p>
        </p:txBody>
      </p:sp>
      <p:sp>
        <p:nvSpPr>
          <p:cNvPr id="64" name="Text Placeholder 21">
            <a:extLst>
              <a:ext uri="{FF2B5EF4-FFF2-40B4-BE49-F238E27FC236}">
                <a16:creationId xmlns:a16="http://schemas.microsoft.com/office/drawing/2014/main" id="{21604DCE-2860-47E1-9A45-B850AE2D5253}"/>
              </a:ext>
            </a:extLst>
          </p:cNvPr>
          <p:cNvSpPr>
            <a:spLocks noGrp="1"/>
          </p:cNvSpPr>
          <p:nvPr>
            <p:ph type="body" sz="quarter" idx="10" hasCustomPrompt="1"/>
          </p:nvPr>
        </p:nvSpPr>
        <p:spPr>
          <a:xfrm>
            <a:off x="743329" y="3681765"/>
            <a:ext cx="6349838" cy="1195801"/>
          </a:xfrm>
          <a:prstGeom prst="rect">
            <a:avLst/>
          </a:prstGeom>
        </p:spPr>
        <p:txBody>
          <a:bodyPr>
            <a:noAutofit/>
          </a:bodyPr>
          <a:lstStyle>
            <a:lvl1pPr marL="0" indent="0" algn="l">
              <a:lnSpc>
                <a:spcPct val="100000"/>
              </a:lnSpc>
              <a:spcBef>
                <a:spcPts val="0"/>
              </a:spcBef>
              <a:buNone/>
              <a:defRPr sz="2400" b="0" i="1">
                <a:solidFill>
                  <a:srgbClr val="BFE8F7"/>
                </a:solidFill>
              </a:defRPr>
            </a:lvl1pPr>
          </a:lstStyle>
          <a:p>
            <a:pPr lvl="0"/>
            <a:r>
              <a:rPr lang="en-US"/>
              <a:t>Subheads are 24pt Arial Italic sentence case and can be 2 lines.</a:t>
            </a:r>
          </a:p>
        </p:txBody>
      </p:sp>
      <p:sp>
        <p:nvSpPr>
          <p:cNvPr id="71" name="Title 1">
            <a:extLst>
              <a:ext uri="{FF2B5EF4-FFF2-40B4-BE49-F238E27FC236}">
                <a16:creationId xmlns:a16="http://schemas.microsoft.com/office/drawing/2014/main" id="{4A4E4609-F19E-4DD3-A900-7CA905D6E6D5}"/>
              </a:ext>
            </a:extLst>
          </p:cNvPr>
          <p:cNvSpPr>
            <a:spLocks noGrp="1"/>
          </p:cNvSpPr>
          <p:nvPr>
            <p:ph type="ctrTitle" hasCustomPrompt="1"/>
          </p:nvPr>
        </p:nvSpPr>
        <p:spPr>
          <a:xfrm>
            <a:off x="743330" y="1271573"/>
            <a:ext cx="7921554" cy="2242315"/>
          </a:xfrm>
          <a:prstGeom prst="rect">
            <a:avLst/>
          </a:prstGeom>
        </p:spPr>
        <p:txBody>
          <a:bodyPr anchor="b" anchorCtr="0"/>
          <a:lstStyle>
            <a:lvl1pPr algn="l">
              <a:lnSpc>
                <a:spcPct val="100000"/>
              </a:lnSpc>
              <a:defRPr sz="3600" b="1" i="0" baseline="0">
                <a:solidFill>
                  <a:schemeClr val="bg1"/>
                </a:solidFill>
              </a:defRPr>
            </a:lvl1pPr>
          </a:lstStyle>
          <a:p>
            <a:r>
              <a:rPr lang="en-US"/>
              <a:t>Headline 36pt Arial Bold Title Case Should Be No More Than 2 Lines</a:t>
            </a:r>
          </a:p>
        </p:txBody>
      </p:sp>
      <p:sp>
        <p:nvSpPr>
          <p:cNvPr id="73" name="Subtitle 2">
            <a:extLst>
              <a:ext uri="{FF2B5EF4-FFF2-40B4-BE49-F238E27FC236}">
                <a16:creationId xmlns:a16="http://schemas.microsoft.com/office/drawing/2014/main" id="{BB2AC513-3F13-403A-8294-79335D9E7653}"/>
              </a:ext>
            </a:extLst>
          </p:cNvPr>
          <p:cNvSpPr>
            <a:spLocks noGrp="1"/>
          </p:cNvSpPr>
          <p:nvPr>
            <p:ph type="subTitle" idx="1" hasCustomPrompt="1"/>
          </p:nvPr>
        </p:nvSpPr>
        <p:spPr>
          <a:xfrm>
            <a:off x="743329" y="5518464"/>
            <a:ext cx="6349838" cy="669272"/>
          </a:xfrm>
          <a:prstGeom prst="rect">
            <a:avLst/>
          </a:prstGeom>
        </p:spPr>
        <p:txBody>
          <a:bodyPr>
            <a:noAutofit/>
          </a:bodyPr>
          <a:lstStyle>
            <a:lvl1pPr marL="0" indent="0" algn="l">
              <a:lnSpc>
                <a:spcPct val="100000"/>
              </a:lnSpc>
              <a:spcBef>
                <a:spcPts val="200"/>
              </a:spcBef>
              <a:buNone/>
              <a:defRPr sz="16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Author First Last Name, Title 16pt Arial</a:t>
            </a:r>
          </a:p>
        </p:txBody>
      </p:sp>
      <p:grpSp>
        <p:nvGrpSpPr>
          <p:cNvPr id="4" name="Group 3">
            <a:extLst>
              <a:ext uri="{FF2B5EF4-FFF2-40B4-BE49-F238E27FC236}">
                <a16:creationId xmlns:a16="http://schemas.microsoft.com/office/drawing/2014/main" id="{77F8B223-93F9-9E4B-8F7C-EC9FC4ACDAD5}"/>
              </a:ext>
            </a:extLst>
          </p:cNvPr>
          <p:cNvGrpSpPr/>
          <p:nvPr/>
        </p:nvGrpSpPr>
        <p:grpSpPr>
          <a:xfrm>
            <a:off x="7036244" y="2752016"/>
            <a:ext cx="5155756" cy="3703320"/>
            <a:chOff x="7036244" y="2752016"/>
            <a:chExt cx="5155756" cy="3703320"/>
          </a:xfrm>
          <a:solidFill>
            <a:schemeClr val="accent2"/>
          </a:solidFill>
        </p:grpSpPr>
        <p:sp>
          <p:nvSpPr>
            <p:cNvPr id="103" name="Freeform 102">
              <a:extLst>
                <a:ext uri="{FF2B5EF4-FFF2-40B4-BE49-F238E27FC236}">
                  <a16:creationId xmlns:a16="http://schemas.microsoft.com/office/drawing/2014/main" id="{676A8BEE-D814-7949-9114-89017682369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100" name="Freeform 99">
              <a:extLst>
                <a:ext uri="{FF2B5EF4-FFF2-40B4-BE49-F238E27FC236}">
                  <a16:creationId xmlns:a16="http://schemas.microsoft.com/office/drawing/2014/main" id="{796E5C83-B5E5-1D4C-84FB-62353DC44BD9}"/>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102" name="Freeform 101">
              <a:extLst>
                <a:ext uri="{FF2B5EF4-FFF2-40B4-BE49-F238E27FC236}">
                  <a16:creationId xmlns:a16="http://schemas.microsoft.com/office/drawing/2014/main" id="{F694892D-C7AC-A442-B8F6-4CDEB7DD8228}"/>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01" name="Freeform 100">
              <a:extLst>
                <a:ext uri="{FF2B5EF4-FFF2-40B4-BE49-F238E27FC236}">
                  <a16:creationId xmlns:a16="http://schemas.microsoft.com/office/drawing/2014/main" id="{6671C44A-5B20-DD46-8500-55C2BAA1DA5A}"/>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pic>
        <p:nvPicPr>
          <p:cNvPr id="16" name="Graphic 15">
            <a:extLst>
              <a:ext uri="{FF2B5EF4-FFF2-40B4-BE49-F238E27FC236}">
                <a16:creationId xmlns:a16="http://schemas.microsoft.com/office/drawing/2014/main" id="{0A1AF0D6-51EF-1945-B4E8-68EF85E87D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Tree>
    <p:extLst>
      <p:ext uri="{BB962C8B-B14F-4D97-AF65-F5344CB8AC3E}">
        <p14:creationId xmlns:p14="http://schemas.microsoft.com/office/powerpoint/2010/main" val="1331545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ver Green - IQVIA">
    <p:bg>
      <p:bgPr>
        <a:gradFill>
          <a:gsLst>
            <a:gs pos="20000">
              <a:schemeClr val="accent4"/>
            </a:gs>
            <a:gs pos="80000">
              <a:schemeClr val="accent3"/>
            </a:gs>
          </a:gsLst>
          <a:lin ang="2700000" scaled="1"/>
        </a:gradFill>
        <a:effectLst/>
      </p:bgPr>
    </p:bg>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70EE6CC4-BDAD-452E-AE32-77E9A1B11636}"/>
              </a:ext>
            </a:extLst>
          </p:cNvPr>
          <p:cNvSpPr txBox="1"/>
          <p:nvPr/>
        </p:nvSpPr>
        <p:spPr bwMode="black">
          <a:xfrm>
            <a:off x="730897"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A1D794"/>
                </a:solidFill>
                <a:ea typeface="Arial" charset="0"/>
                <a:cs typeface="Arial" charset="0"/>
              </a:rPr>
              <a:t>© 2021. All rights reserved. IQVIA</a:t>
            </a:r>
            <a:r>
              <a:rPr lang="en-US" sz="800" baseline="30000">
                <a:solidFill>
                  <a:srgbClr val="A1D794"/>
                </a:solidFill>
                <a:ea typeface="Arial" charset="0"/>
                <a:cs typeface="Arial" charset="0"/>
              </a:rPr>
              <a:t>®</a:t>
            </a:r>
            <a:r>
              <a:rPr lang="en-US" sz="800">
                <a:solidFill>
                  <a:srgbClr val="A1D794"/>
                </a:solidFill>
                <a:ea typeface="Arial" charset="0"/>
                <a:cs typeface="Arial" charset="0"/>
              </a:rPr>
              <a:t> is a registered trademark of IQVIA Inc. in the United States, the European Union, and various other countries. </a:t>
            </a:r>
            <a:endParaRPr lang="en-US" sz="800" kern="1200">
              <a:solidFill>
                <a:srgbClr val="A1D794"/>
              </a:solidFill>
              <a:latin typeface="+mn-lt"/>
              <a:ea typeface="Arial" charset="0"/>
              <a:cs typeface="Arial" charset="0"/>
            </a:endParaRPr>
          </a:p>
        </p:txBody>
      </p:sp>
      <p:sp>
        <p:nvSpPr>
          <p:cNvPr id="64" name="Text Placeholder 21">
            <a:extLst>
              <a:ext uri="{FF2B5EF4-FFF2-40B4-BE49-F238E27FC236}">
                <a16:creationId xmlns:a16="http://schemas.microsoft.com/office/drawing/2014/main" id="{21604DCE-2860-47E1-9A45-B850AE2D5253}"/>
              </a:ext>
            </a:extLst>
          </p:cNvPr>
          <p:cNvSpPr>
            <a:spLocks noGrp="1"/>
          </p:cNvSpPr>
          <p:nvPr>
            <p:ph type="body" sz="quarter" idx="10" hasCustomPrompt="1"/>
          </p:nvPr>
        </p:nvSpPr>
        <p:spPr>
          <a:xfrm>
            <a:off x="743329" y="3681765"/>
            <a:ext cx="6349838" cy="1195801"/>
          </a:xfrm>
          <a:prstGeom prst="rect">
            <a:avLst/>
          </a:prstGeom>
        </p:spPr>
        <p:txBody>
          <a:bodyPr>
            <a:noAutofit/>
          </a:bodyPr>
          <a:lstStyle>
            <a:lvl1pPr marL="0" indent="0" algn="l">
              <a:lnSpc>
                <a:spcPct val="100000"/>
              </a:lnSpc>
              <a:spcBef>
                <a:spcPts val="0"/>
              </a:spcBef>
              <a:buNone/>
              <a:defRPr sz="2400" b="0" i="1">
                <a:solidFill>
                  <a:srgbClr val="D0EBCA"/>
                </a:solidFill>
              </a:defRPr>
            </a:lvl1pPr>
          </a:lstStyle>
          <a:p>
            <a:pPr lvl="0"/>
            <a:r>
              <a:rPr lang="en-US"/>
              <a:t>Subheads are 24pt Arial Italic sentence case and can be 2 lines.</a:t>
            </a:r>
          </a:p>
        </p:txBody>
      </p:sp>
      <p:sp>
        <p:nvSpPr>
          <p:cNvPr id="71" name="Title 1">
            <a:extLst>
              <a:ext uri="{FF2B5EF4-FFF2-40B4-BE49-F238E27FC236}">
                <a16:creationId xmlns:a16="http://schemas.microsoft.com/office/drawing/2014/main" id="{4A4E4609-F19E-4DD3-A900-7CA905D6E6D5}"/>
              </a:ext>
            </a:extLst>
          </p:cNvPr>
          <p:cNvSpPr>
            <a:spLocks noGrp="1"/>
          </p:cNvSpPr>
          <p:nvPr>
            <p:ph type="ctrTitle" hasCustomPrompt="1"/>
          </p:nvPr>
        </p:nvSpPr>
        <p:spPr>
          <a:xfrm>
            <a:off x="743330" y="1271573"/>
            <a:ext cx="7921554" cy="2242315"/>
          </a:xfrm>
          <a:prstGeom prst="rect">
            <a:avLst/>
          </a:prstGeom>
        </p:spPr>
        <p:txBody>
          <a:bodyPr anchor="b" anchorCtr="0"/>
          <a:lstStyle>
            <a:lvl1pPr algn="l">
              <a:lnSpc>
                <a:spcPct val="100000"/>
              </a:lnSpc>
              <a:defRPr sz="3600" b="1" i="0" baseline="0">
                <a:solidFill>
                  <a:schemeClr val="bg1"/>
                </a:solidFill>
              </a:defRPr>
            </a:lvl1pPr>
          </a:lstStyle>
          <a:p>
            <a:r>
              <a:rPr lang="en-US"/>
              <a:t>Headline 36pt Arial Bold Title Case Should Be No More Than 2 Lines</a:t>
            </a:r>
          </a:p>
        </p:txBody>
      </p:sp>
      <p:sp>
        <p:nvSpPr>
          <p:cNvPr id="73" name="Subtitle 2">
            <a:extLst>
              <a:ext uri="{FF2B5EF4-FFF2-40B4-BE49-F238E27FC236}">
                <a16:creationId xmlns:a16="http://schemas.microsoft.com/office/drawing/2014/main" id="{BB2AC513-3F13-403A-8294-79335D9E7653}"/>
              </a:ext>
            </a:extLst>
          </p:cNvPr>
          <p:cNvSpPr>
            <a:spLocks noGrp="1"/>
          </p:cNvSpPr>
          <p:nvPr>
            <p:ph type="subTitle" idx="1" hasCustomPrompt="1"/>
          </p:nvPr>
        </p:nvSpPr>
        <p:spPr>
          <a:xfrm>
            <a:off x="743329" y="5518464"/>
            <a:ext cx="6349838" cy="669272"/>
          </a:xfrm>
          <a:prstGeom prst="rect">
            <a:avLst/>
          </a:prstGeom>
        </p:spPr>
        <p:txBody>
          <a:bodyPr>
            <a:noAutofit/>
          </a:bodyPr>
          <a:lstStyle>
            <a:lvl1pPr marL="0" indent="0" algn="l">
              <a:lnSpc>
                <a:spcPct val="100000"/>
              </a:lnSpc>
              <a:spcBef>
                <a:spcPts val="200"/>
              </a:spcBef>
              <a:buNone/>
              <a:defRPr sz="16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Author First Last Name, Title 16pt Arial</a:t>
            </a:r>
          </a:p>
        </p:txBody>
      </p:sp>
      <p:grpSp>
        <p:nvGrpSpPr>
          <p:cNvPr id="4" name="Group 3">
            <a:extLst>
              <a:ext uri="{FF2B5EF4-FFF2-40B4-BE49-F238E27FC236}">
                <a16:creationId xmlns:a16="http://schemas.microsoft.com/office/drawing/2014/main" id="{77F8B223-93F9-9E4B-8F7C-EC9FC4ACDAD5}"/>
              </a:ext>
            </a:extLst>
          </p:cNvPr>
          <p:cNvGrpSpPr/>
          <p:nvPr/>
        </p:nvGrpSpPr>
        <p:grpSpPr>
          <a:xfrm>
            <a:off x="7036244" y="2752016"/>
            <a:ext cx="5155756" cy="3703320"/>
            <a:chOff x="7036244" y="2752016"/>
            <a:chExt cx="5155756" cy="3703320"/>
          </a:xfrm>
          <a:solidFill>
            <a:schemeClr val="accent4"/>
          </a:solidFill>
        </p:grpSpPr>
        <p:sp>
          <p:nvSpPr>
            <p:cNvPr id="103" name="Freeform 102">
              <a:extLst>
                <a:ext uri="{FF2B5EF4-FFF2-40B4-BE49-F238E27FC236}">
                  <a16:creationId xmlns:a16="http://schemas.microsoft.com/office/drawing/2014/main" id="{676A8BEE-D814-7949-9114-89017682369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100" name="Freeform 99">
              <a:extLst>
                <a:ext uri="{FF2B5EF4-FFF2-40B4-BE49-F238E27FC236}">
                  <a16:creationId xmlns:a16="http://schemas.microsoft.com/office/drawing/2014/main" id="{796E5C83-B5E5-1D4C-84FB-62353DC44BD9}"/>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102" name="Freeform 101">
              <a:extLst>
                <a:ext uri="{FF2B5EF4-FFF2-40B4-BE49-F238E27FC236}">
                  <a16:creationId xmlns:a16="http://schemas.microsoft.com/office/drawing/2014/main" id="{F694892D-C7AC-A442-B8F6-4CDEB7DD8228}"/>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01" name="Freeform 100">
              <a:extLst>
                <a:ext uri="{FF2B5EF4-FFF2-40B4-BE49-F238E27FC236}">
                  <a16:creationId xmlns:a16="http://schemas.microsoft.com/office/drawing/2014/main" id="{6671C44A-5B20-DD46-8500-55C2BAA1DA5A}"/>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pic>
        <p:nvPicPr>
          <p:cNvPr id="16" name="Graphic 15">
            <a:extLst>
              <a:ext uri="{FF2B5EF4-FFF2-40B4-BE49-F238E27FC236}">
                <a16:creationId xmlns:a16="http://schemas.microsoft.com/office/drawing/2014/main" id="{4D06917E-3E0E-6D47-9181-57DC0B9695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Tree>
    <p:extLst>
      <p:ext uri="{BB962C8B-B14F-4D97-AF65-F5344CB8AC3E}">
        <p14:creationId xmlns:p14="http://schemas.microsoft.com/office/powerpoint/2010/main" val="1140705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ver White - IQVIA">
    <p:bg>
      <p:bgPr>
        <a:solidFill>
          <a:schemeClr val="bg1"/>
        </a:solidFill>
        <a:effectLst/>
      </p:bgPr>
    </p:bg>
    <p:spTree>
      <p:nvGrpSpPr>
        <p:cNvPr id="1" name=""/>
        <p:cNvGrpSpPr/>
        <p:nvPr/>
      </p:nvGrpSpPr>
      <p:grpSpPr>
        <a:xfrm>
          <a:off x="0" y="0"/>
          <a:ext cx="0" cy="0"/>
          <a:chOff x="0" y="0"/>
          <a:chExt cx="0" cy="0"/>
        </a:xfrm>
      </p:grpSpPr>
      <p:sp>
        <p:nvSpPr>
          <p:cNvPr id="62" name="TextBox 61">
            <a:extLst>
              <a:ext uri="{FF2B5EF4-FFF2-40B4-BE49-F238E27FC236}">
                <a16:creationId xmlns:a16="http://schemas.microsoft.com/office/drawing/2014/main" id="{7AB75BD1-2507-44E0-91E4-42F78B5D2D49}"/>
              </a:ext>
            </a:extLst>
          </p:cNvPr>
          <p:cNvSpPr txBox="1"/>
          <p:nvPr/>
        </p:nvSpPr>
        <p:spPr bwMode="black">
          <a:xfrm>
            <a:off x="730897"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ea typeface="Arial" charset="0"/>
                <a:cs typeface="Arial" charset="0"/>
              </a:rPr>
              <a:t>© 2021. All rights reserved. IQVIA</a:t>
            </a:r>
            <a:r>
              <a:rPr lang="en-US" sz="800" baseline="30000">
                <a:solidFill>
                  <a:schemeClr val="bg1">
                    <a:lumMod val="50000"/>
                  </a:schemeClr>
                </a:solidFill>
                <a:ea typeface="Arial" charset="0"/>
                <a:cs typeface="Arial" charset="0"/>
              </a:rPr>
              <a:t>®</a:t>
            </a:r>
            <a:r>
              <a:rPr lang="en-US" sz="800">
                <a:solidFill>
                  <a:schemeClr val="bg1">
                    <a:lumMod val="50000"/>
                  </a:schemeClr>
                </a:solidFill>
                <a:ea typeface="Arial" charset="0"/>
                <a:cs typeface="Arial" charset="0"/>
              </a:rPr>
              <a:t> is a registered trademark of IQVIA Inc. in the United States, the European Union, and various other countries. </a:t>
            </a:r>
            <a:endParaRPr lang="en-US" sz="800" kern="1200">
              <a:solidFill>
                <a:schemeClr val="bg1">
                  <a:lumMod val="50000"/>
                </a:schemeClr>
              </a:solidFill>
              <a:latin typeface="+mn-lt"/>
              <a:ea typeface="Arial" charset="0"/>
              <a:cs typeface="Arial" charset="0"/>
            </a:endParaRPr>
          </a:p>
        </p:txBody>
      </p:sp>
      <p:sp>
        <p:nvSpPr>
          <p:cNvPr id="64" name="Text Placeholder 21">
            <a:extLst>
              <a:ext uri="{FF2B5EF4-FFF2-40B4-BE49-F238E27FC236}">
                <a16:creationId xmlns:a16="http://schemas.microsoft.com/office/drawing/2014/main" id="{098CCE30-6B5A-4DFB-97B5-AF5CCDE0C848}"/>
              </a:ext>
            </a:extLst>
          </p:cNvPr>
          <p:cNvSpPr>
            <a:spLocks noGrp="1"/>
          </p:cNvSpPr>
          <p:nvPr>
            <p:ph type="body" sz="quarter" idx="10" hasCustomPrompt="1"/>
          </p:nvPr>
        </p:nvSpPr>
        <p:spPr>
          <a:xfrm>
            <a:off x="743329" y="3681765"/>
            <a:ext cx="6349838" cy="1195801"/>
          </a:xfrm>
          <a:prstGeom prst="rect">
            <a:avLst/>
          </a:prstGeom>
        </p:spPr>
        <p:txBody>
          <a:bodyPr>
            <a:noAutofit/>
          </a:bodyPr>
          <a:lstStyle>
            <a:lvl1pPr marL="0" indent="0" algn="l">
              <a:lnSpc>
                <a:spcPct val="100000"/>
              </a:lnSpc>
              <a:spcBef>
                <a:spcPts val="0"/>
              </a:spcBef>
              <a:buNone/>
              <a:defRPr sz="2400" b="0" i="1">
                <a:solidFill>
                  <a:schemeClr val="accent1"/>
                </a:solidFill>
              </a:defRPr>
            </a:lvl1pPr>
          </a:lstStyle>
          <a:p>
            <a:pPr lvl="0"/>
            <a:r>
              <a:rPr lang="en-US"/>
              <a:t>Subheads are 24pt Arial Italic sentence case and can be 2 lines.</a:t>
            </a:r>
          </a:p>
        </p:txBody>
      </p:sp>
      <p:sp>
        <p:nvSpPr>
          <p:cNvPr id="70" name="Title 1">
            <a:extLst>
              <a:ext uri="{FF2B5EF4-FFF2-40B4-BE49-F238E27FC236}">
                <a16:creationId xmlns:a16="http://schemas.microsoft.com/office/drawing/2014/main" id="{184C4A24-4E36-49F8-AE34-FEFD57A98171}"/>
              </a:ext>
            </a:extLst>
          </p:cNvPr>
          <p:cNvSpPr>
            <a:spLocks noGrp="1"/>
          </p:cNvSpPr>
          <p:nvPr>
            <p:ph type="ctrTitle" hasCustomPrompt="1"/>
          </p:nvPr>
        </p:nvSpPr>
        <p:spPr>
          <a:xfrm>
            <a:off x="743330" y="1271573"/>
            <a:ext cx="7921554" cy="2242315"/>
          </a:xfrm>
          <a:prstGeom prst="rect">
            <a:avLst/>
          </a:prstGeom>
        </p:spPr>
        <p:txBody>
          <a:bodyPr anchor="b" anchorCtr="0"/>
          <a:lstStyle>
            <a:lvl1pPr algn="l">
              <a:lnSpc>
                <a:spcPct val="100000"/>
              </a:lnSpc>
              <a:defRPr sz="3600" b="1" i="0" baseline="0">
                <a:solidFill>
                  <a:schemeClr val="accent2"/>
                </a:solidFill>
              </a:defRPr>
            </a:lvl1pPr>
          </a:lstStyle>
          <a:p>
            <a:r>
              <a:rPr lang="en-US"/>
              <a:t>Headline 36pt Arial Bold Title Case Should Be No More Than 2 Lines</a:t>
            </a:r>
          </a:p>
        </p:txBody>
      </p:sp>
      <p:sp>
        <p:nvSpPr>
          <p:cNvPr id="71" name="Subtitle 2">
            <a:extLst>
              <a:ext uri="{FF2B5EF4-FFF2-40B4-BE49-F238E27FC236}">
                <a16:creationId xmlns:a16="http://schemas.microsoft.com/office/drawing/2014/main" id="{0E82B801-11C9-4FD7-9D6A-B8DAA2120461}"/>
              </a:ext>
            </a:extLst>
          </p:cNvPr>
          <p:cNvSpPr>
            <a:spLocks noGrp="1"/>
          </p:cNvSpPr>
          <p:nvPr>
            <p:ph type="subTitle" idx="1" hasCustomPrompt="1"/>
          </p:nvPr>
        </p:nvSpPr>
        <p:spPr>
          <a:xfrm>
            <a:off x="743329" y="5518464"/>
            <a:ext cx="6349838" cy="669272"/>
          </a:xfrm>
          <a:prstGeom prst="rect">
            <a:avLst/>
          </a:prstGeom>
        </p:spPr>
        <p:txBody>
          <a:bodyPr>
            <a:noAutofit/>
          </a:bodyPr>
          <a:lstStyle>
            <a:lvl1pPr marL="0" indent="0" algn="l">
              <a:lnSpc>
                <a:spcPct val="100000"/>
              </a:lnSpc>
              <a:spcBef>
                <a:spcPts val="200"/>
              </a:spcBef>
              <a:buNone/>
              <a:defRPr sz="1600"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Author First Last Name, Title 16pt Arial</a:t>
            </a:r>
          </a:p>
        </p:txBody>
      </p:sp>
      <p:grpSp>
        <p:nvGrpSpPr>
          <p:cNvPr id="61" name="Group 60">
            <a:extLst>
              <a:ext uri="{FF2B5EF4-FFF2-40B4-BE49-F238E27FC236}">
                <a16:creationId xmlns:a16="http://schemas.microsoft.com/office/drawing/2014/main" id="{B29175BC-552B-D64A-8152-E96EE8CE39AF}"/>
              </a:ext>
            </a:extLst>
          </p:cNvPr>
          <p:cNvGrpSpPr/>
          <p:nvPr/>
        </p:nvGrpSpPr>
        <p:grpSpPr>
          <a:xfrm>
            <a:off x="7036244" y="2752016"/>
            <a:ext cx="5155756" cy="3703320"/>
            <a:chOff x="7036244" y="2752016"/>
            <a:chExt cx="5155756" cy="3703320"/>
          </a:xfrm>
          <a:solidFill>
            <a:schemeClr val="accent1"/>
          </a:solidFill>
        </p:grpSpPr>
        <p:sp>
          <p:nvSpPr>
            <p:cNvPr id="63" name="Freeform 62">
              <a:extLst>
                <a:ext uri="{FF2B5EF4-FFF2-40B4-BE49-F238E27FC236}">
                  <a16:creationId xmlns:a16="http://schemas.microsoft.com/office/drawing/2014/main" id="{D370C788-BCB9-AA4B-83CC-830DE2532168}"/>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65" name="Freeform 64">
              <a:extLst>
                <a:ext uri="{FF2B5EF4-FFF2-40B4-BE49-F238E27FC236}">
                  <a16:creationId xmlns:a16="http://schemas.microsoft.com/office/drawing/2014/main" id="{86A666F2-61DC-1141-A28D-9C664CF9E0DD}"/>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66" name="Freeform 65">
              <a:extLst>
                <a:ext uri="{FF2B5EF4-FFF2-40B4-BE49-F238E27FC236}">
                  <a16:creationId xmlns:a16="http://schemas.microsoft.com/office/drawing/2014/main" id="{B36DAFEC-9E33-D342-8F38-9280EB50249D}"/>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67" name="Freeform 66">
              <a:extLst>
                <a:ext uri="{FF2B5EF4-FFF2-40B4-BE49-F238E27FC236}">
                  <a16:creationId xmlns:a16="http://schemas.microsoft.com/office/drawing/2014/main" id="{14487FF1-1618-4249-B143-BEFFD4E4E8FD}"/>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pic>
        <p:nvPicPr>
          <p:cNvPr id="16" name="Graphic 15">
            <a:extLst>
              <a:ext uri="{FF2B5EF4-FFF2-40B4-BE49-F238E27FC236}">
                <a16:creationId xmlns:a16="http://schemas.microsoft.com/office/drawing/2014/main" id="{4A43F6D9-2B76-4F47-8BB1-588F5D046A7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Tree>
    <p:extLst>
      <p:ext uri="{BB962C8B-B14F-4D97-AF65-F5344CB8AC3E}">
        <p14:creationId xmlns:p14="http://schemas.microsoft.com/office/powerpoint/2010/main" val="782020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ver Co-Brand - IQVIA">
    <p:bg>
      <p:bgPr>
        <a:solidFill>
          <a:schemeClr val="bg1"/>
        </a:solidFill>
        <a:effectLst/>
      </p:bgPr>
    </p:bg>
    <p:spTree>
      <p:nvGrpSpPr>
        <p:cNvPr id="1" name=""/>
        <p:cNvGrpSpPr/>
        <p:nvPr/>
      </p:nvGrpSpPr>
      <p:grpSpPr>
        <a:xfrm>
          <a:off x="0" y="0"/>
          <a:ext cx="0" cy="0"/>
          <a:chOff x="0" y="0"/>
          <a:chExt cx="0" cy="0"/>
        </a:xfrm>
      </p:grpSpPr>
      <p:sp>
        <p:nvSpPr>
          <p:cNvPr id="62" name="TextBox 61">
            <a:extLst>
              <a:ext uri="{FF2B5EF4-FFF2-40B4-BE49-F238E27FC236}">
                <a16:creationId xmlns:a16="http://schemas.microsoft.com/office/drawing/2014/main" id="{7AB75BD1-2507-44E0-91E4-42F78B5D2D49}"/>
              </a:ext>
            </a:extLst>
          </p:cNvPr>
          <p:cNvSpPr txBox="1"/>
          <p:nvPr/>
        </p:nvSpPr>
        <p:spPr bwMode="black">
          <a:xfrm>
            <a:off x="730897"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ea typeface="Arial" charset="0"/>
                <a:cs typeface="Arial" charset="0"/>
              </a:rPr>
              <a:t>© 2021. All rights reserved. IQVIA</a:t>
            </a:r>
            <a:r>
              <a:rPr lang="en-US" sz="800" baseline="30000">
                <a:solidFill>
                  <a:schemeClr val="bg1">
                    <a:lumMod val="50000"/>
                  </a:schemeClr>
                </a:solidFill>
                <a:ea typeface="Arial" charset="0"/>
                <a:cs typeface="Arial" charset="0"/>
              </a:rPr>
              <a:t>®</a:t>
            </a:r>
            <a:r>
              <a:rPr lang="en-US" sz="800">
                <a:solidFill>
                  <a:schemeClr val="bg1">
                    <a:lumMod val="50000"/>
                  </a:schemeClr>
                </a:solidFill>
                <a:ea typeface="Arial" charset="0"/>
                <a:cs typeface="Arial" charset="0"/>
              </a:rPr>
              <a:t> is a registered trademark of IQVIA Inc. in the United States, the European Union, and various other countries. </a:t>
            </a:r>
            <a:endParaRPr lang="en-US" sz="800" kern="1200">
              <a:solidFill>
                <a:schemeClr val="bg1">
                  <a:lumMod val="50000"/>
                </a:schemeClr>
              </a:solidFill>
              <a:latin typeface="+mn-lt"/>
              <a:ea typeface="Arial" charset="0"/>
              <a:cs typeface="Arial" charset="0"/>
            </a:endParaRPr>
          </a:p>
        </p:txBody>
      </p:sp>
      <p:sp>
        <p:nvSpPr>
          <p:cNvPr id="64" name="Text Placeholder 21">
            <a:extLst>
              <a:ext uri="{FF2B5EF4-FFF2-40B4-BE49-F238E27FC236}">
                <a16:creationId xmlns:a16="http://schemas.microsoft.com/office/drawing/2014/main" id="{098CCE30-6B5A-4DFB-97B5-AF5CCDE0C848}"/>
              </a:ext>
            </a:extLst>
          </p:cNvPr>
          <p:cNvSpPr>
            <a:spLocks noGrp="1"/>
          </p:cNvSpPr>
          <p:nvPr>
            <p:ph type="body" sz="quarter" idx="10" hasCustomPrompt="1"/>
          </p:nvPr>
        </p:nvSpPr>
        <p:spPr>
          <a:xfrm>
            <a:off x="743329" y="3681765"/>
            <a:ext cx="6349838" cy="1195801"/>
          </a:xfrm>
          <a:prstGeom prst="rect">
            <a:avLst/>
          </a:prstGeom>
        </p:spPr>
        <p:txBody>
          <a:bodyPr>
            <a:noAutofit/>
          </a:bodyPr>
          <a:lstStyle>
            <a:lvl1pPr marL="0" indent="0" algn="l">
              <a:lnSpc>
                <a:spcPct val="100000"/>
              </a:lnSpc>
              <a:spcBef>
                <a:spcPts val="0"/>
              </a:spcBef>
              <a:buNone/>
              <a:defRPr sz="2400" b="0" i="1">
                <a:solidFill>
                  <a:schemeClr val="accent1"/>
                </a:solidFill>
              </a:defRPr>
            </a:lvl1pPr>
          </a:lstStyle>
          <a:p>
            <a:pPr lvl="0"/>
            <a:r>
              <a:rPr lang="en-US"/>
              <a:t>Subheads are 24pt Arial Italic sentence case and can be 2 lines.</a:t>
            </a:r>
          </a:p>
        </p:txBody>
      </p:sp>
      <p:sp>
        <p:nvSpPr>
          <p:cNvPr id="70" name="Title 1">
            <a:extLst>
              <a:ext uri="{FF2B5EF4-FFF2-40B4-BE49-F238E27FC236}">
                <a16:creationId xmlns:a16="http://schemas.microsoft.com/office/drawing/2014/main" id="{184C4A24-4E36-49F8-AE34-FEFD57A98171}"/>
              </a:ext>
            </a:extLst>
          </p:cNvPr>
          <p:cNvSpPr>
            <a:spLocks noGrp="1"/>
          </p:cNvSpPr>
          <p:nvPr>
            <p:ph type="ctrTitle" hasCustomPrompt="1"/>
          </p:nvPr>
        </p:nvSpPr>
        <p:spPr>
          <a:xfrm>
            <a:off x="743330" y="1271573"/>
            <a:ext cx="7921554" cy="2242315"/>
          </a:xfrm>
          <a:prstGeom prst="rect">
            <a:avLst/>
          </a:prstGeom>
        </p:spPr>
        <p:txBody>
          <a:bodyPr anchor="b" anchorCtr="0"/>
          <a:lstStyle>
            <a:lvl1pPr algn="l">
              <a:lnSpc>
                <a:spcPct val="100000"/>
              </a:lnSpc>
              <a:defRPr sz="3600" b="1" i="0" baseline="0">
                <a:solidFill>
                  <a:schemeClr val="accent2"/>
                </a:solidFill>
              </a:defRPr>
            </a:lvl1pPr>
          </a:lstStyle>
          <a:p>
            <a:r>
              <a:rPr lang="en-US"/>
              <a:t>Headline 36pt Arial Bold Title Case Should Be No More Than 2 Lines</a:t>
            </a:r>
          </a:p>
        </p:txBody>
      </p:sp>
      <p:sp>
        <p:nvSpPr>
          <p:cNvPr id="71" name="Subtitle 2">
            <a:extLst>
              <a:ext uri="{FF2B5EF4-FFF2-40B4-BE49-F238E27FC236}">
                <a16:creationId xmlns:a16="http://schemas.microsoft.com/office/drawing/2014/main" id="{0E82B801-11C9-4FD7-9D6A-B8DAA2120461}"/>
              </a:ext>
            </a:extLst>
          </p:cNvPr>
          <p:cNvSpPr>
            <a:spLocks noGrp="1"/>
          </p:cNvSpPr>
          <p:nvPr>
            <p:ph type="subTitle" idx="1" hasCustomPrompt="1"/>
          </p:nvPr>
        </p:nvSpPr>
        <p:spPr>
          <a:xfrm>
            <a:off x="743329" y="5518464"/>
            <a:ext cx="6349838" cy="669272"/>
          </a:xfrm>
          <a:prstGeom prst="rect">
            <a:avLst/>
          </a:prstGeom>
        </p:spPr>
        <p:txBody>
          <a:bodyPr>
            <a:noAutofit/>
          </a:bodyPr>
          <a:lstStyle>
            <a:lvl1pPr marL="0" indent="0" algn="l">
              <a:lnSpc>
                <a:spcPct val="100000"/>
              </a:lnSpc>
              <a:spcBef>
                <a:spcPts val="200"/>
              </a:spcBef>
              <a:buNone/>
              <a:defRPr sz="1600"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Author First Last Name, Title 16pt Arial</a:t>
            </a:r>
          </a:p>
        </p:txBody>
      </p:sp>
      <p:sp>
        <p:nvSpPr>
          <p:cNvPr id="14" name="Text Placeholder 21">
            <a:extLst>
              <a:ext uri="{FF2B5EF4-FFF2-40B4-BE49-F238E27FC236}">
                <a16:creationId xmlns:a16="http://schemas.microsoft.com/office/drawing/2014/main" id="{E5C45F24-760D-4806-80BF-4B954EEA03A3}"/>
              </a:ext>
            </a:extLst>
          </p:cNvPr>
          <p:cNvSpPr>
            <a:spLocks noGrp="1"/>
          </p:cNvSpPr>
          <p:nvPr>
            <p:ph type="body" sz="quarter" idx="11" hasCustomPrompt="1"/>
          </p:nvPr>
        </p:nvSpPr>
        <p:spPr>
          <a:xfrm>
            <a:off x="7355299" y="4854606"/>
            <a:ext cx="2324100" cy="1341752"/>
          </a:xfrm>
          <a:prstGeom prst="rect">
            <a:avLst/>
          </a:prstGeom>
          <a:solidFill>
            <a:srgbClr val="DA291C"/>
          </a:solidFill>
        </p:spPr>
        <p:txBody>
          <a:bodyPr>
            <a:noAutofit/>
          </a:bodyPr>
          <a:lstStyle>
            <a:lvl1pPr marL="0" indent="0" algn="l">
              <a:lnSpc>
                <a:spcPct val="100000"/>
              </a:lnSpc>
              <a:spcBef>
                <a:spcPts val="0"/>
              </a:spcBef>
              <a:buNone/>
              <a:defRPr sz="1000" b="0" i="0">
                <a:solidFill>
                  <a:schemeClr val="bg1"/>
                </a:solidFill>
              </a:defRPr>
            </a:lvl1pPr>
          </a:lstStyle>
          <a:p>
            <a:pPr lvl="0"/>
            <a:r>
              <a:rPr lang="en-US"/>
              <a:t>Co-brand and bid defense only: You may replace this box with a sponsor logo. Ensure the logo is on a white or transparent background and you have usage permission.</a:t>
            </a:r>
            <a:br>
              <a:rPr lang="en-US"/>
            </a:br>
            <a:br>
              <a:rPr lang="en-US"/>
            </a:br>
            <a:r>
              <a:rPr lang="en-US"/>
              <a:t>All other presentations, or without sponsor logo: Please delete this box.</a:t>
            </a:r>
          </a:p>
        </p:txBody>
      </p:sp>
      <p:grpSp>
        <p:nvGrpSpPr>
          <p:cNvPr id="39" name="Group 38">
            <a:extLst>
              <a:ext uri="{FF2B5EF4-FFF2-40B4-BE49-F238E27FC236}">
                <a16:creationId xmlns:a16="http://schemas.microsoft.com/office/drawing/2014/main" id="{39C359E7-88C6-42D4-9B64-F7D5FE9CDBC5}"/>
              </a:ext>
            </a:extLst>
          </p:cNvPr>
          <p:cNvGrpSpPr/>
          <p:nvPr/>
        </p:nvGrpSpPr>
        <p:grpSpPr>
          <a:xfrm>
            <a:off x="9941531" y="3804028"/>
            <a:ext cx="2250469" cy="2651308"/>
            <a:chOff x="9941531" y="3804028"/>
            <a:chExt cx="2250469" cy="2651308"/>
          </a:xfrm>
        </p:grpSpPr>
        <p:sp>
          <p:nvSpPr>
            <p:cNvPr id="40" name="Freeform: Shape 39">
              <a:extLst>
                <a:ext uri="{FF2B5EF4-FFF2-40B4-BE49-F238E27FC236}">
                  <a16:creationId xmlns:a16="http://schemas.microsoft.com/office/drawing/2014/main" id="{C4384A34-21CA-42A4-8E46-1EEAC237500E}"/>
                </a:ext>
              </a:extLst>
            </p:cNvPr>
            <p:cNvSpPr/>
            <p:nvPr/>
          </p:nvSpPr>
          <p:spPr>
            <a:xfrm>
              <a:off x="10755844" y="5906186"/>
              <a:ext cx="1436156" cy="549150"/>
            </a:xfrm>
            <a:custGeom>
              <a:avLst/>
              <a:gdLst>
                <a:gd name="connsiteX0" fmla="*/ 274575 w 1436156"/>
                <a:gd name="connsiteY0" fmla="*/ 0 h 549150"/>
                <a:gd name="connsiteX1" fmla="*/ 276477 w 1436156"/>
                <a:gd name="connsiteY1" fmla="*/ 192 h 549150"/>
                <a:gd name="connsiteX2" fmla="*/ 276477 w 1436156"/>
                <a:gd name="connsiteY2" fmla="*/ 0 h 549150"/>
                <a:gd name="connsiteX3" fmla="*/ 1436156 w 1436156"/>
                <a:gd name="connsiteY3" fmla="*/ 0 h 549150"/>
                <a:gd name="connsiteX4" fmla="*/ 1436156 w 1436156"/>
                <a:gd name="connsiteY4" fmla="*/ 549150 h 549150"/>
                <a:gd name="connsiteX5" fmla="*/ 276477 w 1436156"/>
                <a:gd name="connsiteY5" fmla="*/ 549150 h 549150"/>
                <a:gd name="connsiteX6" fmla="*/ 276477 w 1436156"/>
                <a:gd name="connsiteY6" fmla="*/ 548959 h 549150"/>
                <a:gd name="connsiteX7" fmla="*/ 274575 w 1436156"/>
                <a:gd name="connsiteY7" fmla="*/ 549150 h 549150"/>
                <a:gd name="connsiteX8" fmla="*/ 0 w 1436156"/>
                <a:gd name="connsiteY8" fmla="*/ 274575 h 549150"/>
                <a:gd name="connsiteX9" fmla="*/ 274575 w 1436156"/>
                <a:gd name="connsiteY9"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36156" h="549150">
                  <a:moveTo>
                    <a:pt x="274575" y="0"/>
                  </a:moveTo>
                  <a:lnTo>
                    <a:pt x="276477" y="192"/>
                  </a:lnTo>
                  <a:lnTo>
                    <a:pt x="276477" y="0"/>
                  </a:lnTo>
                  <a:lnTo>
                    <a:pt x="1436156" y="0"/>
                  </a:lnTo>
                  <a:lnTo>
                    <a:pt x="1436156"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41" name="Freeform: Shape 40">
              <a:extLst>
                <a:ext uri="{FF2B5EF4-FFF2-40B4-BE49-F238E27FC236}">
                  <a16:creationId xmlns:a16="http://schemas.microsoft.com/office/drawing/2014/main" id="{80C482A3-7472-489E-8622-A62D97CBD17C}"/>
                </a:ext>
              </a:extLst>
            </p:cNvPr>
            <p:cNvSpPr/>
            <p:nvPr/>
          </p:nvSpPr>
          <p:spPr>
            <a:xfrm>
              <a:off x="10356354" y="3804028"/>
              <a:ext cx="1835646" cy="549150"/>
            </a:xfrm>
            <a:custGeom>
              <a:avLst/>
              <a:gdLst>
                <a:gd name="connsiteX0" fmla="*/ 274073 w 1835646"/>
                <a:gd name="connsiteY0" fmla="*/ 0 h 549150"/>
                <a:gd name="connsiteX1" fmla="*/ 278104 w 1835646"/>
                <a:gd name="connsiteY1" fmla="*/ 407 h 549150"/>
                <a:gd name="connsiteX2" fmla="*/ 278104 w 1835646"/>
                <a:gd name="connsiteY2" fmla="*/ 0 h 549150"/>
                <a:gd name="connsiteX3" fmla="*/ 1835646 w 1835646"/>
                <a:gd name="connsiteY3" fmla="*/ 0 h 549150"/>
                <a:gd name="connsiteX4" fmla="*/ 1835646 w 1835646"/>
                <a:gd name="connsiteY4" fmla="*/ 549150 h 549150"/>
                <a:gd name="connsiteX5" fmla="*/ 278104 w 1835646"/>
                <a:gd name="connsiteY5" fmla="*/ 549150 h 549150"/>
                <a:gd name="connsiteX6" fmla="*/ 278104 w 1835646"/>
                <a:gd name="connsiteY6" fmla="*/ 547742 h 549150"/>
                <a:gd name="connsiteX7" fmla="*/ 274073 w 1835646"/>
                <a:gd name="connsiteY7" fmla="*/ 548148 h 549150"/>
                <a:gd name="connsiteX8" fmla="*/ 0 w 1835646"/>
                <a:gd name="connsiteY8" fmla="*/ 274074 h 549150"/>
                <a:gd name="connsiteX9" fmla="*/ 274073 w 1835646"/>
                <a:gd name="connsiteY9"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35646" h="549150">
                  <a:moveTo>
                    <a:pt x="274073" y="0"/>
                  </a:moveTo>
                  <a:lnTo>
                    <a:pt x="278104" y="407"/>
                  </a:lnTo>
                  <a:lnTo>
                    <a:pt x="278104" y="0"/>
                  </a:lnTo>
                  <a:lnTo>
                    <a:pt x="1835646" y="0"/>
                  </a:lnTo>
                  <a:lnTo>
                    <a:pt x="1835646"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42" name="Freeform: Shape 41">
              <a:extLst>
                <a:ext uri="{FF2B5EF4-FFF2-40B4-BE49-F238E27FC236}">
                  <a16:creationId xmlns:a16="http://schemas.microsoft.com/office/drawing/2014/main" id="{14C68CD5-1D99-4C2F-8258-B69F780AC527}"/>
                </a:ext>
              </a:extLst>
            </p:cNvPr>
            <p:cNvSpPr/>
            <p:nvPr/>
          </p:nvSpPr>
          <p:spPr>
            <a:xfrm>
              <a:off x="9941531" y="4854606"/>
              <a:ext cx="2250469" cy="549150"/>
            </a:xfrm>
            <a:custGeom>
              <a:avLst/>
              <a:gdLst>
                <a:gd name="connsiteX0" fmla="*/ 299044 w 2250469"/>
                <a:gd name="connsiteY0" fmla="*/ 0 h 549150"/>
                <a:gd name="connsiteX1" fmla="*/ 300889 w 2250469"/>
                <a:gd name="connsiteY1" fmla="*/ 171 h 549150"/>
                <a:gd name="connsiteX2" fmla="*/ 300889 w 2250469"/>
                <a:gd name="connsiteY2" fmla="*/ 0 h 549150"/>
                <a:gd name="connsiteX3" fmla="*/ 2250469 w 2250469"/>
                <a:gd name="connsiteY3" fmla="*/ 0 h 549150"/>
                <a:gd name="connsiteX4" fmla="*/ 2250469 w 2250469"/>
                <a:gd name="connsiteY4" fmla="*/ 549150 h 549150"/>
                <a:gd name="connsiteX5" fmla="*/ 300889 w 2250469"/>
                <a:gd name="connsiteY5" fmla="*/ 549150 h 549150"/>
                <a:gd name="connsiteX6" fmla="*/ 300889 w 2250469"/>
                <a:gd name="connsiteY6" fmla="*/ 548980 h 549150"/>
                <a:gd name="connsiteX7" fmla="*/ 299044 w 2250469"/>
                <a:gd name="connsiteY7" fmla="*/ 549150 h 549150"/>
                <a:gd name="connsiteX8" fmla="*/ 0 w 2250469"/>
                <a:gd name="connsiteY8" fmla="*/ 274575 h 549150"/>
                <a:gd name="connsiteX9" fmla="*/ 299044 w 2250469"/>
                <a:gd name="connsiteY9"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50469" h="549150">
                  <a:moveTo>
                    <a:pt x="299044" y="0"/>
                  </a:moveTo>
                  <a:lnTo>
                    <a:pt x="300889" y="171"/>
                  </a:lnTo>
                  <a:lnTo>
                    <a:pt x="300889" y="0"/>
                  </a:lnTo>
                  <a:lnTo>
                    <a:pt x="2250469" y="0"/>
                  </a:lnTo>
                  <a:lnTo>
                    <a:pt x="2250469"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grpSp>
      <p:pic>
        <p:nvPicPr>
          <p:cNvPr id="19" name="Graphic 18">
            <a:extLst>
              <a:ext uri="{FF2B5EF4-FFF2-40B4-BE49-F238E27FC236}">
                <a16:creationId xmlns:a16="http://schemas.microsoft.com/office/drawing/2014/main" id="{EFFBAF58-7775-B441-95B2-60BAEE63067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Tree>
    <p:extLst>
      <p:ext uri="{BB962C8B-B14F-4D97-AF65-F5344CB8AC3E}">
        <p14:creationId xmlns:p14="http://schemas.microsoft.com/office/powerpoint/2010/main" val="206540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Content - IQVIA">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4694" y="1286359"/>
            <a:ext cx="11338560" cy="4994125"/>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13" name="Title 1"/>
          <p:cNvSpPr>
            <a:spLocks noGrp="1"/>
          </p:cNvSpPr>
          <p:nvPr>
            <p:ph type="title" hasCustomPrompt="1"/>
          </p:nvPr>
        </p:nvSpPr>
        <p:spPr>
          <a:xfrm>
            <a:off x="384694" y="294468"/>
            <a:ext cx="11338560" cy="768263"/>
          </a:xfrm>
          <a:prstGeom prst="rect">
            <a:avLst/>
          </a:prstGeom>
        </p:spPr>
        <p:txBody>
          <a:bodyPr anchor="b" anchorCtr="0"/>
          <a:lstStyle>
            <a:lvl1pPr>
              <a:defRPr sz="2800" b="1">
                <a:solidFill>
                  <a:schemeClr val="tx1"/>
                </a:solidFill>
              </a:defRPr>
            </a:lvl1pPr>
          </a:lstStyle>
          <a:p>
            <a:r>
              <a:rPr lang="en-US"/>
              <a:t>Headlines are 28pt Arial Bold sentence case</a:t>
            </a:r>
          </a:p>
        </p:txBody>
      </p:sp>
      <p:sp>
        <p:nvSpPr>
          <p:cNvPr id="54" name="Footer Placeholder 4">
            <a:extLst>
              <a:ext uri="{FF2B5EF4-FFF2-40B4-BE49-F238E27FC236}">
                <a16:creationId xmlns:a16="http://schemas.microsoft.com/office/drawing/2014/main" id="{7088911A-0046-5847-8D5E-667B718ECD3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30" name="Slide Number Placeholder 5">
            <a:extLst>
              <a:ext uri="{FF2B5EF4-FFF2-40B4-BE49-F238E27FC236}">
                <a16:creationId xmlns:a16="http://schemas.microsoft.com/office/drawing/2014/main" id="{FCFC63C0-5262-4767-9F93-DEDAECE24DB7}"/>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pic>
        <p:nvPicPr>
          <p:cNvPr id="10" name="Graphic 9">
            <a:extLst>
              <a:ext uri="{FF2B5EF4-FFF2-40B4-BE49-F238E27FC236}">
                <a16:creationId xmlns:a16="http://schemas.microsoft.com/office/drawing/2014/main" id="{DB41C48F-5C1D-DE41-93AD-B4E269C3B3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016819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Content_Subhead - IQVIA">
    <p:spTree>
      <p:nvGrpSpPr>
        <p:cNvPr id="1" name=""/>
        <p:cNvGrpSpPr/>
        <p:nvPr/>
      </p:nvGrpSpPr>
      <p:grpSpPr>
        <a:xfrm>
          <a:off x="0" y="0"/>
          <a:ext cx="0" cy="0"/>
          <a:chOff x="0" y="0"/>
          <a:chExt cx="0" cy="0"/>
        </a:xfrm>
      </p:grpSpPr>
      <p:sp>
        <p:nvSpPr>
          <p:cNvPr id="53" name="Content Placeholder 2">
            <a:extLst>
              <a:ext uri="{FF2B5EF4-FFF2-40B4-BE49-F238E27FC236}">
                <a16:creationId xmlns:a16="http://schemas.microsoft.com/office/drawing/2014/main" id="{098016E9-779F-F844-B7C6-670D5E2ED4DC}"/>
              </a:ext>
            </a:extLst>
          </p:cNvPr>
          <p:cNvSpPr>
            <a:spLocks noGrp="1"/>
          </p:cNvSpPr>
          <p:nvPr>
            <p:ph idx="17" hasCustomPrompt="1"/>
          </p:nvPr>
        </p:nvSpPr>
        <p:spPr>
          <a:xfrm>
            <a:off x="384694" y="1702630"/>
            <a:ext cx="11338560" cy="4577854"/>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9"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1"/>
                </a:solidFill>
              </a:defRPr>
            </a:lvl1pPr>
          </a:lstStyle>
          <a:p>
            <a:pPr lvl="0"/>
            <a:r>
              <a:rPr lang="en-US"/>
              <a:t>Subheads are 20pt Arial Italic sentence case</a:t>
            </a:r>
          </a:p>
        </p:txBody>
      </p:sp>
      <p:sp>
        <p:nvSpPr>
          <p:cNvPr id="2" name="Title 1"/>
          <p:cNvSpPr>
            <a:spLocks noGrp="1"/>
          </p:cNvSpPr>
          <p:nvPr>
            <p:ph type="title" hasCustomPrompt="1"/>
          </p:nvPr>
        </p:nvSpPr>
        <p:spPr>
          <a:xfrm>
            <a:off x="384694" y="294468"/>
            <a:ext cx="11338560" cy="768263"/>
          </a:xfrm>
          <a:prstGeom prst="rect">
            <a:avLst/>
          </a:prstGeom>
        </p:spPr>
        <p:txBody>
          <a:bodyPr anchor="b" anchorCtr="0"/>
          <a:lstStyle>
            <a:lvl1pPr>
              <a:defRPr sz="2800" b="1">
                <a:solidFill>
                  <a:schemeClr val="tx1"/>
                </a:solidFill>
              </a:defRPr>
            </a:lvl1pPr>
          </a:lstStyle>
          <a:p>
            <a:r>
              <a:rPr lang="en-US"/>
              <a:t>Headlines are 28pt Arial Bold sentence case</a:t>
            </a:r>
          </a:p>
        </p:txBody>
      </p:sp>
      <p:sp>
        <p:nvSpPr>
          <p:cNvPr id="56" name="Footer Placeholder 4">
            <a:extLst>
              <a:ext uri="{FF2B5EF4-FFF2-40B4-BE49-F238E27FC236}">
                <a16:creationId xmlns:a16="http://schemas.microsoft.com/office/drawing/2014/main" id="{4C2A7798-04D8-114F-865E-17D9C5B73EAA}"/>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31" name="Slide Number Placeholder 5">
            <a:extLst>
              <a:ext uri="{FF2B5EF4-FFF2-40B4-BE49-F238E27FC236}">
                <a16:creationId xmlns:a16="http://schemas.microsoft.com/office/drawing/2014/main" id="{780491F4-CBE5-420D-B41C-DA1186C29721}"/>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pic>
        <p:nvPicPr>
          <p:cNvPr id="14" name="Graphic 13">
            <a:extLst>
              <a:ext uri="{FF2B5EF4-FFF2-40B4-BE49-F238E27FC236}">
                <a16:creationId xmlns:a16="http://schemas.microsoft.com/office/drawing/2014/main" id="{C127A24E-C6A6-B348-9405-8C826F52F91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596349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nd Content_Callout Opt1 - IQVIA">
    <p:spTree>
      <p:nvGrpSpPr>
        <p:cNvPr id="1" name=""/>
        <p:cNvGrpSpPr/>
        <p:nvPr/>
      </p:nvGrpSpPr>
      <p:grpSpPr>
        <a:xfrm>
          <a:off x="0" y="0"/>
          <a:ext cx="0" cy="0"/>
          <a:chOff x="0" y="0"/>
          <a:chExt cx="0" cy="0"/>
        </a:xfrm>
      </p:grpSpPr>
      <p:pic>
        <p:nvPicPr>
          <p:cNvPr id="17" name="Graphic 16">
            <a:extLst>
              <a:ext uri="{FF2B5EF4-FFF2-40B4-BE49-F238E27FC236}">
                <a16:creationId xmlns:a16="http://schemas.microsoft.com/office/drawing/2014/main" id="{B39BD980-859A-ED43-B5E0-B78C35812A8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9"/>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8" name="Text Placeholder 11"/>
          <p:cNvSpPr>
            <a:spLocks noGrp="1"/>
          </p:cNvSpPr>
          <p:nvPr>
            <p:ph type="body" sz="quarter" idx="15" hasCustomPrompt="1"/>
          </p:nvPr>
        </p:nvSpPr>
        <p:spPr bwMode="gray">
          <a:xfrm>
            <a:off x="8132063" y="1876358"/>
            <a:ext cx="3764662" cy="4404117"/>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accent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Arial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a:t>
            </a:r>
            <a:r>
              <a:rPr lang="en-US" noProof="0" err="1"/>
              <a:t>sed</a:t>
            </a:r>
            <a:r>
              <a:rPr lang="en-US" noProof="0"/>
              <a:t> </a:t>
            </a:r>
            <a:r>
              <a:rPr lang="en-US" noProof="0" err="1"/>
              <a:t>diam</a:t>
            </a:r>
            <a:r>
              <a:rPr lang="en-US" noProof="0"/>
              <a:t>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accent1"/>
                </a:solidFill>
              </a:defRPr>
            </a:lvl1pPr>
          </a:lstStyle>
          <a:p>
            <a:pPr lvl="0"/>
            <a:r>
              <a:rPr lang="en-US"/>
              <a:t>Subheads are 20pt Arial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wrap="square" anchor="b" anchorCtr="0">
            <a:noAutofit/>
          </a:bodyPr>
          <a:lstStyle>
            <a:lvl1pPr>
              <a:defRPr sz="2800" b="1">
                <a:solidFill>
                  <a:schemeClr val="tx1"/>
                </a:solidFill>
              </a:defRPr>
            </a:lvl1pPr>
          </a:lstStyle>
          <a:p>
            <a:r>
              <a:rPr lang="en-US"/>
              <a:t>Headlines are 28pt Arial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33" name="Slide Number Placeholder 5">
            <a:extLst>
              <a:ext uri="{FF2B5EF4-FFF2-40B4-BE49-F238E27FC236}">
                <a16:creationId xmlns:a16="http://schemas.microsoft.com/office/drawing/2014/main" id="{241A4459-0EB4-4688-8572-06BA95F5D702}"/>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spTree>
    <p:extLst>
      <p:ext uri="{BB962C8B-B14F-4D97-AF65-F5344CB8AC3E}">
        <p14:creationId xmlns:p14="http://schemas.microsoft.com/office/powerpoint/2010/main" val="3558276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Content_Callout Opt2 - IQVIA">
    <p:spTree>
      <p:nvGrpSpPr>
        <p:cNvPr id="1" name=""/>
        <p:cNvGrpSpPr/>
        <p:nvPr/>
      </p:nvGrpSpPr>
      <p:grpSpPr>
        <a:xfrm>
          <a:off x="0" y="0"/>
          <a:ext cx="0" cy="0"/>
          <a:chOff x="0" y="0"/>
          <a:chExt cx="0" cy="0"/>
        </a:xfrm>
      </p:grpSpPr>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5"/>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8" name="Text Placeholder 11"/>
          <p:cNvSpPr>
            <a:spLocks noGrp="1"/>
          </p:cNvSpPr>
          <p:nvPr>
            <p:ph type="body" sz="quarter" idx="15" hasCustomPrompt="1"/>
          </p:nvPr>
        </p:nvSpPr>
        <p:spPr bwMode="gray">
          <a:xfrm>
            <a:off x="8132063" y="1876358"/>
            <a:ext cx="3764662" cy="4404112"/>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accent1"/>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Arial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a:t>
            </a:r>
            <a:r>
              <a:rPr lang="en-US" noProof="0" err="1"/>
              <a:t>sed</a:t>
            </a:r>
            <a:r>
              <a:rPr lang="en-US" noProof="0"/>
              <a:t> </a:t>
            </a:r>
            <a:r>
              <a:rPr lang="en-US" noProof="0" err="1"/>
              <a:t>diam</a:t>
            </a:r>
            <a:r>
              <a:rPr lang="en-US" noProof="0"/>
              <a:t>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accent1"/>
                </a:solidFill>
              </a:defRPr>
            </a:lvl1pPr>
          </a:lstStyle>
          <a:p>
            <a:pPr lvl="0"/>
            <a:r>
              <a:rPr lang="en-US"/>
              <a:t>Subheads are 20pt Arial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wrap="square" anchor="b" anchorCtr="0">
            <a:noAutofit/>
          </a:bodyPr>
          <a:lstStyle>
            <a:lvl1pPr>
              <a:defRPr sz="2800" b="1">
                <a:solidFill>
                  <a:schemeClr val="tx1"/>
                </a:solidFill>
              </a:defRPr>
            </a:lvl1pPr>
          </a:lstStyle>
          <a:p>
            <a:r>
              <a:rPr lang="en-US"/>
              <a:t>Headlines are 28pt Arial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cxnSp>
        <p:nvCxnSpPr>
          <p:cNvPr id="11" name="Straight Connector 10">
            <a:extLst>
              <a:ext uri="{FF2B5EF4-FFF2-40B4-BE49-F238E27FC236}">
                <a16:creationId xmlns:a16="http://schemas.microsoft.com/office/drawing/2014/main" id="{2BB5C6CE-599B-D241-B11C-1899212B39F3}"/>
              </a:ext>
            </a:extLst>
          </p:cNvPr>
          <p:cNvCxnSpPr>
            <a:cxnSpLocks/>
          </p:cNvCxnSpPr>
          <p:nvPr/>
        </p:nvCxnSpPr>
        <p:spPr>
          <a:xfrm>
            <a:off x="8132063" y="1784927"/>
            <a:ext cx="4148329" cy="0"/>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33" name="Slide Number Placeholder 5">
            <a:extLst>
              <a:ext uri="{FF2B5EF4-FFF2-40B4-BE49-F238E27FC236}">
                <a16:creationId xmlns:a16="http://schemas.microsoft.com/office/drawing/2014/main" id="{5A70D40F-E06E-4AAC-8094-BC565B24D95E}"/>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pic>
        <p:nvPicPr>
          <p:cNvPr id="12" name="Graphic 11">
            <a:extLst>
              <a:ext uri="{FF2B5EF4-FFF2-40B4-BE49-F238E27FC236}">
                <a16:creationId xmlns:a16="http://schemas.microsoft.com/office/drawing/2014/main" id="{F1328CB7-3B3E-0342-86D5-64775D744D1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719840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wo Column - IQVIA">
    <p:spTree>
      <p:nvGrpSpPr>
        <p:cNvPr id="1" name=""/>
        <p:cNvGrpSpPr/>
        <p:nvPr/>
      </p:nvGrpSpPr>
      <p:grpSpPr>
        <a:xfrm>
          <a:off x="0" y="0"/>
          <a:ext cx="0" cy="0"/>
          <a:chOff x="0" y="0"/>
          <a:chExt cx="0" cy="0"/>
        </a:xfrm>
      </p:grpSpPr>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702626"/>
            <a:ext cx="5532119" cy="4581144"/>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702626"/>
            <a:ext cx="5532119" cy="4577857"/>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13"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1"/>
                </a:solidFill>
              </a:defRPr>
            </a:lvl1pPr>
          </a:lstStyle>
          <a:p>
            <a:pPr lvl="0"/>
            <a:r>
              <a:rPr lang="en-US"/>
              <a:t>Subheads are 20pt Arial Italic sentence case</a:t>
            </a:r>
          </a:p>
        </p:txBody>
      </p:sp>
      <p:sp>
        <p:nvSpPr>
          <p:cNvPr id="14" name="Title 1"/>
          <p:cNvSpPr>
            <a:spLocks noGrp="1"/>
          </p:cNvSpPr>
          <p:nvPr>
            <p:ph type="title" hasCustomPrompt="1"/>
          </p:nvPr>
        </p:nvSpPr>
        <p:spPr>
          <a:xfrm>
            <a:off x="384694" y="294468"/>
            <a:ext cx="11338560" cy="768263"/>
          </a:xfrm>
          <a:prstGeom prst="rect">
            <a:avLst/>
          </a:prstGeom>
        </p:spPr>
        <p:txBody>
          <a:bodyPr anchor="b" anchorCtr="0"/>
          <a:lstStyle>
            <a:lvl1pPr>
              <a:defRPr sz="2800" b="1">
                <a:solidFill>
                  <a:schemeClr val="tx1"/>
                </a:solidFill>
              </a:defRPr>
            </a:lvl1pPr>
          </a:lstStyle>
          <a:p>
            <a:r>
              <a:rPr lang="en-US"/>
              <a:t>Headlines are 28pt Arial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32" name="Slide Number Placeholder 5">
            <a:extLst>
              <a:ext uri="{FF2B5EF4-FFF2-40B4-BE49-F238E27FC236}">
                <a16:creationId xmlns:a16="http://schemas.microsoft.com/office/drawing/2014/main" id="{2DFA1798-9673-4022-816E-704E37E4DEA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pic>
        <p:nvPicPr>
          <p:cNvPr id="10" name="Graphic 9">
            <a:extLst>
              <a:ext uri="{FF2B5EF4-FFF2-40B4-BE49-F238E27FC236}">
                <a16:creationId xmlns:a16="http://schemas.microsoft.com/office/drawing/2014/main" id="{2420C18B-DFBF-C046-8D9E-FB3BB18EF16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441747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wo Column_NoSubhead - IQVIA">
    <p:spTree>
      <p:nvGrpSpPr>
        <p:cNvPr id="1" name=""/>
        <p:cNvGrpSpPr/>
        <p:nvPr/>
      </p:nvGrpSpPr>
      <p:grpSpPr>
        <a:xfrm>
          <a:off x="0" y="0"/>
          <a:ext cx="0" cy="0"/>
          <a:chOff x="0" y="0"/>
          <a:chExt cx="0" cy="0"/>
        </a:xfrm>
      </p:grpSpPr>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286358"/>
            <a:ext cx="5532119" cy="4994126"/>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286358"/>
            <a:ext cx="5532119" cy="4994125"/>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14" name="Title 1"/>
          <p:cNvSpPr>
            <a:spLocks noGrp="1"/>
          </p:cNvSpPr>
          <p:nvPr>
            <p:ph type="title" hasCustomPrompt="1"/>
          </p:nvPr>
        </p:nvSpPr>
        <p:spPr>
          <a:xfrm>
            <a:off x="384694" y="294468"/>
            <a:ext cx="11338560" cy="768263"/>
          </a:xfrm>
          <a:prstGeom prst="rect">
            <a:avLst/>
          </a:prstGeom>
        </p:spPr>
        <p:txBody>
          <a:bodyPr anchor="b" anchorCtr="0"/>
          <a:lstStyle>
            <a:lvl1pPr>
              <a:defRPr sz="2800" b="1">
                <a:solidFill>
                  <a:schemeClr val="tx1"/>
                </a:solidFill>
              </a:defRPr>
            </a:lvl1pPr>
          </a:lstStyle>
          <a:p>
            <a:r>
              <a:rPr lang="en-US"/>
              <a:t>Headlines are 28pt Arial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pic>
        <p:nvPicPr>
          <p:cNvPr id="10" name="Graphic 9">
            <a:extLst>
              <a:ext uri="{FF2B5EF4-FFF2-40B4-BE49-F238E27FC236}">
                <a16:creationId xmlns:a16="http://schemas.microsoft.com/office/drawing/2014/main" id="{AC061BF7-30ED-394B-918A-D1835A35BE5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928808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hree Column - IQVIA">
    <p:spTree>
      <p:nvGrpSpPr>
        <p:cNvPr id="1" name=""/>
        <p:cNvGrpSpPr/>
        <p:nvPr/>
      </p:nvGrpSpPr>
      <p:grpSpPr>
        <a:xfrm>
          <a:off x="0" y="0"/>
          <a:ext cx="0" cy="0"/>
          <a:chOff x="0" y="0"/>
          <a:chExt cx="0" cy="0"/>
        </a:xfrm>
      </p:grpSpPr>
      <p:sp>
        <p:nvSpPr>
          <p:cNvPr id="56" name="Content Placeholder 2">
            <a:extLst>
              <a:ext uri="{FF2B5EF4-FFF2-40B4-BE49-F238E27FC236}">
                <a16:creationId xmlns:a16="http://schemas.microsoft.com/office/drawing/2014/main" id="{C2AC1106-6E0D-B341-B75A-C8C2F73E3F26}"/>
              </a:ext>
            </a:extLst>
          </p:cNvPr>
          <p:cNvSpPr>
            <a:spLocks noGrp="1"/>
          </p:cNvSpPr>
          <p:nvPr>
            <p:ph idx="19" hasCustomPrompt="1"/>
          </p:nvPr>
        </p:nvSpPr>
        <p:spPr>
          <a:xfrm>
            <a:off x="384694" y="1702626"/>
            <a:ext cx="3621024" cy="4577857"/>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58" name="Content Placeholder 2">
            <a:extLst>
              <a:ext uri="{FF2B5EF4-FFF2-40B4-BE49-F238E27FC236}">
                <a16:creationId xmlns:a16="http://schemas.microsoft.com/office/drawing/2014/main" id="{ABC0DBC1-9787-6A4E-A4B1-E0E8BE5E8F02}"/>
              </a:ext>
            </a:extLst>
          </p:cNvPr>
          <p:cNvSpPr>
            <a:spLocks noGrp="1"/>
          </p:cNvSpPr>
          <p:nvPr>
            <p:ph idx="20" hasCustomPrompt="1"/>
          </p:nvPr>
        </p:nvSpPr>
        <p:spPr>
          <a:xfrm>
            <a:off x="8102230" y="1702627"/>
            <a:ext cx="3621024" cy="4577856"/>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59" name="Content Placeholder 2">
            <a:extLst>
              <a:ext uri="{FF2B5EF4-FFF2-40B4-BE49-F238E27FC236}">
                <a16:creationId xmlns:a16="http://schemas.microsoft.com/office/drawing/2014/main" id="{88B0BB6F-D4FA-D54D-A387-A1834DE59B82}"/>
              </a:ext>
            </a:extLst>
          </p:cNvPr>
          <p:cNvSpPr>
            <a:spLocks noGrp="1"/>
          </p:cNvSpPr>
          <p:nvPr>
            <p:ph idx="21" hasCustomPrompt="1"/>
          </p:nvPr>
        </p:nvSpPr>
        <p:spPr>
          <a:xfrm>
            <a:off x="4243462" y="1702627"/>
            <a:ext cx="3621024" cy="4577856"/>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1"/>
                </a:solidFill>
              </a:defRPr>
            </a:lvl1pPr>
          </a:lstStyle>
          <a:p>
            <a:pPr lvl="0"/>
            <a:r>
              <a:rPr lang="en-US"/>
              <a:t>Subheads are 20pt Arial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anchor="b" anchorCtr="0"/>
          <a:lstStyle>
            <a:lvl1pPr>
              <a:defRPr sz="2800" b="1">
                <a:solidFill>
                  <a:schemeClr val="tx1"/>
                </a:solidFill>
              </a:defRPr>
            </a:lvl1pPr>
          </a:lstStyle>
          <a:p>
            <a:r>
              <a:rPr lang="en-US"/>
              <a:t>Headlines are 28pt Arial Bold sentence case</a:t>
            </a:r>
          </a:p>
        </p:txBody>
      </p:sp>
      <p:sp>
        <p:nvSpPr>
          <p:cNvPr id="61" name="Footer Placeholder 4">
            <a:extLst>
              <a:ext uri="{FF2B5EF4-FFF2-40B4-BE49-F238E27FC236}">
                <a16:creationId xmlns:a16="http://schemas.microsoft.com/office/drawing/2014/main" id="{2B619D02-ECD0-CE4F-A007-98E4EF45BF9C}"/>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33" name="Slide Number Placeholder 5">
            <a:extLst>
              <a:ext uri="{FF2B5EF4-FFF2-40B4-BE49-F238E27FC236}">
                <a16:creationId xmlns:a16="http://schemas.microsoft.com/office/drawing/2014/main" id="{C02E0708-4D86-44F8-B4F9-1E6BEA5F151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pic>
        <p:nvPicPr>
          <p:cNvPr id="11" name="Graphic 10">
            <a:extLst>
              <a:ext uri="{FF2B5EF4-FFF2-40B4-BE49-F238E27FC236}">
                <a16:creationId xmlns:a16="http://schemas.microsoft.com/office/drawing/2014/main" id="{DF16763F-C469-814B-B3F1-2A463EAEA87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5539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Only - IQVIA">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384694" y="294468"/>
            <a:ext cx="11338560" cy="768263"/>
          </a:xfrm>
          <a:prstGeom prst="rect">
            <a:avLst/>
          </a:prstGeom>
        </p:spPr>
        <p:txBody>
          <a:bodyPr lIns="91440" tIns="45720" rIns="91440" bIns="45720" anchor="b" anchorCtr="0"/>
          <a:lstStyle>
            <a:lvl1pPr>
              <a:defRPr sz="2800" b="1">
                <a:solidFill>
                  <a:schemeClr val="tx1"/>
                </a:solidFill>
              </a:defRPr>
            </a:lvl1pPr>
          </a:lstStyle>
          <a:p>
            <a:r>
              <a:rPr lang="en-US"/>
              <a:t>Headlines are 28pt Arial Bold sentence case</a:t>
            </a:r>
          </a:p>
        </p:txBody>
      </p:sp>
      <p:sp>
        <p:nvSpPr>
          <p:cNvPr id="53" name="Footer Placeholder 4">
            <a:extLst>
              <a:ext uri="{FF2B5EF4-FFF2-40B4-BE49-F238E27FC236}">
                <a16:creationId xmlns:a16="http://schemas.microsoft.com/office/drawing/2014/main" id="{B43D20F7-04AA-0E4D-91D5-5DB9ECAF95F0}"/>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29" name="Slide Number Placeholder 5">
            <a:extLst>
              <a:ext uri="{FF2B5EF4-FFF2-40B4-BE49-F238E27FC236}">
                <a16:creationId xmlns:a16="http://schemas.microsoft.com/office/drawing/2014/main" id="{5EA968B8-FA3A-4F62-92E8-E94086C1347B}"/>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pic>
        <p:nvPicPr>
          <p:cNvPr id="7" name="Graphic 6">
            <a:extLst>
              <a:ext uri="{FF2B5EF4-FFF2-40B4-BE49-F238E27FC236}">
                <a16:creationId xmlns:a16="http://schemas.microsoft.com/office/drawing/2014/main" id="{D12220C1-1EAE-C14B-89F3-9751E5993BA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101130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and Subhead_Only - IQVIA">
    <p:spTree>
      <p:nvGrpSpPr>
        <p:cNvPr id="1" name=""/>
        <p:cNvGrpSpPr/>
        <p:nvPr/>
      </p:nvGrpSpPr>
      <p:grpSpPr>
        <a:xfrm>
          <a:off x="0" y="0"/>
          <a:ext cx="0" cy="0"/>
          <a:chOff x="0" y="0"/>
          <a:chExt cx="0" cy="0"/>
        </a:xfrm>
      </p:grpSpPr>
      <p:sp>
        <p:nvSpPr>
          <p:cNvPr id="12"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1"/>
                </a:solidFill>
              </a:defRPr>
            </a:lvl1pPr>
          </a:lstStyle>
          <a:p>
            <a:pPr lvl="0"/>
            <a:r>
              <a:rPr lang="en-US"/>
              <a:t>Subheads are 20pt Arial Italic sentence case</a:t>
            </a:r>
          </a:p>
        </p:txBody>
      </p:sp>
      <p:sp>
        <p:nvSpPr>
          <p:cNvPr id="13" name="Title 1"/>
          <p:cNvSpPr>
            <a:spLocks noGrp="1"/>
          </p:cNvSpPr>
          <p:nvPr>
            <p:ph type="title" hasCustomPrompt="1"/>
          </p:nvPr>
        </p:nvSpPr>
        <p:spPr>
          <a:xfrm>
            <a:off x="384694" y="294468"/>
            <a:ext cx="11338560" cy="768263"/>
          </a:xfrm>
          <a:prstGeom prst="rect">
            <a:avLst/>
          </a:prstGeom>
        </p:spPr>
        <p:txBody>
          <a:bodyPr anchor="b" anchorCtr="0"/>
          <a:lstStyle>
            <a:lvl1pPr>
              <a:defRPr sz="2800" b="1">
                <a:solidFill>
                  <a:schemeClr val="tx1"/>
                </a:solidFill>
              </a:defRPr>
            </a:lvl1pPr>
          </a:lstStyle>
          <a:p>
            <a:r>
              <a:rPr lang="en-US"/>
              <a:t>Headlines are 28pt Arial Bold sentence case</a:t>
            </a:r>
          </a:p>
        </p:txBody>
      </p:sp>
      <p:sp>
        <p:nvSpPr>
          <p:cNvPr id="55" name="Footer Placeholder 4">
            <a:extLst>
              <a:ext uri="{FF2B5EF4-FFF2-40B4-BE49-F238E27FC236}">
                <a16:creationId xmlns:a16="http://schemas.microsoft.com/office/drawing/2014/main" id="{76ED9213-76D9-7A47-BBC6-21289543AEB2}"/>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35" name="Slide Number Placeholder 5">
            <a:extLst>
              <a:ext uri="{FF2B5EF4-FFF2-40B4-BE49-F238E27FC236}">
                <a16:creationId xmlns:a16="http://schemas.microsoft.com/office/drawing/2014/main" id="{1E387831-BA5F-49F6-AA7A-A7D23D1B4F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pic>
        <p:nvPicPr>
          <p:cNvPr id="8" name="Graphic 7">
            <a:extLst>
              <a:ext uri="{FF2B5EF4-FFF2-40B4-BE49-F238E27FC236}">
                <a16:creationId xmlns:a16="http://schemas.microsoft.com/office/drawing/2014/main" id="{BCBCE073-12D8-9D4F-9B15-2F9BE4AC354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785973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Logo Only - IQVIA">
    <p:spTree>
      <p:nvGrpSpPr>
        <p:cNvPr id="1" name=""/>
        <p:cNvGrpSpPr/>
        <p:nvPr/>
      </p:nvGrpSpPr>
      <p:grpSpPr>
        <a:xfrm>
          <a:off x="0" y="0"/>
          <a:ext cx="0" cy="0"/>
          <a:chOff x="0" y="0"/>
          <a:chExt cx="0" cy="0"/>
        </a:xfrm>
      </p:grpSpPr>
      <p:sp>
        <p:nvSpPr>
          <p:cNvPr id="53" name="Footer Placeholder 4">
            <a:extLst>
              <a:ext uri="{FF2B5EF4-FFF2-40B4-BE49-F238E27FC236}">
                <a16:creationId xmlns:a16="http://schemas.microsoft.com/office/drawing/2014/main" id="{EBE92459-5CCD-6042-9D0E-BAC9DA03F841}"/>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31" name="Slide Number Placeholder 5">
            <a:extLst>
              <a:ext uri="{FF2B5EF4-FFF2-40B4-BE49-F238E27FC236}">
                <a16:creationId xmlns:a16="http://schemas.microsoft.com/office/drawing/2014/main" id="{75C2CC54-E1EC-4DF9-A3B0-2009DB97279A}"/>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pic>
        <p:nvPicPr>
          <p:cNvPr id="6" name="Graphic 5">
            <a:extLst>
              <a:ext uri="{FF2B5EF4-FFF2-40B4-BE49-F238E27FC236}">
                <a16:creationId xmlns:a16="http://schemas.microsoft.com/office/drawing/2014/main" id="{A8B63251-79DB-3544-890F-9DDA614A5D8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087019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lank - IQVIA">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2DEFF783-1996-4984-99EE-7B1AC1AE1A3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spTree>
    <p:extLst>
      <p:ext uri="{BB962C8B-B14F-4D97-AF65-F5344CB8AC3E}">
        <p14:creationId xmlns:p14="http://schemas.microsoft.com/office/powerpoint/2010/main" val="3372815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able of Contents - IQVIA">
    <p:bg>
      <p:bgPr>
        <a:solidFill>
          <a:schemeClr val="bg1"/>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38658025-8660-B74C-8ED5-6D1A405A1A70}"/>
              </a:ext>
            </a:extLst>
          </p:cNvPr>
          <p:cNvSpPr/>
          <p:nvPr/>
        </p:nvSpPr>
        <p:spPr bwMode="gray">
          <a:xfrm>
            <a:off x="353568" y="0"/>
            <a:ext cx="11484864" cy="6858000"/>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a:p>
        </p:txBody>
      </p:sp>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accent1"/>
              </a:buClr>
              <a:buFont typeface="System Font Regular"/>
              <a:buChar char="+"/>
              <a:defRPr sz="1800">
                <a:solidFill>
                  <a:schemeClr val="tx1"/>
                </a:solidFill>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defRPr>
            </a:lvl2pPr>
            <a:lvl3pPr marL="548640" indent="-182880">
              <a:lnSpc>
                <a:spcPct val="100000"/>
              </a:lnSpc>
              <a:spcBef>
                <a:spcPts val="800"/>
              </a:spcBef>
              <a:buClrTx/>
              <a:buFont typeface="Arial" panose="020B0604020202020204" pitchFamily="34" charset="0"/>
              <a:buChar char="›"/>
              <a:defRPr sz="1600">
                <a:solidFill>
                  <a:schemeClr val="tx1"/>
                </a:solidFill>
              </a:defRPr>
            </a:lvl3pPr>
            <a:lvl4pPr marL="731520" indent="-182880">
              <a:lnSpc>
                <a:spcPct val="100000"/>
              </a:lnSpc>
              <a:spcBef>
                <a:spcPts val="800"/>
              </a:spcBef>
              <a:buClrTx/>
              <a:buFont typeface="Arial" panose="020B0604020202020204" pitchFamily="34" charset="0"/>
              <a:buChar char="»"/>
              <a:defRPr sz="1600">
                <a:solidFill>
                  <a:schemeClr val="tx1"/>
                </a:solidFill>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defRPr>
            </a:lvl5pPr>
          </a:lstStyle>
          <a:p>
            <a:pPr lvl="0"/>
            <a:r>
              <a:rPr lang="en-US"/>
              <a:t>Arial 18pt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a:p>
            <a:pPr lvl="0"/>
            <a:r>
              <a:rPr lang="en-US"/>
              <a:t>Arial 18pt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anchor="ctr"/>
          <a:lstStyle>
            <a:lvl1pPr>
              <a:defRPr sz="3200" b="1">
                <a:solidFill>
                  <a:schemeClr val="accent1"/>
                </a:solidFill>
              </a:defRPr>
            </a:lvl1pPr>
          </a:lstStyle>
          <a:p>
            <a:r>
              <a:rPr lang="en-US"/>
              <a:t>Table of contents or Agenda</a:t>
            </a:r>
          </a:p>
        </p:txBody>
      </p:sp>
      <p:grpSp>
        <p:nvGrpSpPr>
          <p:cNvPr id="4" name="Group 3">
            <a:extLst>
              <a:ext uri="{FF2B5EF4-FFF2-40B4-BE49-F238E27FC236}">
                <a16:creationId xmlns:a16="http://schemas.microsoft.com/office/drawing/2014/main" id="{6A1CD0AD-A634-4EA6-AE67-C63B52CE7B06}"/>
              </a:ext>
            </a:extLst>
          </p:cNvPr>
          <p:cNvGrpSpPr/>
          <p:nvPr/>
        </p:nvGrpSpPr>
        <p:grpSpPr>
          <a:xfrm>
            <a:off x="-1" y="260324"/>
            <a:ext cx="1250388" cy="1575820"/>
            <a:chOff x="-1" y="260324"/>
            <a:chExt cx="1250388" cy="1575820"/>
          </a:xfrm>
          <a:solidFill>
            <a:schemeClr val="accent1"/>
          </a:solidFill>
        </p:grpSpPr>
        <p:grpSp>
          <p:nvGrpSpPr>
            <p:cNvPr id="78" name="Group 77">
              <a:extLst>
                <a:ext uri="{FF2B5EF4-FFF2-40B4-BE49-F238E27FC236}">
                  <a16:creationId xmlns:a16="http://schemas.microsoft.com/office/drawing/2014/main" id="{B2E777F5-EFF3-457A-8259-AC8F3FAFC249}"/>
                </a:ext>
              </a:extLst>
            </p:cNvPr>
            <p:cNvGrpSpPr/>
            <p:nvPr/>
          </p:nvGrpSpPr>
          <p:grpSpPr>
            <a:xfrm>
              <a:off x="686264" y="1652391"/>
              <a:ext cx="564123" cy="183753"/>
              <a:chOff x="876236" y="5534957"/>
              <a:chExt cx="1674271" cy="545364"/>
            </a:xfrm>
            <a:grpFill/>
          </p:grpSpPr>
          <p:sp>
            <p:nvSpPr>
              <p:cNvPr id="96" name="Rectangle 95">
                <a:extLst>
                  <a:ext uri="{FF2B5EF4-FFF2-40B4-BE49-F238E27FC236}">
                    <a16:creationId xmlns:a16="http://schemas.microsoft.com/office/drawing/2014/main" id="{B117E7E6-D510-412B-8045-21F2179CDBFD}"/>
                  </a:ext>
                </a:extLst>
              </p:cNvPr>
              <p:cNvSpPr/>
              <p:nvPr/>
            </p:nvSpPr>
            <p:spPr>
              <a:xfrm>
                <a:off x="1154393" y="5534957"/>
                <a:ext cx="1117582"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7" name="Oval 96">
                <a:extLst>
                  <a:ext uri="{FF2B5EF4-FFF2-40B4-BE49-F238E27FC236}">
                    <a16:creationId xmlns:a16="http://schemas.microsoft.com/office/drawing/2014/main" id="{79A544B5-B37E-40F9-A3D1-E4A00DF6E89F}"/>
                  </a:ext>
                </a:extLst>
              </p:cNvPr>
              <p:cNvSpPr/>
              <p:nvPr/>
            </p:nvSpPr>
            <p:spPr>
              <a:xfrm>
                <a:off x="2005143"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8" name="Oval 97">
                <a:extLst>
                  <a:ext uri="{FF2B5EF4-FFF2-40B4-BE49-F238E27FC236}">
                    <a16:creationId xmlns:a16="http://schemas.microsoft.com/office/drawing/2014/main" id="{EF1038BB-A4E9-41A9-B2F4-23E7F5CD6621}"/>
                  </a:ext>
                </a:extLst>
              </p:cNvPr>
              <p:cNvSpPr/>
              <p:nvPr/>
            </p:nvSpPr>
            <p:spPr>
              <a:xfrm>
                <a:off x="876236"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79" name="Group 78">
              <a:extLst>
                <a:ext uri="{FF2B5EF4-FFF2-40B4-BE49-F238E27FC236}">
                  <a16:creationId xmlns:a16="http://schemas.microsoft.com/office/drawing/2014/main" id="{029BE464-4CCF-4D58-8077-7337778D29CA}"/>
                </a:ext>
              </a:extLst>
            </p:cNvPr>
            <p:cNvGrpSpPr/>
            <p:nvPr/>
          </p:nvGrpSpPr>
          <p:grpSpPr>
            <a:xfrm>
              <a:off x="864211" y="1304375"/>
              <a:ext cx="386176" cy="183753"/>
              <a:chOff x="1404367" y="4502072"/>
              <a:chExt cx="1146140" cy="545364"/>
            </a:xfrm>
            <a:grpFill/>
          </p:grpSpPr>
          <p:sp>
            <p:nvSpPr>
              <p:cNvPr id="93" name="Rectangle 92">
                <a:extLst>
                  <a:ext uri="{FF2B5EF4-FFF2-40B4-BE49-F238E27FC236}">
                    <a16:creationId xmlns:a16="http://schemas.microsoft.com/office/drawing/2014/main" id="{D0DC8CC7-4C81-439E-B602-330616AC3184}"/>
                  </a:ext>
                </a:extLst>
              </p:cNvPr>
              <p:cNvSpPr/>
              <p:nvPr/>
            </p:nvSpPr>
            <p:spPr>
              <a:xfrm>
                <a:off x="1682197" y="4502072"/>
                <a:ext cx="589775"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4" name="Oval 93">
                <a:extLst>
                  <a:ext uri="{FF2B5EF4-FFF2-40B4-BE49-F238E27FC236}">
                    <a16:creationId xmlns:a16="http://schemas.microsoft.com/office/drawing/2014/main" id="{ECB59EFB-5B99-4637-9821-186308CA811D}"/>
                  </a:ext>
                </a:extLst>
              </p:cNvPr>
              <p:cNvSpPr/>
              <p:nvPr/>
            </p:nvSpPr>
            <p:spPr>
              <a:xfrm>
                <a:off x="2005143"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5" name="Oval 94">
                <a:extLst>
                  <a:ext uri="{FF2B5EF4-FFF2-40B4-BE49-F238E27FC236}">
                    <a16:creationId xmlns:a16="http://schemas.microsoft.com/office/drawing/2014/main" id="{7060CC02-8F6C-45AF-9DBE-33B4EAA77FAE}"/>
                  </a:ext>
                </a:extLst>
              </p:cNvPr>
              <p:cNvSpPr/>
              <p:nvPr/>
            </p:nvSpPr>
            <p:spPr>
              <a:xfrm>
                <a:off x="1404367"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80" name="Group 79">
              <a:extLst>
                <a:ext uri="{FF2B5EF4-FFF2-40B4-BE49-F238E27FC236}">
                  <a16:creationId xmlns:a16="http://schemas.microsoft.com/office/drawing/2014/main" id="{EDBE8CF3-142D-438A-880B-7423D1E442C5}"/>
                </a:ext>
              </a:extLst>
            </p:cNvPr>
            <p:cNvGrpSpPr/>
            <p:nvPr/>
          </p:nvGrpSpPr>
          <p:grpSpPr>
            <a:xfrm>
              <a:off x="917753" y="956358"/>
              <a:ext cx="332634" cy="183753"/>
              <a:chOff x="1560101" y="3469185"/>
              <a:chExt cx="987231" cy="545364"/>
            </a:xfrm>
            <a:grpFill/>
          </p:grpSpPr>
          <p:sp>
            <p:nvSpPr>
              <p:cNvPr id="90" name="Oval 89">
                <a:extLst>
                  <a:ext uri="{FF2B5EF4-FFF2-40B4-BE49-F238E27FC236}">
                    <a16:creationId xmlns:a16="http://schemas.microsoft.com/office/drawing/2014/main" id="{61D9E7AA-5FDE-45C3-B7AC-F8C06B142069}"/>
                  </a:ext>
                </a:extLst>
              </p:cNvPr>
              <p:cNvSpPr/>
              <p:nvPr/>
            </p:nvSpPr>
            <p:spPr>
              <a:xfrm>
                <a:off x="1560101"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1" name="Rectangle 90">
                <a:extLst>
                  <a:ext uri="{FF2B5EF4-FFF2-40B4-BE49-F238E27FC236}">
                    <a16:creationId xmlns:a16="http://schemas.microsoft.com/office/drawing/2014/main" id="{13502E5E-1590-4501-977E-A406C72F35D0}"/>
                  </a:ext>
                </a:extLst>
              </p:cNvPr>
              <p:cNvSpPr/>
              <p:nvPr/>
            </p:nvSpPr>
            <p:spPr>
              <a:xfrm>
                <a:off x="1825936" y="3469185"/>
                <a:ext cx="446037"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2" name="Oval 91">
                <a:extLst>
                  <a:ext uri="{FF2B5EF4-FFF2-40B4-BE49-F238E27FC236}">
                    <a16:creationId xmlns:a16="http://schemas.microsoft.com/office/drawing/2014/main" id="{9849375F-4430-4BAF-8CD8-BABE2895B0CD}"/>
                  </a:ext>
                </a:extLst>
              </p:cNvPr>
              <p:cNvSpPr/>
              <p:nvPr/>
            </p:nvSpPr>
            <p:spPr>
              <a:xfrm>
                <a:off x="2001968"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81" name="Group 80">
              <a:extLst>
                <a:ext uri="{FF2B5EF4-FFF2-40B4-BE49-F238E27FC236}">
                  <a16:creationId xmlns:a16="http://schemas.microsoft.com/office/drawing/2014/main" id="{7C368109-07EC-4B00-B53E-7AA055EEDBEE}"/>
                </a:ext>
              </a:extLst>
            </p:cNvPr>
            <p:cNvGrpSpPr/>
            <p:nvPr/>
          </p:nvGrpSpPr>
          <p:grpSpPr>
            <a:xfrm>
              <a:off x="868078" y="608341"/>
              <a:ext cx="382309" cy="183753"/>
              <a:chOff x="1415887" y="2436300"/>
              <a:chExt cx="1134663" cy="545364"/>
            </a:xfrm>
            <a:grpFill/>
          </p:grpSpPr>
          <p:sp>
            <p:nvSpPr>
              <p:cNvPr id="87" name="Oval 86">
                <a:extLst>
                  <a:ext uri="{FF2B5EF4-FFF2-40B4-BE49-F238E27FC236}">
                    <a16:creationId xmlns:a16="http://schemas.microsoft.com/office/drawing/2014/main" id="{458E032A-AC8B-4235-848E-250F4190B814}"/>
                  </a:ext>
                </a:extLst>
              </p:cNvPr>
              <p:cNvSpPr/>
              <p:nvPr/>
            </p:nvSpPr>
            <p:spPr>
              <a:xfrm>
                <a:off x="2005186"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8" name="Oval 87">
                <a:extLst>
                  <a:ext uri="{FF2B5EF4-FFF2-40B4-BE49-F238E27FC236}">
                    <a16:creationId xmlns:a16="http://schemas.microsoft.com/office/drawing/2014/main" id="{6E7F926D-F5AA-4D9E-9C81-33784AC45D52}"/>
                  </a:ext>
                </a:extLst>
              </p:cNvPr>
              <p:cNvSpPr/>
              <p:nvPr/>
            </p:nvSpPr>
            <p:spPr>
              <a:xfrm>
                <a:off x="1415887"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9" name="Rectangle 88">
                <a:extLst>
                  <a:ext uri="{FF2B5EF4-FFF2-40B4-BE49-F238E27FC236}">
                    <a16:creationId xmlns:a16="http://schemas.microsoft.com/office/drawing/2014/main" id="{C1912F97-C2EB-4275-9791-4E9C64D9ACD9}"/>
                  </a:ext>
                </a:extLst>
              </p:cNvPr>
              <p:cNvSpPr/>
              <p:nvPr/>
            </p:nvSpPr>
            <p:spPr>
              <a:xfrm>
                <a:off x="1682240" y="2436300"/>
                <a:ext cx="58973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82" name="Group 81">
              <a:extLst>
                <a:ext uri="{FF2B5EF4-FFF2-40B4-BE49-F238E27FC236}">
                  <a16:creationId xmlns:a16="http://schemas.microsoft.com/office/drawing/2014/main" id="{C16323A1-198A-411C-8014-263092240122}"/>
                </a:ext>
              </a:extLst>
            </p:cNvPr>
            <p:cNvGrpSpPr/>
            <p:nvPr/>
          </p:nvGrpSpPr>
          <p:grpSpPr>
            <a:xfrm>
              <a:off x="693506" y="260324"/>
              <a:ext cx="556881" cy="183753"/>
              <a:chOff x="898206" y="1403413"/>
              <a:chExt cx="1652778" cy="545364"/>
            </a:xfrm>
            <a:grpFill/>
          </p:grpSpPr>
          <p:sp>
            <p:nvSpPr>
              <p:cNvPr id="84" name="Oval 83">
                <a:extLst>
                  <a:ext uri="{FF2B5EF4-FFF2-40B4-BE49-F238E27FC236}">
                    <a16:creationId xmlns:a16="http://schemas.microsoft.com/office/drawing/2014/main" id="{EBCE0676-4E25-4F10-A07B-A47F92C7CF81}"/>
                  </a:ext>
                </a:extLst>
              </p:cNvPr>
              <p:cNvSpPr/>
              <p:nvPr/>
            </p:nvSpPr>
            <p:spPr>
              <a:xfrm>
                <a:off x="2005620"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5" name="Oval 84">
                <a:extLst>
                  <a:ext uri="{FF2B5EF4-FFF2-40B4-BE49-F238E27FC236}">
                    <a16:creationId xmlns:a16="http://schemas.microsoft.com/office/drawing/2014/main" id="{54E9DB86-0937-4D11-B319-669FF994439C}"/>
                  </a:ext>
                </a:extLst>
              </p:cNvPr>
              <p:cNvSpPr/>
              <p:nvPr/>
            </p:nvSpPr>
            <p:spPr>
              <a:xfrm>
                <a:off x="898206"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6" name="Rectangle 85">
                <a:extLst>
                  <a:ext uri="{FF2B5EF4-FFF2-40B4-BE49-F238E27FC236}">
                    <a16:creationId xmlns:a16="http://schemas.microsoft.com/office/drawing/2014/main" id="{3D6AB82A-C88A-4E42-B5CF-C687B3371284}"/>
                  </a:ext>
                </a:extLst>
              </p:cNvPr>
              <p:cNvSpPr/>
              <p:nvPr/>
            </p:nvSpPr>
            <p:spPr>
              <a:xfrm>
                <a:off x="1164538" y="1403413"/>
                <a:ext cx="111758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sp>
          <p:nvSpPr>
            <p:cNvPr id="103" name="Freeform: Shape 102">
              <a:extLst>
                <a:ext uri="{FF2B5EF4-FFF2-40B4-BE49-F238E27FC236}">
                  <a16:creationId xmlns:a16="http://schemas.microsoft.com/office/drawing/2014/main" id="{754DFB64-FFE8-4762-8BD2-6D5B67A56394}"/>
                </a:ext>
              </a:extLst>
            </p:cNvPr>
            <p:cNvSpPr/>
            <p:nvPr/>
          </p:nvSpPr>
          <p:spPr>
            <a:xfrm>
              <a:off x="0" y="260324"/>
              <a:ext cx="550424" cy="183006"/>
            </a:xfrm>
            <a:custGeom>
              <a:avLst/>
              <a:gdLst>
                <a:gd name="connsiteX0" fmla="*/ 0 w 550424"/>
                <a:gd name="connsiteY0" fmla="*/ 0 h 183006"/>
                <a:gd name="connsiteX1" fmla="*/ 456956 w 550424"/>
                <a:gd name="connsiteY1" fmla="*/ 0 h 183006"/>
                <a:gd name="connsiteX2" fmla="*/ 456956 w 550424"/>
                <a:gd name="connsiteY2" fmla="*/ 397 h 183006"/>
                <a:gd name="connsiteX3" fmla="*/ 458921 w 550424"/>
                <a:gd name="connsiteY3" fmla="*/ 0 h 183006"/>
                <a:gd name="connsiteX4" fmla="*/ 550424 w 550424"/>
                <a:gd name="connsiteY4" fmla="*/ 91503 h 183006"/>
                <a:gd name="connsiteX5" fmla="*/ 458921 w 550424"/>
                <a:gd name="connsiteY5" fmla="*/ 183006 h 183006"/>
                <a:gd name="connsiteX6" fmla="*/ 456956 w 550424"/>
                <a:gd name="connsiteY6" fmla="*/ 182609 h 183006"/>
                <a:gd name="connsiteX7" fmla="*/ 456956 w 550424"/>
                <a:gd name="connsiteY7" fmla="*/ 183006 h 183006"/>
                <a:gd name="connsiteX8" fmla="*/ 0 w 550424"/>
                <a:gd name="connsiteY8" fmla="*/ 183006 h 183006"/>
                <a:gd name="connsiteX9" fmla="*/ 0 w 550424"/>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424" h="183006">
                  <a:moveTo>
                    <a:pt x="0" y="0"/>
                  </a:moveTo>
                  <a:lnTo>
                    <a:pt x="456956" y="0"/>
                  </a:lnTo>
                  <a:lnTo>
                    <a:pt x="456956" y="397"/>
                  </a:lnTo>
                  <a:lnTo>
                    <a:pt x="458921" y="0"/>
                  </a:lnTo>
                  <a:cubicBezTo>
                    <a:pt x="509457" y="0"/>
                    <a:pt x="550424" y="40967"/>
                    <a:pt x="550424" y="91503"/>
                  </a:cubicBezTo>
                  <a:cubicBezTo>
                    <a:pt x="550424" y="142039"/>
                    <a:pt x="509457" y="183006"/>
                    <a:pt x="458921" y="183006"/>
                  </a:cubicBezTo>
                  <a:lnTo>
                    <a:pt x="456956" y="182609"/>
                  </a:lnTo>
                  <a:lnTo>
                    <a:pt x="45695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06" name="Freeform: Shape 105">
              <a:extLst>
                <a:ext uri="{FF2B5EF4-FFF2-40B4-BE49-F238E27FC236}">
                  <a16:creationId xmlns:a16="http://schemas.microsoft.com/office/drawing/2014/main" id="{82D6BF1B-7B4E-4715-B3AA-0137D5565B61}"/>
                </a:ext>
              </a:extLst>
            </p:cNvPr>
            <p:cNvSpPr/>
            <p:nvPr/>
          </p:nvSpPr>
          <p:spPr>
            <a:xfrm>
              <a:off x="-1" y="608341"/>
              <a:ext cx="733596" cy="182880"/>
            </a:xfrm>
            <a:custGeom>
              <a:avLst/>
              <a:gdLst>
                <a:gd name="connsiteX0" fmla="*/ 0 w 733596"/>
                <a:gd name="connsiteY0" fmla="*/ 0 h 182880"/>
                <a:gd name="connsiteX1" fmla="*/ 642156 w 733596"/>
                <a:gd name="connsiteY1" fmla="*/ 0 h 182880"/>
                <a:gd name="connsiteX2" fmla="*/ 733596 w 733596"/>
                <a:gd name="connsiteY2" fmla="*/ 91440 h 182880"/>
                <a:gd name="connsiteX3" fmla="*/ 642156 w 733596"/>
                <a:gd name="connsiteY3" fmla="*/ 182880 h 182880"/>
                <a:gd name="connsiteX4" fmla="*/ 0 w 733596"/>
                <a:gd name="connsiteY4" fmla="*/ 182880 h 182880"/>
                <a:gd name="connsiteX5" fmla="*/ 0 w 733596"/>
                <a:gd name="connsiteY5" fmla="*/ 0 h 1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3596" h="182880">
                  <a:moveTo>
                    <a:pt x="0" y="0"/>
                  </a:moveTo>
                  <a:lnTo>
                    <a:pt x="642156" y="0"/>
                  </a:lnTo>
                  <a:cubicBezTo>
                    <a:pt x="692657" y="0"/>
                    <a:pt x="733596" y="40939"/>
                    <a:pt x="733596" y="91440"/>
                  </a:cubicBezTo>
                  <a:cubicBezTo>
                    <a:pt x="733596" y="141941"/>
                    <a:pt x="692657" y="182880"/>
                    <a:pt x="642156" y="182880"/>
                  </a:cubicBezTo>
                  <a:lnTo>
                    <a:pt x="0" y="182880"/>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12" name="Freeform: Shape 111">
              <a:extLst>
                <a:ext uri="{FF2B5EF4-FFF2-40B4-BE49-F238E27FC236}">
                  <a16:creationId xmlns:a16="http://schemas.microsoft.com/office/drawing/2014/main" id="{DFFECD78-AD3E-430A-825C-361F3F0A6DF1}"/>
                </a:ext>
              </a:extLst>
            </p:cNvPr>
            <p:cNvSpPr/>
            <p:nvPr/>
          </p:nvSpPr>
          <p:spPr>
            <a:xfrm>
              <a:off x="0" y="952508"/>
              <a:ext cx="786403" cy="183006"/>
            </a:xfrm>
            <a:custGeom>
              <a:avLst/>
              <a:gdLst>
                <a:gd name="connsiteX0" fmla="*/ 0 w 786403"/>
                <a:gd name="connsiteY0" fmla="*/ 0 h 183006"/>
                <a:gd name="connsiteX1" fmla="*/ 692936 w 786403"/>
                <a:gd name="connsiteY1" fmla="*/ 0 h 183006"/>
                <a:gd name="connsiteX2" fmla="*/ 692936 w 786403"/>
                <a:gd name="connsiteY2" fmla="*/ 397 h 183006"/>
                <a:gd name="connsiteX3" fmla="*/ 694900 w 786403"/>
                <a:gd name="connsiteY3" fmla="*/ 0 h 183006"/>
                <a:gd name="connsiteX4" fmla="*/ 786403 w 786403"/>
                <a:gd name="connsiteY4" fmla="*/ 91503 h 183006"/>
                <a:gd name="connsiteX5" fmla="*/ 694900 w 786403"/>
                <a:gd name="connsiteY5" fmla="*/ 183006 h 183006"/>
                <a:gd name="connsiteX6" fmla="*/ 692936 w 786403"/>
                <a:gd name="connsiteY6" fmla="*/ 182610 h 183006"/>
                <a:gd name="connsiteX7" fmla="*/ 692936 w 786403"/>
                <a:gd name="connsiteY7" fmla="*/ 183006 h 183006"/>
                <a:gd name="connsiteX8" fmla="*/ 0 w 786403"/>
                <a:gd name="connsiteY8" fmla="*/ 183006 h 183006"/>
                <a:gd name="connsiteX9" fmla="*/ 0 w 786403"/>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6403" h="183006">
                  <a:moveTo>
                    <a:pt x="0" y="0"/>
                  </a:moveTo>
                  <a:lnTo>
                    <a:pt x="692936" y="0"/>
                  </a:lnTo>
                  <a:lnTo>
                    <a:pt x="692936" y="397"/>
                  </a:lnTo>
                  <a:lnTo>
                    <a:pt x="694900" y="0"/>
                  </a:lnTo>
                  <a:cubicBezTo>
                    <a:pt x="745436" y="0"/>
                    <a:pt x="786403" y="40967"/>
                    <a:pt x="786403" y="91503"/>
                  </a:cubicBezTo>
                  <a:cubicBezTo>
                    <a:pt x="786403" y="142039"/>
                    <a:pt x="745436" y="183006"/>
                    <a:pt x="694900" y="183006"/>
                  </a:cubicBezTo>
                  <a:lnTo>
                    <a:pt x="692936" y="182610"/>
                  </a:lnTo>
                  <a:lnTo>
                    <a:pt x="69293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15" name="Freeform: Shape 114">
              <a:extLst>
                <a:ext uri="{FF2B5EF4-FFF2-40B4-BE49-F238E27FC236}">
                  <a16:creationId xmlns:a16="http://schemas.microsoft.com/office/drawing/2014/main" id="{01864E2F-2224-4B8D-A54C-010E70A5006D}"/>
                </a:ext>
              </a:extLst>
            </p:cNvPr>
            <p:cNvSpPr/>
            <p:nvPr/>
          </p:nvSpPr>
          <p:spPr>
            <a:xfrm>
              <a:off x="-1" y="1304902"/>
              <a:ext cx="733596" cy="182880"/>
            </a:xfrm>
            <a:custGeom>
              <a:avLst/>
              <a:gdLst>
                <a:gd name="connsiteX0" fmla="*/ 0 w 733596"/>
                <a:gd name="connsiteY0" fmla="*/ 0 h 182880"/>
                <a:gd name="connsiteX1" fmla="*/ 642156 w 733596"/>
                <a:gd name="connsiteY1" fmla="*/ 0 h 182880"/>
                <a:gd name="connsiteX2" fmla="*/ 733596 w 733596"/>
                <a:gd name="connsiteY2" fmla="*/ 91440 h 182880"/>
                <a:gd name="connsiteX3" fmla="*/ 642156 w 733596"/>
                <a:gd name="connsiteY3" fmla="*/ 182880 h 182880"/>
                <a:gd name="connsiteX4" fmla="*/ 0 w 733596"/>
                <a:gd name="connsiteY4" fmla="*/ 182880 h 182880"/>
                <a:gd name="connsiteX5" fmla="*/ 0 w 733596"/>
                <a:gd name="connsiteY5" fmla="*/ 0 h 1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3596" h="182880">
                  <a:moveTo>
                    <a:pt x="0" y="0"/>
                  </a:moveTo>
                  <a:lnTo>
                    <a:pt x="642156" y="0"/>
                  </a:lnTo>
                  <a:cubicBezTo>
                    <a:pt x="692657" y="0"/>
                    <a:pt x="733596" y="40939"/>
                    <a:pt x="733596" y="91440"/>
                  </a:cubicBezTo>
                  <a:cubicBezTo>
                    <a:pt x="733596" y="141941"/>
                    <a:pt x="692657" y="182880"/>
                    <a:pt x="642156" y="182880"/>
                  </a:cubicBezTo>
                  <a:lnTo>
                    <a:pt x="0" y="182880"/>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18" name="Freeform: Shape 117">
              <a:extLst>
                <a:ext uri="{FF2B5EF4-FFF2-40B4-BE49-F238E27FC236}">
                  <a16:creationId xmlns:a16="http://schemas.microsoft.com/office/drawing/2014/main" id="{8652EA3D-B91A-4960-BC33-8380D943F8F9}"/>
                </a:ext>
              </a:extLst>
            </p:cNvPr>
            <p:cNvSpPr/>
            <p:nvPr/>
          </p:nvSpPr>
          <p:spPr>
            <a:xfrm>
              <a:off x="0" y="1649603"/>
              <a:ext cx="550424" cy="183006"/>
            </a:xfrm>
            <a:custGeom>
              <a:avLst/>
              <a:gdLst>
                <a:gd name="connsiteX0" fmla="*/ 0 w 550424"/>
                <a:gd name="connsiteY0" fmla="*/ 0 h 183006"/>
                <a:gd name="connsiteX1" fmla="*/ 456956 w 550424"/>
                <a:gd name="connsiteY1" fmla="*/ 0 h 183006"/>
                <a:gd name="connsiteX2" fmla="*/ 456956 w 550424"/>
                <a:gd name="connsiteY2" fmla="*/ 397 h 183006"/>
                <a:gd name="connsiteX3" fmla="*/ 458921 w 550424"/>
                <a:gd name="connsiteY3" fmla="*/ 0 h 183006"/>
                <a:gd name="connsiteX4" fmla="*/ 550424 w 550424"/>
                <a:gd name="connsiteY4" fmla="*/ 91503 h 183006"/>
                <a:gd name="connsiteX5" fmla="*/ 458921 w 550424"/>
                <a:gd name="connsiteY5" fmla="*/ 183006 h 183006"/>
                <a:gd name="connsiteX6" fmla="*/ 456956 w 550424"/>
                <a:gd name="connsiteY6" fmla="*/ 182609 h 183006"/>
                <a:gd name="connsiteX7" fmla="*/ 456956 w 550424"/>
                <a:gd name="connsiteY7" fmla="*/ 183006 h 183006"/>
                <a:gd name="connsiteX8" fmla="*/ 0 w 550424"/>
                <a:gd name="connsiteY8" fmla="*/ 183006 h 183006"/>
                <a:gd name="connsiteX9" fmla="*/ 0 w 550424"/>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424" h="183006">
                  <a:moveTo>
                    <a:pt x="0" y="0"/>
                  </a:moveTo>
                  <a:lnTo>
                    <a:pt x="456956" y="0"/>
                  </a:lnTo>
                  <a:lnTo>
                    <a:pt x="456956" y="397"/>
                  </a:lnTo>
                  <a:lnTo>
                    <a:pt x="458921" y="0"/>
                  </a:lnTo>
                  <a:cubicBezTo>
                    <a:pt x="509457" y="0"/>
                    <a:pt x="550424" y="40967"/>
                    <a:pt x="550424" y="91503"/>
                  </a:cubicBezTo>
                  <a:cubicBezTo>
                    <a:pt x="550424" y="142039"/>
                    <a:pt x="509457" y="183006"/>
                    <a:pt x="458921" y="183006"/>
                  </a:cubicBezTo>
                  <a:lnTo>
                    <a:pt x="456956" y="182609"/>
                  </a:lnTo>
                  <a:lnTo>
                    <a:pt x="45695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867145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able of Contents_Two Column - IQVIA">
    <p:bg>
      <p:bgPr>
        <a:solidFill>
          <a:schemeClr val="bg1"/>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38658025-8660-B74C-8ED5-6D1A405A1A70}"/>
              </a:ext>
            </a:extLst>
          </p:cNvPr>
          <p:cNvSpPr/>
          <p:nvPr/>
        </p:nvSpPr>
        <p:spPr bwMode="gray">
          <a:xfrm>
            <a:off x="353568" y="0"/>
            <a:ext cx="11484864" cy="6858000"/>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a:p>
        </p:txBody>
      </p:sp>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accent1"/>
              </a:buClr>
              <a:buFont typeface="System Font Regular"/>
              <a:buChar char="+"/>
              <a:defRPr sz="1800">
                <a:solidFill>
                  <a:schemeClr val="tx1"/>
                </a:solidFill>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defRPr>
            </a:lvl2pPr>
            <a:lvl3pPr marL="548640" indent="-182880">
              <a:lnSpc>
                <a:spcPct val="100000"/>
              </a:lnSpc>
              <a:spcBef>
                <a:spcPts val="800"/>
              </a:spcBef>
              <a:buClrTx/>
              <a:buFont typeface="Arial" panose="020B0604020202020204" pitchFamily="34" charset="0"/>
              <a:buChar char="›"/>
              <a:defRPr sz="1600">
                <a:solidFill>
                  <a:schemeClr val="tx1"/>
                </a:solidFill>
              </a:defRPr>
            </a:lvl3pPr>
            <a:lvl4pPr marL="731520" indent="-182880">
              <a:lnSpc>
                <a:spcPct val="100000"/>
              </a:lnSpc>
              <a:spcBef>
                <a:spcPts val="800"/>
              </a:spcBef>
              <a:buClrTx/>
              <a:buFont typeface="Arial" panose="020B0604020202020204" pitchFamily="34" charset="0"/>
              <a:buChar char="»"/>
              <a:defRPr sz="1600">
                <a:solidFill>
                  <a:schemeClr val="tx1"/>
                </a:solidFill>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defRPr>
            </a:lvl5pPr>
          </a:lstStyle>
          <a:p>
            <a:pPr lvl="0"/>
            <a:r>
              <a:rPr lang="en-US"/>
              <a:t>Arial 18pt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a:p>
            <a:pPr lvl="0"/>
            <a:r>
              <a:rPr lang="en-US"/>
              <a:t>Arial 18pt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anchor="ctr"/>
          <a:lstStyle>
            <a:lvl1pPr>
              <a:defRPr sz="3200" b="1">
                <a:solidFill>
                  <a:schemeClr val="accent1"/>
                </a:solidFill>
              </a:defRPr>
            </a:lvl1pPr>
          </a:lstStyle>
          <a:p>
            <a:r>
              <a:rPr lang="en-US"/>
              <a:t>Table of contents or Agenda</a:t>
            </a:r>
          </a:p>
        </p:txBody>
      </p:sp>
      <p:grpSp>
        <p:nvGrpSpPr>
          <p:cNvPr id="4" name="Group 3">
            <a:extLst>
              <a:ext uri="{FF2B5EF4-FFF2-40B4-BE49-F238E27FC236}">
                <a16:creationId xmlns:a16="http://schemas.microsoft.com/office/drawing/2014/main" id="{6A1CD0AD-A634-4EA6-AE67-C63B52CE7B06}"/>
              </a:ext>
            </a:extLst>
          </p:cNvPr>
          <p:cNvGrpSpPr/>
          <p:nvPr/>
        </p:nvGrpSpPr>
        <p:grpSpPr>
          <a:xfrm>
            <a:off x="-1" y="260324"/>
            <a:ext cx="1250388" cy="1575820"/>
            <a:chOff x="-1" y="260324"/>
            <a:chExt cx="1250388" cy="1575820"/>
          </a:xfrm>
          <a:solidFill>
            <a:schemeClr val="accent1"/>
          </a:solidFill>
        </p:grpSpPr>
        <p:grpSp>
          <p:nvGrpSpPr>
            <p:cNvPr id="78" name="Group 77">
              <a:extLst>
                <a:ext uri="{FF2B5EF4-FFF2-40B4-BE49-F238E27FC236}">
                  <a16:creationId xmlns:a16="http://schemas.microsoft.com/office/drawing/2014/main" id="{B2E777F5-EFF3-457A-8259-AC8F3FAFC249}"/>
                </a:ext>
              </a:extLst>
            </p:cNvPr>
            <p:cNvGrpSpPr/>
            <p:nvPr/>
          </p:nvGrpSpPr>
          <p:grpSpPr>
            <a:xfrm>
              <a:off x="686264" y="1652391"/>
              <a:ext cx="564123" cy="183753"/>
              <a:chOff x="876236" y="5534957"/>
              <a:chExt cx="1674271" cy="545364"/>
            </a:xfrm>
            <a:grpFill/>
          </p:grpSpPr>
          <p:sp>
            <p:nvSpPr>
              <p:cNvPr id="96" name="Rectangle 95">
                <a:extLst>
                  <a:ext uri="{FF2B5EF4-FFF2-40B4-BE49-F238E27FC236}">
                    <a16:creationId xmlns:a16="http://schemas.microsoft.com/office/drawing/2014/main" id="{B117E7E6-D510-412B-8045-21F2179CDBFD}"/>
                  </a:ext>
                </a:extLst>
              </p:cNvPr>
              <p:cNvSpPr/>
              <p:nvPr/>
            </p:nvSpPr>
            <p:spPr>
              <a:xfrm>
                <a:off x="1154393" y="5534957"/>
                <a:ext cx="1117582"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7" name="Oval 96">
                <a:extLst>
                  <a:ext uri="{FF2B5EF4-FFF2-40B4-BE49-F238E27FC236}">
                    <a16:creationId xmlns:a16="http://schemas.microsoft.com/office/drawing/2014/main" id="{79A544B5-B37E-40F9-A3D1-E4A00DF6E89F}"/>
                  </a:ext>
                </a:extLst>
              </p:cNvPr>
              <p:cNvSpPr/>
              <p:nvPr/>
            </p:nvSpPr>
            <p:spPr>
              <a:xfrm>
                <a:off x="2005143"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8" name="Oval 97">
                <a:extLst>
                  <a:ext uri="{FF2B5EF4-FFF2-40B4-BE49-F238E27FC236}">
                    <a16:creationId xmlns:a16="http://schemas.microsoft.com/office/drawing/2014/main" id="{EF1038BB-A4E9-41A9-B2F4-23E7F5CD6621}"/>
                  </a:ext>
                </a:extLst>
              </p:cNvPr>
              <p:cNvSpPr/>
              <p:nvPr/>
            </p:nvSpPr>
            <p:spPr>
              <a:xfrm>
                <a:off x="876236"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79" name="Group 78">
              <a:extLst>
                <a:ext uri="{FF2B5EF4-FFF2-40B4-BE49-F238E27FC236}">
                  <a16:creationId xmlns:a16="http://schemas.microsoft.com/office/drawing/2014/main" id="{029BE464-4CCF-4D58-8077-7337778D29CA}"/>
                </a:ext>
              </a:extLst>
            </p:cNvPr>
            <p:cNvGrpSpPr/>
            <p:nvPr/>
          </p:nvGrpSpPr>
          <p:grpSpPr>
            <a:xfrm>
              <a:off x="864211" y="1304375"/>
              <a:ext cx="386176" cy="183753"/>
              <a:chOff x="1404367" y="4502072"/>
              <a:chExt cx="1146140" cy="545364"/>
            </a:xfrm>
            <a:grpFill/>
          </p:grpSpPr>
          <p:sp>
            <p:nvSpPr>
              <p:cNvPr id="93" name="Rectangle 92">
                <a:extLst>
                  <a:ext uri="{FF2B5EF4-FFF2-40B4-BE49-F238E27FC236}">
                    <a16:creationId xmlns:a16="http://schemas.microsoft.com/office/drawing/2014/main" id="{D0DC8CC7-4C81-439E-B602-330616AC3184}"/>
                  </a:ext>
                </a:extLst>
              </p:cNvPr>
              <p:cNvSpPr/>
              <p:nvPr/>
            </p:nvSpPr>
            <p:spPr>
              <a:xfrm>
                <a:off x="1682197" y="4502072"/>
                <a:ext cx="589775"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4" name="Oval 93">
                <a:extLst>
                  <a:ext uri="{FF2B5EF4-FFF2-40B4-BE49-F238E27FC236}">
                    <a16:creationId xmlns:a16="http://schemas.microsoft.com/office/drawing/2014/main" id="{ECB59EFB-5B99-4637-9821-186308CA811D}"/>
                  </a:ext>
                </a:extLst>
              </p:cNvPr>
              <p:cNvSpPr/>
              <p:nvPr/>
            </p:nvSpPr>
            <p:spPr>
              <a:xfrm>
                <a:off x="2005143"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5" name="Oval 94">
                <a:extLst>
                  <a:ext uri="{FF2B5EF4-FFF2-40B4-BE49-F238E27FC236}">
                    <a16:creationId xmlns:a16="http://schemas.microsoft.com/office/drawing/2014/main" id="{7060CC02-8F6C-45AF-9DBE-33B4EAA77FAE}"/>
                  </a:ext>
                </a:extLst>
              </p:cNvPr>
              <p:cNvSpPr/>
              <p:nvPr/>
            </p:nvSpPr>
            <p:spPr>
              <a:xfrm>
                <a:off x="1404367"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80" name="Group 79">
              <a:extLst>
                <a:ext uri="{FF2B5EF4-FFF2-40B4-BE49-F238E27FC236}">
                  <a16:creationId xmlns:a16="http://schemas.microsoft.com/office/drawing/2014/main" id="{EDBE8CF3-142D-438A-880B-7423D1E442C5}"/>
                </a:ext>
              </a:extLst>
            </p:cNvPr>
            <p:cNvGrpSpPr/>
            <p:nvPr/>
          </p:nvGrpSpPr>
          <p:grpSpPr>
            <a:xfrm>
              <a:off x="917753" y="956358"/>
              <a:ext cx="332634" cy="183753"/>
              <a:chOff x="1560101" y="3469185"/>
              <a:chExt cx="987231" cy="545364"/>
            </a:xfrm>
            <a:grpFill/>
          </p:grpSpPr>
          <p:sp>
            <p:nvSpPr>
              <p:cNvPr id="90" name="Oval 89">
                <a:extLst>
                  <a:ext uri="{FF2B5EF4-FFF2-40B4-BE49-F238E27FC236}">
                    <a16:creationId xmlns:a16="http://schemas.microsoft.com/office/drawing/2014/main" id="{61D9E7AA-5FDE-45C3-B7AC-F8C06B142069}"/>
                  </a:ext>
                </a:extLst>
              </p:cNvPr>
              <p:cNvSpPr/>
              <p:nvPr/>
            </p:nvSpPr>
            <p:spPr>
              <a:xfrm>
                <a:off x="1560101"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1" name="Rectangle 90">
                <a:extLst>
                  <a:ext uri="{FF2B5EF4-FFF2-40B4-BE49-F238E27FC236}">
                    <a16:creationId xmlns:a16="http://schemas.microsoft.com/office/drawing/2014/main" id="{13502E5E-1590-4501-977E-A406C72F35D0}"/>
                  </a:ext>
                </a:extLst>
              </p:cNvPr>
              <p:cNvSpPr/>
              <p:nvPr/>
            </p:nvSpPr>
            <p:spPr>
              <a:xfrm>
                <a:off x="1825936" y="3469185"/>
                <a:ext cx="446037"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2" name="Oval 91">
                <a:extLst>
                  <a:ext uri="{FF2B5EF4-FFF2-40B4-BE49-F238E27FC236}">
                    <a16:creationId xmlns:a16="http://schemas.microsoft.com/office/drawing/2014/main" id="{9849375F-4430-4BAF-8CD8-BABE2895B0CD}"/>
                  </a:ext>
                </a:extLst>
              </p:cNvPr>
              <p:cNvSpPr/>
              <p:nvPr/>
            </p:nvSpPr>
            <p:spPr>
              <a:xfrm>
                <a:off x="2001968"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81" name="Group 80">
              <a:extLst>
                <a:ext uri="{FF2B5EF4-FFF2-40B4-BE49-F238E27FC236}">
                  <a16:creationId xmlns:a16="http://schemas.microsoft.com/office/drawing/2014/main" id="{7C368109-07EC-4B00-B53E-7AA055EEDBEE}"/>
                </a:ext>
              </a:extLst>
            </p:cNvPr>
            <p:cNvGrpSpPr/>
            <p:nvPr/>
          </p:nvGrpSpPr>
          <p:grpSpPr>
            <a:xfrm>
              <a:off x="868078" y="608341"/>
              <a:ext cx="382309" cy="183753"/>
              <a:chOff x="1415887" y="2436300"/>
              <a:chExt cx="1134663" cy="545364"/>
            </a:xfrm>
            <a:grpFill/>
          </p:grpSpPr>
          <p:sp>
            <p:nvSpPr>
              <p:cNvPr id="87" name="Oval 86">
                <a:extLst>
                  <a:ext uri="{FF2B5EF4-FFF2-40B4-BE49-F238E27FC236}">
                    <a16:creationId xmlns:a16="http://schemas.microsoft.com/office/drawing/2014/main" id="{458E032A-AC8B-4235-848E-250F4190B814}"/>
                  </a:ext>
                </a:extLst>
              </p:cNvPr>
              <p:cNvSpPr/>
              <p:nvPr/>
            </p:nvSpPr>
            <p:spPr>
              <a:xfrm>
                <a:off x="2005186"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8" name="Oval 87">
                <a:extLst>
                  <a:ext uri="{FF2B5EF4-FFF2-40B4-BE49-F238E27FC236}">
                    <a16:creationId xmlns:a16="http://schemas.microsoft.com/office/drawing/2014/main" id="{6E7F926D-F5AA-4D9E-9C81-33784AC45D52}"/>
                  </a:ext>
                </a:extLst>
              </p:cNvPr>
              <p:cNvSpPr/>
              <p:nvPr/>
            </p:nvSpPr>
            <p:spPr>
              <a:xfrm>
                <a:off x="1415887"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9" name="Rectangle 88">
                <a:extLst>
                  <a:ext uri="{FF2B5EF4-FFF2-40B4-BE49-F238E27FC236}">
                    <a16:creationId xmlns:a16="http://schemas.microsoft.com/office/drawing/2014/main" id="{C1912F97-C2EB-4275-9791-4E9C64D9ACD9}"/>
                  </a:ext>
                </a:extLst>
              </p:cNvPr>
              <p:cNvSpPr/>
              <p:nvPr/>
            </p:nvSpPr>
            <p:spPr>
              <a:xfrm>
                <a:off x="1682240" y="2436300"/>
                <a:ext cx="58973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82" name="Group 81">
              <a:extLst>
                <a:ext uri="{FF2B5EF4-FFF2-40B4-BE49-F238E27FC236}">
                  <a16:creationId xmlns:a16="http://schemas.microsoft.com/office/drawing/2014/main" id="{C16323A1-198A-411C-8014-263092240122}"/>
                </a:ext>
              </a:extLst>
            </p:cNvPr>
            <p:cNvGrpSpPr/>
            <p:nvPr/>
          </p:nvGrpSpPr>
          <p:grpSpPr>
            <a:xfrm>
              <a:off x="693506" y="260324"/>
              <a:ext cx="556881" cy="183753"/>
              <a:chOff x="898206" y="1403413"/>
              <a:chExt cx="1652778" cy="545364"/>
            </a:xfrm>
            <a:grpFill/>
          </p:grpSpPr>
          <p:sp>
            <p:nvSpPr>
              <p:cNvPr id="84" name="Oval 83">
                <a:extLst>
                  <a:ext uri="{FF2B5EF4-FFF2-40B4-BE49-F238E27FC236}">
                    <a16:creationId xmlns:a16="http://schemas.microsoft.com/office/drawing/2014/main" id="{EBCE0676-4E25-4F10-A07B-A47F92C7CF81}"/>
                  </a:ext>
                </a:extLst>
              </p:cNvPr>
              <p:cNvSpPr/>
              <p:nvPr/>
            </p:nvSpPr>
            <p:spPr>
              <a:xfrm>
                <a:off x="2005620"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5" name="Oval 84">
                <a:extLst>
                  <a:ext uri="{FF2B5EF4-FFF2-40B4-BE49-F238E27FC236}">
                    <a16:creationId xmlns:a16="http://schemas.microsoft.com/office/drawing/2014/main" id="{54E9DB86-0937-4D11-B319-669FF994439C}"/>
                  </a:ext>
                </a:extLst>
              </p:cNvPr>
              <p:cNvSpPr/>
              <p:nvPr/>
            </p:nvSpPr>
            <p:spPr>
              <a:xfrm>
                <a:off x="898206"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6" name="Rectangle 85">
                <a:extLst>
                  <a:ext uri="{FF2B5EF4-FFF2-40B4-BE49-F238E27FC236}">
                    <a16:creationId xmlns:a16="http://schemas.microsoft.com/office/drawing/2014/main" id="{3D6AB82A-C88A-4E42-B5CF-C687B3371284}"/>
                  </a:ext>
                </a:extLst>
              </p:cNvPr>
              <p:cNvSpPr/>
              <p:nvPr/>
            </p:nvSpPr>
            <p:spPr>
              <a:xfrm>
                <a:off x="1164538" y="1403413"/>
                <a:ext cx="111758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sp>
          <p:nvSpPr>
            <p:cNvPr id="103" name="Freeform: Shape 102">
              <a:extLst>
                <a:ext uri="{FF2B5EF4-FFF2-40B4-BE49-F238E27FC236}">
                  <a16:creationId xmlns:a16="http://schemas.microsoft.com/office/drawing/2014/main" id="{754DFB64-FFE8-4762-8BD2-6D5B67A56394}"/>
                </a:ext>
              </a:extLst>
            </p:cNvPr>
            <p:cNvSpPr/>
            <p:nvPr/>
          </p:nvSpPr>
          <p:spPr>
            <a:xfrm>
              <a:off x="0" y="260324"/>
              <a:ext cx="550424" cy="183006"/>
            </a:xfrm>
            <a:custGeom>
              <a:avLst/>
              <a:gdLst>
                <a:gd name="connsiteX0" fmla="*/ 0 w 550424"/>
                <a:gd name="connsiteY0" fmla="*/ 0 h 183006"/>
                <a:gd name="connsiteX1" fmla="*/ 456956 w 550424"/>
                <a:gd name="connsiteY1" fmla="*/ 0 h 183006"/>
                <a:gd name="connsiteX2" fmla="*/ 456956 w 550424"/>
                <a:gd name="connsiteY2" fmla="*/ 397 h 183006"/>
                <a:gd name="connsiteX3" fmla="*/ 458921 w 550424"/>
                <a:gd name="connsiteY3" fmla="*/ 0 h 183006"/>
                <a:gd name="connsiteX4" fmla="*/ 550424 w 550424"/>
                <a:gd name="connsiteY4" fmla="*/ 91503 h 183006"/>
                <a:gd name="connsiteX5" fmla="*/ 458921 w 550424"/>
                <a:gd name="connsiteY5" fmla="*/ 183006 h 183006"/>
                <a:gd name="connsiteX6" fmla="*/ 456956 w 550424"/>
                <a:gd name="connsiteY6" fmla="*/ 182609 h 183006"/>
                <a:gd name="connsiteX7" fmla="*/ 456956 w 550424"/>
                <a:gd name="connsiteY7" fmla="*/ 183006 h 183006"/>
                <a:gd name="connsiteX8" fmla="*/ 0 w 550424"/>
                <a:gd name="connsiteY8" fmla="*/ 183006 h 183006"/>
                <a:gd name="connsiteX9" fmla="*/ 0 w 550424"/>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424" h="183006">
                  <a:moveTo>
                    <a:pt x="0" y="0"/>
                  </a:moveTo>
                  <a:lnTo>
                    <a:pt x="456956" y="0"/>
                  </a:lnTo>
                  <a:lnTo>
                    <a:pt x="456956" y="397"/>
                  </a:lnTo>
                  <a:lnTo>
                    <a:pt x="458921" y="0"/>
                  </a:lnTo>
                  <a:cubicBezTo>
                    <a:pt x="509457" y="0"/>
                    <a:pt x="550424" y="40967"/>
                    <a:pt x="550424" y="91503"/>
                  </a:cubicBezTo>
                  <a:cubicBezTo>
                    <a:pt x="550424" y="142039"/>
                    <a:pt x="509457" y="183006"/>
                    <a:pt x="458921" y="183006"/>
                  </a:cubicBezTo>
                  <a:lnTo>
                    <a:pt x="456956" y="182609"/>
                  </a:lnTo>
                  <a:lnTo>
                    <a:pt x="45695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06" name="Freeform: Shape 105">
              <a:extLst>
                <a:ext uri="{FF2B5EF4-FFF2-40B4-BE49-F238E27FC236}">
                  <a16:creationId xmlns:a16="http://schemas.microsoft.com/office/drawing/2014/main" id="{82D6BF1B-7B4E-4715-B3AA-0137D5565B61}"/>
                </a:ext>
              </a:extLst>
            </p:cNvPr>
            <p:cNvSpPr/>
            <p:nvPr/>
          </p:nvSpPr>
          <p:spPr>
            <a:xfrm>
              <a:off x="-1" y="608341"/>
              <a:ext cx="733596" cy="182880"/>
            </a:xfrm>
            <a:custGeom>
              <a:avLst/>
              <a:gdLst>
                <a:gd name="connsiteX0" fmla="*/ 0 w 733596"/>
                <a:gd name="connsiteY0" fmla="*/ 0 h 182880"/>
                <a:gd name="connsiteX1" fmla="*/ 642156 w 733596"/>
                <a:gd name="connsiteY1" fmla="*/ 0 h 182880"/>
                <a:gd name="connsiteX2" fmla="*/ 733596 w 733596"/>
                <a:gd name="connsiteY2" fmla="*/ 91440 h 182880"/>
                <a:gd name="connsiteX3" fmla="*/ 642156 w 733596"/>
                <a:gd name="connsiteY3" fmla="*/ 182880 h 182880"/>
                <a:gd name="connsiteX4" fmla="*/ 0 w 733596"/>
                <a:gd name="connsiteY4" fmla="*/ 182880 h 182880"/>
                <a:gd name="connsiteX5" fmla="*/ 0 w 733596"/>
                <a:gd name="connsiteY5" fmla="*/ 0 h 1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3596" h="182880">
                  <a:moveTo>
                    <a:pt x="0" y="0"/>
                  </a:moveTo>
                  <a:lnTo>
                    <a:pt x="642156" y="0"/>
                  </a:lnTo>
                  <a:cubicBezTo>
                    <a:pt x="692657" y="0"/>
                    <a:pt x="733596" y="40939"/>
                    <a:pt x="733596" y="91440"/>
                  </a:cubicBezTo>
                  <a:cubicBezTo>
                    <a:pt x="733596" y="141941"/>
                    <a:pt x="692657" y="182880"/>
                    <a:pt x="642156" y="182880"/>
                  </a:cubicBezTo>
                  <a:lnTo>
                    <a:pt x="0" y="182880"/>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12" name="Freeform: Shape 111">
              <a:extLst>
                <a:ext uri="{FF2B5EF4-FFF2-40B4-BE49-F238E27FC236}">
                  <a16:creationId xmlns:a16="http://schemas.microsoft.com/office/drawing/2014/main" id="{DFFECD78-AD3E-430A-825C-361F3F0A6DF1}"/>
                </a:ext>
              </a:extLst>
            </p:cNvPr>
            <p:cNvSpPr/>
            <p:nvPr/>
          </p:nvSpPr>
          <p:spPr>
            <a:xfrm>
              <a:off x="0" y="952508"/>
              <a:ext cx="786403" cy="183006"/>
            </a:xfrm>
            <a:custGeom>
              <a:avLst/>
              <a:gdLst>
                <a:gd name="connsiteX0" fmla="*/ 0 w 786403"/>
                <a:gd name="connsiteY0" fmla="*/ 0 h 183006"/>
                <a:gd name="connsiteX1" fmla="*/ 692936 w 786403"/>
                <a:gd name="connsiteY1" fmla="*/ 0 h 183006"/>
                <a:gd name="connsiteX2" fmla="*/ 692936 w 786403"/>
                <a:gd name="connsiteY2" fmla="*/ 397 h 183006"/>
                <a:gd name="connsiteX3" fmla="*/ 694900 w 786403"/>
                <a:gd name="connsiteY3" fmla="*/ 0 h 183006"/>
                <a:gd name="connsiteX4" fmla="*/ 786403 w 786403"/>
                <a:gd name="connsiteY4" fmla="*/ 91503 h 183006"/>
                <a:gd name="connsiteX5" fmla="*/ 694900 w 786403"/>
                <a:gd name="connsiteY5" fmla="*/ 183006 h 183006"/>
                <a:gd name="connsiteX6" fmla="*/ 692936 w 786403"/>
                <a:gd name="connsiteY6" fmla="*/ 182610 h 183006"/>
                <a:gd name="connsiteX7" fmla="*/ 692936 w 786403"/>
                <a:gd name="connsiteY7" fmla="*/ 183006 h 183006"/>
                <a:gd name="connsiteX8" fmla="*/ 0 w 786403"/>
                <a:gd name="connsiteY8" fmla="*/ 183006 h 183006"/>
                <a:gd name="connsiteX9" fmla="*/ 0 w 786403"/>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6403" h="183006">
                  <a:moveTo>
                    <a:pt x="0" y="0"/>
                  </a:moveTo>
                  <a:lnTo>
                    <a:pt x="692936" y="0"/>
                  </a:lnTo>
                  <a:lnTo>
                    <a:pt x="692936" y="397"/>
                  </a:lnTo>
                  <a:lnTo>
                    <a:pt x="694900" y="0"/>
                  </a:lnTo>
                  <a:cubicBezTo>
                    <a:pt x="745436" y="0"/>
                    <a:pt x="786403" y="40967"/>
                    <a:pt x="786403" y="91503"/>
                  </a:cubicBezTo>
                  <a:cubicBezTo>
                    <a:pt x="786403" y="142039"/>
                    <a:pt x="745436" y="183006"/>
                    <a:pt x="694900" y="183006"/>
                  </a:cubicBezTo>
                  <a:lnTo>
                    <a:pt x="692936" y="182610"/>
                  </a:lnTo>
                  <a:lnTo>
                    <a:pt x="69293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15" name="Freeform: Shape 114">
              <a:extLst>
                <a:ext uri="{FF2B5EF4-FFF2-40B4-BE49-F238E27FC236}">
                  <a16:creationId xmlns:a16="http://schemas.microsoft.com/office/drawing/2014/main" id="{01864E2F-2224-4B8D-A54C-010E70A5006D}"/>
                </a:ext>
              </a:extLst>
            </p:cNvPr>
            <p:cNvSpPr/>
            <p:nvPr/>
          </p:nvSpPr>
          <p:spPr>
            <a:xfrm>
              <a:off x="-1" y="1304902"/>
              <a:ext cx="733596" cy="182880"/>
            </a:xfrm>
            <a:custGeom>
              <a:avLst/>
              <a:gdLst>
                <a:gd name="connsiteX0" fmla="*/ 0 w 733596"/>
                <a:gd name="connsiteY0" fmla="*/ 0 h 182880"/>
                <a:gd name="connsiteX1" fmla="*/ 642156 w 733596"/>
                <a:gd name="connsiteY1" fmla="*/ 0 h 182880"/>
                <a:gd name="connsiteX2" fmla="*/ 733596 w 733596"/>
                <a:gd name="connsiteY2" fmla="*/ 91440 h 182880"/>
                <a:gd name="connsiteX3" fmla="*/ 642156 w 733596"/>
                <a:gd name="connsiteY3" fmla="*/ 182880 h 182880"/>
                <a:gd name="connsiteX4" fmla="*/ 0 w 733596"/>
                <a:gd name="connsiteY4" fmla="*/ 182880 h 182880"/>
                <a:gd name="connsiteX5" fmla="*/ 0 w 733596"/>
                <a:gd name="connsiteY5" fmla="*/ 0 h 1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3596" h="182880">
                  <a:moveTo>
                    <a:pt x="0" y="0"/>
                  </a:moveTo>
                  <a:lnTo>
                    <a:pt x="642156" y="0"/>
                  </a:lnTo>
                  <a:cubicBezTo>
                    <a:pt x="692657" y="0"/>
                    <a:pt x="733596" y="40939"/>
                    <a:pt x="733596" y="91440"/>
                  </a:cubicBezTo>
                  <a:cubicBezTo>
                    <a:pt x="733596" y="141941"/>
                    <a:pt x="692657" y="182880"/>
                    <a:pt x="642156" y="182880"/>
                  </a:cubicBezTo>
                  <a:lnTo>
                    <a:pt x="0" y="182880"/>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18" name="Freeform: Shape 117">
              <a:extLst>
                <a:ext uri="{FF2B5EF4-FFF2-40B4-BE49-F238E27FC236}">
                  <a16:creationId xmlns:a16="http://schemas.microsoft.com/office/drawing/2014/main" id="{8652EA3D-B91A-4960-BC33-8380D943F8F9}"/>
                </a:ext>
              </a:extLst>
            </p:cNvPr>
            <p:cNvSpPr/>
            <p:nvPr/>
          </p:nvSpPr>
          <p:spPr>
            <a:xfrm>
              <a:off x="0" y="1649603"/>
              <a:ext cx="550424" cy="183006"/>
            </a:xfrm>
            <a:custGeom>
              <a:avLst/>
              <a:gdLst>
                <a:gd name="connsiteX0" fmla="*/ 0 w 550424"/>
                <a:gd name="connsiteY0" fmla="*/ 0 h 183006"/>
                <a:gd name="connsiteX1" fmla="*/ 456956 w 550424"/>
                <a:gd name="connsiteY1" fmla="*/ 0 h 183006"/>
                <a:gd name="connsiteX2" fmla="*/ 456956 w 550424"/>
                <a:gd name="connsiteY2" fmla="*/ 397 h 183006"/>
                <a:gd name="connsiteX3" fmla="*/ 458921 w 550424"/>
                <a:gd name="connsiteY3" fmla="*/ 0 h 183006"/>
                <a:gd name="connsiteX4" fmla="*/ 550424 w 550424"/>
                <a:gd name="connsiteY4" fmla="*/ 91503 h 183006"/>
                <a:gd name="connsiteX5" fmla="*/ 458921 w 550424"/>
                <a:gd name="connsiteY5" fmla="*/ 183006 h 183006"/>
                <a:gd name="connsiteX6" fmla="*/ 456956 w 550424"/>
                <a:gd name="connsiteY6" fmla="*/ 182609 h 183006"/>
                <a:gd name="connsiteX7" fmla="*/ 456956 w 550424"/>
                <a:gd name="connsiteY7" fmla="*/ 183006 h 183006"/>
                <a:gd name="connsiteX8" fmla="*/ 0 w 550424"/>
                <a:gd name="connsiteY8" fmla="*/ 183006 h 183006"/>
                <a:gd name="connsiteX9" fmla="*/ 0 w 550424"/>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424" h="183006">
                  <a:moveTo>
                    <a:pt x="0" y="0"/>
                  </a:moveTo>
                  <a:lnTo>
                    <a:pt x="456956" y="0"/>
                  </a:lnTo>
                  <a:lnTo>
                    <a:pt x="456956" y="397"/>
                  </a:lnTo>
                  <a:lnTo>
                    <a:pt x="458921" y="0"/>
                  </a:lnTo>
                  <a:cubicBezTo>
                    <a:pt x="509457" y="0"/>
                    <a:pt x="550424" y="40967"/>
                    <a:pt x="550424" y="91503"/>
                  </a:cubicBezTo>
                  <a:cubicBezTo>
                    <a:pt x="550424" y="142039"/>
                    <a:pt x="509457" y="183006"/>
                    <a:pt x="458921" y="183006"/>
                  </a:cubicBezTo>
                  <a:lnTo>
                    <a:pt x="456956" y="182609"/>
                  </a:lnTo>
                  <a:lnTo>
                    <a:pt x="45695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sp>
        <p:nvSpPr>
          <p:cNvPr id="34" name="Content Placeholder 2">
            <a:extLst>
              <a:ext uri="{FF2B5EF4-FFF2-40B4-BE49-F238E27FC236}">
                <a16:creationId xmlns:a16="http://schemas.microsoft.com/office/drawing/2014/main" id="{A38DDCEC-B402-6B40-82F9-F72F5C447EC7}"/>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accent1"/>
              </a:buClr>
              <a:buFont typeface="System Font Regular"/>
              <a:buChar char="+"/>
              <a:defRPr sz="1800">
                <a:solidFill>
                  <a:schemeClr val="tx1"/>
                </a:solidFill>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defRPr>
            </a:lvl2pPr>
            <a:lvl3pPr marL="548640" indent="-182880">
              <a:lnSpc>
                <a:spcPct val="100000"/>
              </a:lnSpc>
              <a:spcBef>
                <a:spcPts val="800"/>
              </a:spcBef>
              <a:buClrTx/>
              <a:buFont typeface="Arial" panose="020B0604020202020204" pitchFamily="34" charset="0"/>
              <a:buChar char="›"/>
              <a:defRPr sz="1600">
                <a:solidFill>
                  <a:schemeClr val="tx1"/>
                </a:solidFill>
              </a:defRPr>
            </a:lvl3pPr>
            <a:lvl4pPr marL="731520" indent="-182880">
              <a:lnSpc>
                <a:spcPct val="100000"/>
              </a:lnSpc>
              <a:spcBef>
                <a:spcPts val="800"/>
              </a:spcBef>
              <a:buClrTx/>
              <a:buFont typeface="Arial" panose="020B0604020202020204" pitchFamily="34" charset="0"/>
              <a:buChar char="»"/>
              <a:defRPr sz="1600">
                <a:solidFill>
                  <a:schemeClr val="tx1"/>
                </a:solidFill>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defRPr>
            </a:lvl5pPr>
          </a:lstStyle>
          <a:p>
            <a:pPr lvl="0"/>
            <a:r>
              <a:rPr lang="en-US"/>
              <a:t>Arial 18pt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a:p>
            <a:pPr lvl="0"/>
            <a:r>
              <a:rPr lang="en-US"/>
              <a:t>Arial 18pt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pic>
        <p:nvPicPr>
          <p:cNvPr id="35" name="Graphic 34">
            <a:extLst>
              <a:ext uri="{FF2B5EF4-FFF2-40B4-BE49-F238E27FC236}">
                <a16:creationId xmlns:a16="http://schemas.microsoft.com/office/drawing/2014/main" id="{9C8C25AB-04B1-1747-A689-D16DAAB4CDA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505718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Half Photo Left - IQVIA">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07A7498E-6C5A-334A-934D-1310A399752F}"/>
              </a:ext>
            </a:extLst>
          </p:cNvPr>
          <p:cNvSpPr>
            <a:spLocks noGrp="1"/>
          </p:cNvSpPr>
          <p:nvPr>
            <p:ph type="pic" sz="quarter" idx="12"/>
          </p:nvPr>
        </p:nvSpPr>
        <p:spPr>
          <a:xfrm>
            <a:off x="0" y="0"/>
            <a:ext cx="6108192" cy="6858000"/>
          </a:xfrm>
          <a:prstGeom prst="rect">
            <a:avLst/>
          </a:prstGeom>
          <a:blipFill>
            <a:blip r:embed="rId2"/>
            <a:stretch>
              <a:fillRect l="1"/>
            </a:stretch>
          </a:blipFill>
          <a:effectLst/>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6000" b="1">
                <a:solidFill>
                  <a:srgbClr val="DA291C"/>
                </a:solidFill>
              </a:defRPr>
            </a:lvl1pPr>
          </a:lstStyle>
          <a:p>
            <a:r>
              <a:rPr lang="en-US"/>
              <a:t>Click icon to add picture</a:t>
            </a:r>
          </a:p>
        </p:txBody>
      </p:sp>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503691" y="2079330"/>
            <a:ext cx="5219563" cy="4201154"/>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14" name="Title 1"/>
          <p:cNvSpPr>
            <a:spLocks noGrp="1"/>
          </p:cNvSpPr>
          <p:nvPr>
            <p:ph type="title" hasCustomPrompt="1"/>
          </p:nvPr>
        </p:nvSpPr>
        <p:spPr>
          <a:xfrm>
            <a:off x="6485711" y="1079592"/>
            <a:ext cx="5237542" cy="768263"/>
          </a:xfrm>
          <a:prstGeom prst="rect">
            <a:avLst/>
          </a:prstGeom>
        </p:spPr>
        <p:txBody>
          <a:bodyPr anchor="b" anchorCtr="0"/>
          <a:lstStyle>
            <a:lvl1pPr>
              <a:defRPr sz="2000" b="1">
                <a:solidFill>
                  <a:schemeClr val="tx1"/>
                </a:solidFill>
              </a:defRPr>
            </a:lvl1pPr>
          </a:lstStyle>
          <a:p>
            <a:r>
              <a:rPr lang="en-US"/>
              <a:t>Headlines are 20pt Arial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6485710" y="6387858"/>
            <a:ext cx="3184467"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sp>
        <p:nvSpPr>
          <p:cNvPr id="11" name="Text Placeholder 21">
            <a:extLst>
              <a:ext uri="{FF2B5EF4-FFF2-40B4-BE49-F238E27FC236}">
                <a16:creationId xmlns:a16="http://schemas.microsoft.com/office/drawing/2014/main" id="{0A3F7CAF-2DCF-AE44-8B02-C3A9F59943CD}"/>
              </a:ext>
            </a:extLst>
          </p:cNvPr>
          <p:cNvSpPr>
            <a:spLocks noGrp="1"/>
          </p:cNvSpPr>
          <p:nvPr>
            <p:ph type="body" sz="quarter" idx="11" hasCustomPrompt="1"/>
          </p:nvPr>
        </p:nvSpPr>
        <p:spPr>
          <a:xfrm>
            <a:off x="0" y="6969760"/>
            <a:ext cx="8016949" cy="302910"/>
          </a:xfrm>
          <a:prstGeom prst="rect">
            <a:avLst/>
          </a:prstGeom>
          <a:solidFill>
            <a:srgbClr val="DA291C"/>
          </a:solidFill>
        </p:spPr>
        <p:txBody>
          <a:bodyPr anchor="ctr">
            <a:noAutofit/>
          </a:bodyPr>
          <a:lstStyle>
            <a:lvl1pPr marL="0" indent="0" algn="ctr">
              <a:lnSpc>
                <a:spcPct val="100000"/>
              </a:lnSpc>
              <a:spcBef>
                <a:spcPts val="0"/>
              </a:spcBef>
              <a:buNone/>
              <a:defRPr sz="1400" b="0" i="0">
                <a:solidFill>
                  <a:schemeClr val="bg1"/>
                </a:solidFill>
              </a:defRPr>
            </a:lvl1pPr>
          </a:lstStyle>
          <a:p>
            <a:pPr lvl="0"/>
            <a:r>
              <a:rPr lang="en-US"/>
              <a:t>NOTE: All photos used in this layout must be cropped to 6.68” wide X 7.5” tall at 150dpi resolution</a:t>
            </a:r>
          </a:p>
        </p:txBody>
      </p:sp>
      <p:pic>
        <p:nvPicPr>
          <p:cNvPr id="12" name="Graphic 11">
            <a:extLst>
              <a:ext uri="{FF2B5EF4-FFF2-40B4-BE49-F238E27FC236}">
                <a16:creationId xmlns:a16="http://schemas.microsoft.com/office/drawing/2014/main" id="{BB9E4976-132F-F449-8124-B504F37C987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611473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Half Photo Right - IQVIA">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08ABCCBF-3981-0241-8287-3903E6249049}"/>
              </a:ext>
            </a:extLst>
          </p:cNvPr>
          <p:cNvSpPr>
            <a:spLocks noGrp="1"/>
          </p:cNvSpPr>
          <p:nvPr>
            <p:ph type="pic" sz="quarter" idx="12"/>
          </p:nvPr>
        </p:nvSpPr>
        <p:spPr>
          <a:xfrm>
            <a:off x="6083808" y="0"/>
            <a:ext cx="6108192" cy="6858000"/>
          </a:xfrm>
          <a:prstGeom prst="rect">
            <a:avLst/>
          </a:prstGeom>
          <a:blipFill>
            <a:blip r:embed="rId2"/>
            <a:stretch>
              <a:fillRect l="1"/>
            </a:stretch>
          </a:blipFill>
          <a:effectLst/>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6000" b="1">
                <a:solidFill>
                  <a:srgbClr val="DA291C"/>
                </a:solidFill>
              </a:defRPr>
            </a:lvl1pPr>
          </a:lstStyle>
          <a:p>
            <a:r>
              <a:rPr lang="en-US"/>
              <a:t>Click icon to add picture</a:t>
            </a:r>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chemeClr val="bg1"/>
                </a:solidFill>
              </a:rPr>
              <a:t>‹#›</a:t>
            </a:fld>
            <a:endParaRPr lang="en-US" sz="800" b="0">
              <a:solidFill>
                <a:schemeClr val="bg1"/>
              </a:solidFill>
            </a:endParaRPr>
          </a:p>
        </p:txBody>
      </p:sp>
      <p:sp>
        <p:nvSpPr>
          <p:cNvPr id="11" name="Text Placeholder 21">
            <a:extLst>
              <a:ext uri="{FF2B5EF4-FFF2-40B4-BE49-F238E27FC236}">
                <a16:creationId xmlns:a16="http://schemas.microsoft.com/office/drawing/2014/main" id="{0A3F7CAF-2DCF-AE44-8B02-C3A9F59943CD}"/>
              </a:ext>
            </a:extLst>
          </p:cNvPr>
          <p:cNvSpPr>
            <a:spLocks noGrp="1"/>
          </p:cNvSpPr>
          <p:nvPr>
            <p:ph type="body" sz="quarter" idx="11" hasCustomPrompt="1"/>
          </p:nvPr>
        </p:nvSpPr>
        <p:spPr>
          <a:xfrm>
            <a:off x="0" y="6969760"/>
            <a:ext cx="8016949" cy="302910"/>
          </a:xfrm>
          <a:prstGeom prst="rect">
            <a:avLst/>
          </a:prstGeom>
          <a:solidFill>
            <a:srgbClr val="DA291C"/>
          </a:solidFill>
        </p:spPr>
        <p:txBody>
          <a:bodyPr anchor="ctr">
            <a:noAutofit/>
          </a:bodyPr>
          <a:lstStyle>
            <a:lvl1pPr marL="0" indent="0" algn="ctr">
              <a:lnSpc>
                <a:spcPct val="100000"/>
              </a:lnSpc>
              <a:spcBef>
                <a:spcPts val="0"/>
              </a:spcBef>
              <a:buNone/>
              <a:defRPr sz="1400" b="0" i="0">
                <a:solidFill>
                  <a:schemeClr val="bg1"/>
                </a:solidFill>
              </a:defRPr>
            </a:lvl1pPr>
          </a:lstStyle>
          <a:p>
            <a:pPr lvl="0"/>
            <a:r>
              <a:rPr lang="en-US"/>
              <a:t>NOTE: All photos used in this layout must be cropped to 6.68” wide X 7.5” tall at 150dpi resolution</a:t>
            </a:r>
          </a:p>
        </p:txBody>
      </p:sp>
      <p:sp>
        <p:nvSpPr>
          <p:cNvPr id="13" name="Title 1">
            <a:extLst>
              <a:ext uri="{FF2B5EF4-FFF2-40B4-BE49-F238E27FC236}">
                <a16:creationId xmlns:a16="http://schemas.microsoft.com/office/drawing/2014/main" id="{DB8F1DF2-27A3-8249-8796-6A002E0D8CF0}"/>
              </a:ext>
            </a:extLst>
          </p:cNvPr>
          <p:cNvSpPr>
            <a:spLocks noGrp="1"/>
          </p:cNvSpPr>
          <p:nvPr>
            <p:ph type="title" hasCustomPrompt="1"/>
          </p:nvPr>
        </p:nvSpPr>
        <p:spPr>
          <a:xfrm>
            <a:off x="384694" y="1079592"/>
            <a:ext cx="5237543" cy="768263"/>
          </a:xfrm>
          <a:prstGeom prst="rect">
            <a:avLst/>
          </a:prstGeom>
        </p:spPr>
        <p:txBody>
          <a:bodyPr anchor="b" anchorCtr="0"/>
          <a:lstStyle>
            <a:lvl1pPr>
              <a:defRPr sz="2000" b="1">
                <a:solidFill>
                  <a:schemeClr val="tx1"/>
                </a:solidFill>
              </a:defRPr>
            </a:lvl1pPr>
          </a:lstStyle>
          <a:p>
            <a:r>
              <a:rPr lang="en-US"/>
              <a:t>Headlines are 20pt Arial Bold sentence case</a:t>
            </a:r>
          </a:p>
        </p:txBody>
      </p:sp>
      <p:sp>
        <p:nvSpPr>
          <p:cNvPr id="15" name="Footer Placeholder 4">
            <a:extLst>
              <a:ext uri="{FF2B5EF4-FFF2-40B4-BE49-F238E27FC236}">
                <a16:creationId xmlns:a16="http://schemas.microsoft.com/office/drawing/2014/main" id="{9DD56D8B-7A45-7247-92A2-DECA0DA4B2B6}"/>
              </a:ext>
            </a:extLst>
          </p:cNvPr>
          <p:cNvSpPr>
            <a:spLocks noGrp="1"/>
          </p:cNvSpPr>
          <p:nvPr>
            <p:ph type="ftr" sz="quarter" idx="3"/>
          </p:nvPr>
        </p:nvSpPr>
        <p:spPr bwMode="gray">
          <a:xfrm>
            <a:off x="384694" y="6387858"/>
            <a:ext cx="5237543"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8" name="Content Placeholder 2">
            <a:extLst>
              <a:ext uri="{FF2B5EF4-FFF2-40B4-BE49-F238E27FC236}">
                <a16:creationId xmlns:a16="http://schemas.microsoft.com/office/drawing/2014/main" id="{04B5D617-8638-9248-B078-99CA6D58FCAF}"/>
              </a:ext>
            </a:extLst>
          </p:cNvPr>
          <p:cNvSpPr>
            <a:spLocks noGrp="1"/>
          </p:cNvSpPr>
          <p:nvPr>
            <p:ph idx="19" hasCustomPrompt="1"/>
          </p:nvPr>
        </p:nvSpPr>
        <p:spPr>
          <a:xfrm>
            <a:off x="402674" y="2079330"/>
            <a:ext cx="5219563" cy="4201154"/>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Tree>
    <p:extLst>
      <p:ext uri="{BB962C8B-B14F-4D97-AF65-F5344CB8AC3E}">
        <p14:creationId xmlns:p14="http://schemas.microsoft.com/office/powerpoint/2010/main" val="2343028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Divider Photo Left - IQVIA">
    <p:bg>
      <p:bgPr>
        <a:solidFill>
          <a:schemeClr val="bg1"/>
        </a:solidFill>
        <a:effectLst/>
      </p:bgPr>
    </p:bg>
    <p:spTree>
      <p:nvGrpSpPr>
        <p:cNvPr id="1" name=""/>
        <p:cNvGrpSpPr/>
        <p:nvPr/>
      </p:nvGrpSpPr>
      <p:grpSpPr>
        <a:xfrm>
          <a:off x="0" y="0"/>
          <a:ext cx="0" cy="0"/>
          <a:chOff x="0" y="0"/>
          <a:chExt cx="0" cy="0"/>
        </a:xfrm>
      </p:grpSpPr>
      <p:sp>
        <p:nvSpPr>
          <p:cNvPr id="7" name="Picture Placeholder 8">
            <a:extLst>
              <a:ext uri="{FF2B5EF4-FFF2-40B4-BE49-F238E27FC236}">
                <a16:creationId xmlns:a16="http://schemas.microsoft.com/office/drawing/2014/main" id="{1EBA7B86-AF66-5642-80C5-A8A4D9FEB9C2}"/>
              </a:ext>
            </a:extLst>
          </p:cNvPr>
          <p:cNvSpPr>
            <a:spLocks noGrp="1"/>
          </p:cNvSpPr>
          <p:nvPr>
            <p:ph type="pic" sz="quarter" idx="13"/>
          </p:nvPr>
        </p:nvSpPr>
        <p:spPr>
          <a:xfrm>
            <a:off x="0" y="0"/>
            <a:ext cx="12192000" cy="6858000"/>
          </a:xfrm>
          <a:prstGeom prst="rect">
            <a:avLst/>
          </a:prstGeom>
          <a:blipFill dpi="0" rotWithShape="1">
            <a:blip r:embed="rId2"/>
            <a:srcRect/>
            <a:stretch>
              <a:fillRect/>
            </a:stretch>
          </a:blipFill>
          <a:effectLst/>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6000" b="1">
                <a:solidFill>
                  <a:srgbClr val="DA291C"/>
                </a:solidFill>
              </a:defRPr>
            </a:lvl1pPr>
          </a:lstStyle>
          <a:p>
            <a:r>
              <a:rPr lang="en-US"/>
              <a:t>Click icon to add picture</a:t>
            </a:r>
          </a:p>
        </p:txBody>
      </p:sp>
      <p:sp>
        <p:nvSpPr>
          <p:cNvPr id="10" name="Title 1">
            <a:extLst>
              <a:ext uri="{FF2B5EF4-FFF2-40B4-BE49-F238E27FC236}">
                <a16:creationId xmlns:a16="http://schemas.microsoft.com/office/drawing/2014/main" id="{43B40F6B-0093-4E4E-93B6-688B272C1086}"/>
              </a:ext>
            </a:extLst>
          </p:cNvPr>
          <p:cNvSpPr>
            <a:spLocks noGrp="1"/>
          </p:cNvSpPr>
          <p:nvPr>
            <p:ph type="title" hasCustomPrompt="1"/>
          </p:nvPr>
        </p:nvSpPr>
        <p:spPr bwMode="white">
          <a:xfrm>
            <a:off x="1044112" y="0"/>
            <a:ext cx="4114799" cy="2971800"/>
          </a:xfrm>
          <a:prstGeom prst="rect">
            <a:avLst/>
          </a:prstGeom>
          <a:solidFill>
            <a:srgbClr val="F4F4F4"/>
          </a:solidFill>
          <a:ln>
            <a:noFill/>
          </a:ln>
        </p:spPr>
        <p:txBody>
          <a:bodyPr lIns="274320" anchor="ctr" anchorCtr="0"/>
          <a:lstStyle>
            <a:lvl1pPr>
              <a:lnSpc>
                <a:spcPct val="100000"/>
              </a:lnSpc>
              <a:defRPr sz="3600" b="1">
                <a:solidFill>
                  <a:schemeClr val="accent1"/>
                </a:solidFill>
              </a:defRPr>
            </a:lvl1pPr>
          </a:lstStyle>
          <a:p>
            <a:r>
              <a:rPr lang="en-US"/>
              <a:t>Photo dividers with text on left 36pt Arial Bold sentence case</a:t>
            </a:r>
          </a:p>
        </p:txBody>
      </p:sp>
      <p:sp>
        <p:nvSpPr>
          <p:cNvPr id="5" name="Slide Number Placeholder 5">
            <a:extLst>
              <a:ext uri="{FF2B5EF4-FFF2-40B4-BE49-F238E27FC236}">
                <a16:creationId xmlns:a16="http://schemas.microsoft.com/office/drawing/2014/main" id="{7D62E9D9-E5C1-F84F-9915-F25709579CD2}"/>
              </a:ext>
            </a:extLst>
          </p:cNvPr>
          <p:cNvSpPr txBox="1">
            <a:spLocks/>
          </p:cNvSpPr>
          <p:nvPr/>
        </p:nvSpPr>
        <p:spPr bwMode="white">
          <a:xfrm>
            <a:off x="11708455" y="6548145"/>
            <a:ext cx="3678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chemeClr val="bg1"/>
                </a:solidFill>
              </a:rPr>
              <a:t>‹#›</a:t>
            </a:fld>
            <a:endParaRPr lang="en-US" sz="800" b="0">
              <a:solidFill>
                <a:schemeClr val="bg1"/>
              </a:solidFill>
            </a:endParaRPr>
          </a:p>
        </p:txBody>
      </p:sp>
      <p:sp>
        <p:nvSpPr>
          <p:cNvPr id="6" name="Text Placeholder 21">
            <a:extLst>
              <a:ext uri="{FF2B5EF4-FFF2-40B4-BE49-F238E27FC236}">
                <a16:creationId xmlns:a16="http://schemas.microsoft.com/office/drawing/2014/main" id="{72E2FA7F-1AB5-4252-BF66-00A17FC6F030}"/>
              </a:ext>
            </a:extLst>
          </p:cNvPr>
          <p:cNvSpPr>
            <a:spLocks noGrp="1"/>
          </p:cNvSpPr>
          <p:nvPr>
            <p:ph type="body" sz="quarter" idx="11" hasCustomPrompt="1"/>
          </p:nvPr>
        </p:nvSpPr>
        <p:spPr>
          <a:xfrm>
            <a:off x="0" y="6969760"/>
            <a:ext cx="8016949" cy="302910"/>
          </a:xfrm>
          <a:prstGeom prst="rect">
            <a:avLst/>
          </a:prstGeom>
          <a:solidFill>
            <a:srgbClr val="DA291C"/>
          </a:solidFill>
        </p:spPr>
        <p:txBody>
          <a:bodyPr anchor="ctr">
            <a:noAutofit/>
          </a:bodyPr>
          <a:lstStyle>
            <a:lvl1pPr marL="0" indent="0" algn="ctr">
              <a:lnSpc>
                <a:spcPct val="100000"/>
              </a:lnSpc>
              <a:spcBef>
                <a:spcPts val="0"/>
              </a:spcBef>
              <a:buNone/>
              <a:defRPr sz="1400" b="0" i="0">
                <a:solidFill>
                  <a:schemeClr val="bg1"/>
                </a:solidFill>
              </a:defRPr>
            </a:lvl1pPr>
          </a:lstStyle>
          <a:p>
            <a:pPr lvl="0"/>
            <a:r>
              <a:rPr lang="en-US"/>
              <a:t>NOTE: All photos used in this layout must be cropped to 13.33” wide X 7.5” tall at 150dpi resolution</a:t>
            </a:r>
          </a:p>
        </p:txBody>
      </p:sp>
    </p:spTree>
    <p:extLst>
      <p:ext uri="{BB962C8B-B14F-4D97-AF65-F5344CB8AC3E}">
        <p14:creationId xmlns:p14="http://schemas.microsoft.com/office/powerpoint/2010/main" val="869920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ivider Photo Right - IQVIA">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D8C96C06-AFDA-BB43-A8AD-9713C5A7978C}"/>
              </a:ext>
            </a:extLst>
          </p:cNvPr>
          <p:cNvSpPr>
            <a:spLocks noGrp="1" noChangeAspect="1"/>
          </p:cNvSpPr>
          <p:nvPr>
            <p:ph type="pic" sz="quarter" idx="13"/>
          </p:nvPr>
        </p:nvSpPr>
        <p:spPr>
          <a:xfrm>
            <a:off x="0" y="0"/>
            <a:ext cx="12192000" cy="6858000"/>
          </a:xfrm>
          <a:prstGeom prst="rect">
            <a:avLst/>
          </a:prstGeom>
          <a:blipFill dpi="0" rotWithShape="1">
            <a:blip r:embed="rId2"/>
            <a:srcRect/>
            <a:stretch>
              <a:fillRect/>
            </a:stretch>
          </a:blipFill>
          <a:effectLst/>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6000" b="1">
                <a:solidFill>
                  <a:srgbClr val="DA291C"/>
                </a:solidFill>
              </a:defRPr>
            </a:lvl1pPr>
          </a:lstStyle>
          <a:p>
            <a:r>
              <a:rPr lang="en-US"/>
              <a:t>Click icon to add picture</a:t>
            </a:r>
          </a:p>
        </p:txBody>
      </p:sp>
      <p:sp>
        <p:nvSpPr>
          <p:cNvPr id="6" name="Slide Number Placeholder 5">
            <a:extLst>
              <a:ext uri="{FF2B5EF4-FFF2-40B4-BE49-F238E27FC236}">
                <a16:creationId xmlns:a16="http://schemas.microsoft.com/office/drawing/2014/main" id="{29EE2810-5A25-4006-AC1A-C7724FC47010}"/>
              </a:ext>
            </a:extLst>
          </p:cNvPr>
          <p:cNvSpPr txBox="1">
            <a:spLocks/>
          </p:cNvSpPr>
          <p:nvPr/>
        </p:nvSpPr>
        <p:spPr bwMode="white">
          <a:xfrm>
            <a:off x="11708455" y="6548145"/>
            <a:ext cx="3678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chemeClr val="bg1"/>
                </a:solidFill>
              </a:rPr>
              <a:t>‹#›</a:t>
            </a:fld>
            <a:endParaRPr lang="en-US" sz="800" b="0">
              <a:solidFill>
                <a:schemeClr val="bg1"/>
              </a:solidFill>
            </a:endParaRPr>
          </a:p>
        </p:txBody>
      </p:sp>
      <p:sp>
        <p:nvSpPr>
          <p:cNvPr id="9" name="Title 1">
            <a:extLst>
              <a:ext uri="{FF2B5EF4-FFF2-40B4-BE49-F238E27FC236}">
                <a16:creationId xmlns:a16="http://schemas.microsoft.com/office/drawing/2014/main" id="{0E374672-D2D3-4DCE-8649-950F3EAEDBB8}"/>
              </a:ext>
            </a:extLst>
          </p:cNvPr>
          <p:cNvSpPr>
            <a:spLocks noGrp="1"/>
          </p:cNvSpPr>
          <p:nvPr>
            <p:ph type="title" hasCustomPrompt="1"/>
          </p:nvPr>
        </p:nvSpPr>
        <p:spPr bwMode="white">
          <a:xfrm>
            <a:off x="7033089" y="0"/>
            <a:ext cx="4114799" cy="2971800"/>
          </a:xfrm>
          <a:prstGeom prst="rect">
            <a:avLst/>
          </a:prstGeom>
          <a:solidFill>
            <a:srgbClr val="F4F4F4"/>
          </a:solidFill>
        </p:spPr>
        <p:txBody>
          <a:bodyPr lIns="274320" anchor="ctr" anchorCtr="0"/>
          <a:lstStyle>
            <a:lvl1pPr>
              <a:lnSpc>
                <a:spcPct val="100000"/>
              </a:lnSpc>
              <a:defRPr sz="3600" b="1">
                <a:solidFill>
                  <a:schemeClr val="accent1"/>
                </a:solidFill>
              </a:defRPr>
            </a:lvl1pPr>
          </a:lstStyle>
          <a:p>
            <a:r>
              <a:rPr lang="en-US"/>
              <a:t>Photo dividers with text on right 36pt Arial Bold sentence case</a:t>
            </a:r>
          </a:p>
        </p:txBody>
      </p:sp>
      <p:sp>
        <p:nvSpPr>
          <p:cNvPr id="7" name="Text Placeholder 21">
            <a:extLst>
              <a:ext uri="{FF2B5EF4-FFF2-40B4-BE49-F238E27FC236}">
                <a16:creationId xmlns:a16="http://schemas.microsoft.com/office/drawing/2014/main" id="{24BBE5E7-5805-45C0-A8D8-6F96062DEC21}"/>
              </a:ext>
            </a:extLst>
          </p:cNvPr>
          <p:cNvSpPr>
            <a:spLocks noGrp="1"/>
          </p:cNvSpPr>
          <p:nvPr>
            <p:ph type="body" sz="quarter" idx="11" hasCustomPrompt="1"/>
          </p:nvPr>
        </p:nvSpPr>
        <p:spPr>
          <a:xfrm>
            <a:off x="0" y="6969760"/>
            <a:ext cx="8016949" cy="302910"/>
          </a:xfrm>
          <a:prstGeom prst="rect">
            <a:avLst/>
          </a:prstGeom>
          <a:solidFill>
            <a:srgbClr val="DA291C"/>
          </a:solidFill>
        </p:spPr>
        <p:txBody>
          <a:bodyPr anchor="ctr">
            <a:noAutofit/>
          </a:bodyPr>
          <a:lstStyle>
            <a:lvl1pPr marL="0" indent="0" algn="ctr">
              <a:lnSpc>
                <a:spcPct val="100000"/>
              </a:lnSpc>
              <a:spcBef>
                <a:spcPts val="0"/>
              </a:spcBef>
              <a:buNone/>
              <a:defRPr sz="1400" b="0" i="0">
                <a:solidFill>
                  <a:schemeClr val="bg1"/>
                </a:solidFill>
              </a:defRPr>
            </a:lvl1pPr>
          </a:lstStyle>
          <a:p>
            <a:pPr lvl="0"/>
            <a:r>
              <a:rPr lang="en-US"/>
              <a:t>NOTE: All photos used in this layout must be cropped to 13.33” wide X 7.5” tall at 150dpi resolution</a:t>
            </a:r>
          </a:p>
        </p:txBody>
      </p:sp>
    </p:spTree>
    <p:extLst>
      <p:ext uri="{BB962C8B-B14F-4D97-AF65-F5344CB8AC3E}">
        <p14:creationId xmlns:p14="http://schemas.microsoft.com/office/powerpoint/2010/main" val="2306984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ivider - IQVIA">
    <p:bg>
      <p:bgPr>
        <a:gradFill>
          <a:gsLst>
            <a:gs pos="20000">
              <a:schemeClr val="tx1"/>
            </a:gs>
            <a:gs pos="80000">
              <a:srgbClr val="606B71"/>
            </a:gs>
          </a:gsLst>
          <a:lin ang="2700000" scaled="1"/>
        </a:gradFill>
        <a:effectLst/>
      </p:bgPr>
    </p:bg>
    <p:spTree>
      <p:nvGrpSpPr>
        <p:cNvPr id="1" name=""/>
        <p:cNvGrpSpPr/>
        <p:nvPr/>
      </p:nvGrpSpPr>
      <p:grpSpPr>
        <a:xfrm>
          <a:off x="0" y="0"/>
          <a:ext cx="0" cy="0"/>
          <a:chOff x="0" y="0"/>
          <a:chExt cx="0" cy="0"/>
        </a:xfrm>
      </p:grpSpPr>
      <p:sp>
        <p:nvSpPr>
          <p:cNvPr id="60" name="Title 1">
            <a:extLst>
              <a:ext uri="{FF2B5EF4-FFF2-40B4-BE49-F238E27FC236}">
                <a16:creationId xmlns:a16="http://schemas.microsoft.com/office/drawing/2014/main" id="{B8567F05-315D-614C-B916-932362171A20}"/>
              </a:ext>
            </a:extLst>
          </p:cNvPr>
          <p:cNvSpPr>
            <a:spLocks noGrp="1"/>
          </p:cNvSpPr>
          <p:nvPr>
            <p:ph type="title" hasCustomPrompt="1"/>
          </p:nvPr>
        </p:nvSpPr>
        <p:spPr bwMode="white">
          <a:xfrm>
            <a:off x="1036858" y="1795535"/>
            <a:ext cx="5588846" cy="4341936"/>
          </a:xfrm>
          <a:prstGeom prst="rect">
            <a:avLst/>
          </a:prstGeom>
        </p:spPr>
        <p:txBody>
          <a:bodyPr anchor="ctr" anchorCtr="0"/>
          <a:lstStyle>
            <a:lvl1pPr>
              <a:lnSpc>
                <a:spcPct val="100000"/>
              </a:lnSpc>
              <a:defRPr sz="3600" b="1">
                <a:solidFill>
                  <a:schemeClr val="bg1"/>
                </a:solidFill>
              </a:defRPr>
            </a:lvl1pPr>
          </a:lstStyle>
          <a:p>
            <a:r>
              <a:rPr lang="en-US"/>
              <a:t>Dividers are 36pt Arial Bold sentence case</a:t>
            </a:r>
          </a:p>
        </p:txBody>
      </p:sp>
      <p:sp>
        <p:nvSpPr>
          <p:cNvPr id="11" name="Slide Number Placeholder 5">
            <a:extLst>
              <a:ext uri="{FF2B5EF4-FFF2-40B4-BE49-F238E27FC236}">
                <a16:creationId xmlns:a16="http://schemas.microsoft.com/office/drawing/2014/main" id="{C58BFCDA-FC31-2A4E-97D4-B728D66FDDB6}"/>
              </a:ext>
            </a:extLst>
          </p:cNvPr>
          <p:cNvSpPr txBox="1">
            <a:spLocks/>
          </p:cNvSpPr>
          <p:nvPr/>
        </p:nvSpPr>
        <p:spPr bwMode="white">
          <a:xfrm>
            <a:off x="11708455" y="6548145"/>
            <a:ext cx="3678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chemeClr val="bg1"/>
                </a:solidFill>
              </a:rPr>
              <a:t>‹#›</a:t>
            </a:fld>
            <a:endParaRPr lang="en-US" sz="800" b="0">
              <a:solidFill>
                <a:schemeClr val="bg1"/>
              </a:solidFill>
            </a:endParaRPr>
          </a:p>
        </p:txBody>
      </p:sp>
      <p:grpSp>
        <p:nvGrpSpPr>
          <p:cNvPr id="57" name="Group 56">
            <a:extLst>
              <a:ext uri="{FF2B5EF4-FFF2-40B4-BE49-F238E27FC236}">
                <a16:creationId xmlns:a16="http://schemas.microsoft.com/office/drawing/2014/main" id="{4BAD41B1-1630-BD43-A04E-438392C529EA}"/>
              </a:ext>
            </a:extLst>
          </p:cNvPr>
          <p:cNvGrpSpPr/>
          <p:nvPr/>
        </p:nvGrpSpPr>
        <p:grpSpPr>
          <a:xfrm>
            <a:off x="7036244" y="2752016"/>
            <a:ext cx="5155756" cy="3703320"/>
            <a:chOff x="7036244" y="2752016"/>
            <a:chExt cx="5155756" cy="3703320"/>
          </a:xfrm>
          <a:solidFill>
            <a:schemeClr val="accent1"/>
          </a:solidFill>
        </p:grpSpPr>
        <p:sp>
          <p:nvSpPr>
            <p:cNvPr id="58" name="Freeform 57">
              <a:extLst>
                <a:ext uri="{FF2B5EF4-FFF2-40B4-BE49-F238E27FC236}">
                  <a16:creationId xmlns:a16="http://schemas.microsoft.com/office/drawing/2014/main" id="{E44435BD-EEDE-4C41-A1F2-ABC0999A168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59" name="Freeform 58">
              <a:extLst>
                <a:ext uri="{FF2B5EF4-FFF2-40B4-BE49-F238E27FC236}">
                  <a16:creationId xmlns:a16="http://schemas.microsoft.com/office/drawing/2014/main" id="{1C4729E5-C07B-2441-A6B5-D4DA9E028AEC}"/>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68" name="Freeform 67">
              <a:extLst>
                <a:ext uri="{FF2B5EF4-FFF2-40B4-BE49-F238E27FC236}">
                  <a16:creationId xmlns:a16="http://schemas.microsoft.com/office/drawing/2014/main" id="{C3C7C95F-71E5-2D48-9ED1-A6A7A40FCE53}"/>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69" name="Freeform 68">
              <a:extLst>
                <a:ext uri="{FF2B5EF4-FFF2-40B4-BE49-F238E27FC236}">
                  <a16:creationId xmlns:a16="http://schemas.microsoft.com/office/drawing/2014/main" id="{8D53D1E7-5120-0F4B-B38C-FAE533E99835}"/>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pic>
        <p:nvPicPr>
          <p:cNvPr id="12" name="Graphic 11">
            <a:extLst>
              <a:ext uri="{FF2B5EF4-FFF2-40B4-BE49-F238E27FC236}">
                <a16:creationId xmlns:a16="http://schemas.microsoft.com/office/drawing/2014/main" id="{B9A207CB-7D3D-2245-B4EB-AB96C5D60EA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Tree>
    <p:extLst>
      <p:ext uri="{BB962C8B-B14F-4D97-AF65-F5344CB8AC3E}">
        <p14:creationId xmlns:p14="http://schemas.microsoft.com/office/powerpoint/2010/main" val="1904683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Divider Light Grey - IQVIA">
    <p:bg>
      <p:bgPr>
        <a:solidFill>
          <a:srgbClr val="F4F4F4"/>
        </a:solidFill>
        <a:effectLst/>
      </p:bgPr>
    </p:bg>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C0F63227-657D-4706-8FAB-F4C17696833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
        <p:nvSpPr>
          <p:cNvPr id="60" name="Title 1">
            <a:extLst>
              <a:ext uri="{FF2B5EF4-FFF2-40B4-BE49-F238E27FC236}">
                <a16:creationId xmlns:a16="http://schemas.microsoft.com/office/drawing/2014/main" id="{B8567F05-315D-614C-B916-932362171A20}"/>
              </a:ext>
            </a:extLst>
          </p:cNvPr>
          <p:cNvSpPr>
            <a:spLocks noGrp="1"/>
          </p:cNvSpPr>
          <p:nvPr>
            <p:ph type="title" hasCustomPrompt="1"/>
          </p:nvPr>
        </p:nvSpPr>
        <p:spPr bwMode="white">
          <a:xfrm>
            <a:off x="1036858" y="1795535"/>
            <a:ext cx="5588846" cy="4341936"/>
          </a:xfrm>
          <a:prstGeom prst="rect">
            <a:avLst/>
          </a:prstGeom>
        </p:spPr>
        <p:txBody>
          <a:bodyPr anchor="ctr" anchorCtr="0"/>
          <a:lstStyle>
            <a:lvl1pPr>
              <a:lnSpc>
                <a:spcPct val="100000"/>
              </a:lnSpc>
              <a:defRPr sz="3600" b="1">
                <a:solidFill>
                  <a:schemeClr val="accent2"/>
                </a:solidFill>
              </a:defRPr>
            </a:lvl1pPr>
          </a:lstStyle>
          <a:p>
            <a:r>
              <a:rPr lang="en-US"/>
              <a:t>Dividers are 36pt Arial Bold sentence case</a:t>
            </a:r>
          </a:p>
        </p:txBody>
      </p:sp>
      <p:sp>
        <p:nvSpPr>
          <p:cNvPr id="11" name="Slide Number Placeholder 5">
            <a:extLst>
              <a:ext uri="{FF2B5EF4-FFF2-40B4-BE49-F238E27FC236}">
                <a16:creationId xmlns:a16="http://schemas.microsoft.com/office/drawing/2014/main" id="{C58BFCDA-FC31-2A4E-97D4-B728D66FDDB6}"/>
              </a:ext>
            </a:extLst>
          </p:cNvPr>
          <p:cNvSpPr txBox="1">
            <a:spLocks/>
          </p:cNvSpPr>
          <p:nvPr/>
        </p:nvSpPr>
        <p:spPr bwMode="white">
          <a:xfrm>
            <a:off x="11708455" y="6548145"/>
            <a:ext cx="3678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chemeClr val="bg1"/>
                </a:solidFill>
              </a:rPr>
              <a:t>‹#›</a:t>
            </a:fld>
            <a:endParaRPr lang="en-US" sz="800" b="0">
              <a:solidFill>
                <a:schemeClr val="bg1"/>
              </a:solidFill>
            </a:endParaRPr>
          </a:p>
        </p:txBody>
      </p:sp>
      <p:grpSp>
        <p:nvGrpSpPr>
          <p:cNvPr id="57" name="Group 56">
            <a:extLst>
              <a:ext uri="{FF2B5EF4-FFF2-40B4-BE49-F238E27FC236}">
                <a16:creationId xmlns:a16="http://schemas.microsoft.com/office/drawing/2014/main" id="{4BAD41B1-1630-BD43-A04E-438392C529EA}"/>
              </a:ext>
            </a:extLst>
          </p:cNvPr>
          <p:cNvGrpSpPr/>
          <p:nvPr/>
        </p:nvGrpSpPr>
        <p:grpSpPr>
          <a:xfrm>
            <a:off x="7036244" y="2752016"/>
            <a:ext cx="5155756" cy="3703320"/>
            <a:chOff x="7036244" y="2752016"/>
            <a:chExt cx="5155756" cy="3703320"/>
          </a:xfrm>
          <a:solidFill>
            <a:schemeClr val="accent1"/>
          </a:solidFill>
        </p:grpSpPr>
        <p:sp>
          <p:nvSpPr>
            <p:cNvPr id="58" name="Freeform 57">
              <a:extLst>
                <a:ext uri="{FF2B5EF4-FFF2-40B4-BE49-F238E27FC236}">
                  <a16:creationId xmlns:a16="http://schemas.microsoft.com/office/drawing/2014/main" id="{E44435BD-EEDE-4C41-A1F2-ABC0999A168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59" name="Freeform 58">
              <a:extLst>
                <a:ext uri="{FF2B5EF4-FFF2-40B4-BE49-F238E27FC236}">
                  <a16:creationId xmlns:a16="http://schemas.microsoft.com/office/drawing/2014/main" id="{1C4729E5-C07B-2441-A6B5-D4DA9E028AEC}"/>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68" name="Freeform 67">
              <a:extLst>
                <a:ext uri="{FF2B5EF4-FFF2-40B4-BE49-F238E27FC236}">
                  <a16:creationId xmlns:a16="http://schemas.microsoft.com/office/drawing/2014/main" id="{C3C7C95F-71E5-2D48-9ED1-A6A7A40FCE53}"/>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69" name="Freeform 68">
              <a:extLst>
                <a:ext uri="{FF2B5EF4-FFF2-40B4-BE49-F238E27FC236}">
                  <a16:creationId xmlns:a16="http://schemas.microsoft.com/office/drawing/2014/main" id="{8D53D1E7-5120-0F4B-B38C-FAE533E99835}"/>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spTree>
    <p:extLst>
      <p:ext uri="{BB962C8B-B14F-4D97-AF65-F5344CB8AC3E}">
        <p14:creationId xmlns:p14="http://schemas.microsoft.com/office/powerpoint/2010/main" val="20700537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 IQVIA">
    <p:spTree>
      <p:nvGrpSpPr>
        <p:cNvPr id="1" name=""/>
        <p:cNvGrpSpPr/>
        <p:nvPr/>
      </p:nvGrpSpPr>
      <p:grpSpPr>
        <a:xfrm>
          <a:off x="0" y="0"/>
          <a:ext cx="0" cy="0"/>
          <a:chOff x="0" y="0"/>
          <a:chExt cx="0" cy="0"/>
        </a:xfrm>
      </p:grpSpPr>
      <p:sp>
        <p:nvSpPr>
          <p:cNvPr id="68" name="Rectangle 67">
            <a:extLst>
              <a:ext uri="{FF2B5EF4-FFF2-40B4-BE49-F238E27FC236}">
                <a16:creationId xmlns:a16="http://schemas.microsoft.com/office/drawing/2014/main" id="{4E85BE28-1C3E-4A79-9B84-3BC2D0438DD8}"/>
              </a:ext>
            </a:extLst>
          </p:cNvPr>
          <p:cNvSpPr/>
          <p:nvPr/>
        </p:nvSpPr>
        <p:spPr bwMode="gray">
          <a:xfrm>
            <a:off x="353877" y="-1"/>
            <a:ext cx="11484246" cy="6858001"/>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nvGrpSpPr>
          <p:cNvPr id="84" name="Group 83">
            <a:extLst>
              <a:ext uri="{FF2B5EF4-FFF2-40B4-BE49-F238E27FC236}">
                <a16:creationId xmlns:a16="http://schemas.microsoft.com/office/drawing/2014/main" id="{B2BC05FF-F7B1-2643-B9FF-FE7362631CA8}"/>
              </a:ext>
            </a:extLst>
          </p:cNvPr>
          <p:cNvGrpSpPr/>
          <p:nvPr/>
        </p:nvGrpSpPr>
        <p:grpSpPr>
          <a:xfrm>
            <a:off x="7036244" y="2752016"/>
            <a:ext cx="5155756" cy="3703320"/>
            <a:chOff x="7036244" y="2752016"/>
            <a:chExt cx="5155756" cy="3703320"/>
          </a:xfrm>
          <a:solidFill>
            <a:schemeClr val="accent1"/>
          </a:solidFill>
        </p:grpSpPr>
        <p:sp>
          <p:nvSpPr>
            <p:cNvPr id="85" name="Freeform 84">
              <a:extLst>
                <a:ext uri="{FF2B5EF4-FFF2-40B4-BE49-F238E27FC236}">
                  <a16:creationId xmlns:a16="http://schemas.microsoft.com/office/drawing/2014/main" id="{54AF320E-9B8F-3143-935B-C21387DC95B0}"/>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86" name="Freeform 85">
              <a:extLst>
                <a:ext uri="{FF2B5EF4-FFF2-40B4-BE49-F238E27FC236}">
                  <a16:creationId xmlns:a16="http://schemas.microsoft.com/office/drawing/2014/main" id="{4B250C1E-384C-5A4D-B493-4F16109AFBFE}"/>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87" name="Freeform 86">
              <a:extLst>
                <a:ext uri="{FF2B5EF4-FFF2-40B4-BE49-F238E27FC236}">
                  <a16:creationId xmlns:a16="http://schemas.microsoft.com/office/drawing/2014/main" id="{5A2F5A00-A48E-1A46-9393-ED80FF031B14}"/>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8" name="Freeform 87">
              <a:extLst>
                <a:ext uri="{FF2B5EF4-FFF2-40B4-BE49-F238E27FC236}">
                  <a16:creationId xmlns:a16="http://schemas.microsoft.com/office/drawing/2014/main" id="{796862EF-B16A-7B49-B5EF-1F789A62F17C}"/>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sp>
        <p:nvSpPr>
          <p:cNvPr id="82" name="Text Placeholder 3">
            <a:extLst>
              <a:ext uri="{FF2B5EF4-FFF2-40B4-BE49-F238E27FC236}">
                <a16:creationId xmlns:a16="http://schemas.microsoft.com/office/drawing/2014/main" id="{43B517CD-81B5-1241-9C7C-2B8168938CD4}"/>
              </a:ext>
            </a:extLst>
          </p:cNvPr>
          <p:cNvSpPr>
            <a:spLocks noGrp="1"/>
          </p:cNvSpPr>
          <p:nvPr>
            <p:ph type="body" sz="quarter" idx="10" hasCustomPrompt="1"/>
          </p:nvPr>
        </p:nvSpPr>
        <p:spPr>
          <a:xfrm>
            <a:off x="1082212" y="4988527"/>
            <a:ext cx="5381689" cy="365760"/>
          </a:xfrm>
          <a:prstGeom prst="rect">
            <a:avLst/>
          </a:prstGeom>
        </p:spPr>
        <p:txBody>
          <a:bodyPr/>
          <a:lstStyle>
            <a:lvl1pPr marL="0" indent="0" algn="r">
              <a:lnSpc>
                <a:spcPct val="100000"/>
              </a:lnSpc>
              <a:buNone/>
              <a:defRPr sz="1800" b="0" i="1">
                <a:solidFill>
                  <a:schemeClr val="accent2"/>
                </a:solidFill>
              </a:defRPr>
            </a:lvl1pPr>
          </a:lstStyle>
          <a:p>
            <a:pPr lvl="0"/>
            <a:r>
              <a:rPr lang="en-US"/>
              <a:t>— Attribution Line</a:t>
            </a:r>
          </a:p>
        </p:txBody>
      </p:sp>
      <p:sp>
        <p:nvSpPr>
          <p:cNvPr id="2" name="Title 1"/>
          <p:cNvSpPr>
            <a:spLocks noGrp="1"/>
          </p:cNvSpPr>
          <p:nvPr>
            <p:ph type="ctrTitle" hasCustomPrompt="1"/>
          </p:nvPr>
        </p:nvSpPr>
        <p:spPr>
          <a:xfrm>
            <a:off x="1082212" y="1809398"/>
            <a:ext cx="5785628" cy="2970500"/>
          </a:xfrm>
          <a:prstGeom prst="rect">
            <a:avLst/>
          </a:prstGeom>
        </p:spPr>
        <p:txBody>
          <a:bodyPr anchor="t" anchorCtr="0"/>
          <a:lstStyle>
            <a:lvl1pPr marL="0" marR="0" indent="0" algn="l" defTabSz="914400" rtl="0" eaLnBrk="1" fontAlgn="auto" latinLnBrk="0" hangingPunct="1">
              <a:lnSpc>
                <a:spcPct val="100000"/>
              </a:lnSpc>
              <a:spcBef>
                <a:spcPct val="0"/>
              </a:spcBef>
              <a:spcAft>
                <a:spcPts val="0"/>
              </a:spcAft>
              <a:buClrTx/>
              <a:buSzTx/>
              <a:buFontTx/>
              <a:buNone/>
              <a:tabLst/>
              <a:defRPr sz="3200" b="0" i="0" baseline="0">
                <a:solidFill>
                  <a:schemeClr val="accent2"/>
                </a:solidFill>
              </a:defRPr>
            </a:lvl1pPr>
          </a:lstStyle>
          <a:p>
            <a:r>
              <a:rPr lang="en-US"/>
              <a:t>Place quote here in 32pt Arial sentence case with quote attribution. Up to 6 lines of text can be used.”</a:t>
            </a:r>
          </a:p>
        </p:txBody>
      </p:sp>
      <p:sp>
        <p:nvSpPr>
          <p:cNvPr id="75" name="TextBox 74">
            <a:extLst>
              <a:ext uri="{FF2B5EF4-FFF2-40B4-BE49-F238E27FC236}">
                <a16:creationId xmlns:a16="http://schemas.microsoft.com/office/drawing/2014/main" id="{6A04865E-13FE-4711-97A9-D413EE17A679}"/>
              </a:ext>
            </a:extLst>
          </p:cNvPr>
          <p:cNvSpPr txBox="1"/>
          <p:nvPr/>
        </p:nvSpPr>
        <p:spPr>
          <a:xfrm>
            <a:off x="379147" y="1416103"/>
            <a:ext cx="937240" cy="1569660"/>
          </a:xfrm>
          <a:custGeom>
            <a:avLst/>
            <a:gdLst>
              <a:gd name="connsiteX0" fmla="*/ 0 w 937240"/>
              <a:gd name="connsiteY0" fmla="*/ 0 h 1862048"/>
              <a:gd name="connsiteX1" fmla="*/ 937240 w 937240"/>
              <a:gd name="connsiteY1" fmla="*/ 0 h 1862048"/>
              <a:gd name="connsiteX2" fmla="*/ 937240 w 937240"/>
              <a:gd name="connsiteY2" fmla="*/ 1862048 h 1862048"/>
              <a:gd name="connsiteX3" fmla="*/ 0 w 937240"/>
              <a:gd name="connsiteY3" fmla="*/ 1862048 h 1862048"/>
              <a:gd name="connsiteX4" fmla="*/ 0 w 937240"/>
              <a:gd name="connsiteY4" fmla="*/ 0 h 1862048"/>
              <a:gd name="connsiteX0" fmla="*/ 0 w 937240"/>
              <a:gd name="connsiteY0" fmla="*/ 0 h 1862048"/>
              <a:gd name="connsiteX1" fmla="*/ 937240 w 937240"/>
              <a:gd name="connsiteY1" fmla="*/ 0 h 1862048"/>
              <a:gd name="connsiteX2" fmla="*/ 698700 w 937240"/>
              <a:gd name="connsiteY2" fmla="*/ 1225944 h 1862048"/>
              <a:gd name="connsiteX3" fmla="*/ 0 w 937240"/>
              <a:gd name="connsiteY3" fmla="*/ 1862048 h 1862048"/>
              <a:gd name="connsiteX4" fmla="*/ 0 w 937240"/>
              <a:gd name="connsiteY4" fmla="*/ 0 h 1862048"/>
              <a:gd name="connsiteX0" fmla="*/ 0 w 937240"/>
              <a:gd name="connsiteY0" fmla="*/ 0 h 1225944"/>
              <a:gd name="connsiteX1" fmla="*/ 937240 w 937240"/>
              <a:gd name="connsiteY1" fmla="*/ 0 h 1225944"/>
              <a:gd name="connsiteX2" fmla="*/ 698700 w 937240"/>
              <a:gd name="connsiteY2" fmla="*/ 1225944 h 1225944"/>
              <a:gd name="connsiteX3" fmla="*/ 53009 w 937240"/>
              <a:gd name="connsiteY3" fmla="*/ 960901 h 1225944"/>
              <a:gd name="connsiteX4" fmla="*/ 0 w 937240"/>
              <a:gd name="connsiteY4" fmla="*/ 0 h 1225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7240" h="1225944">
                <a:moveTo>
                  <a:pt x="0" y="0"/>
                </a:moveTo>
                <a:lnTo>
                  <a:pt x="937240" y="0"/>
                </a:lnTo>
                <a:lnTo>
                  <a:pt x="698700" y="1225944"/>
                </a:lnTo>
                <a:lnTo>
                  <a:pt x="53009" y="960901"/>
                </a:lnTo>
                <a:lnTo>
                  <a:pt x="0" y="0"/>
                </a:lnTo>
                <a:close/>
              </a:path>
            </a:pathLst>
          </a:custGeom>
          <a:noFill/>
        </p:spPr>
        <p:txBody>
          <a:bodyPr wrap="square" rtlCol="0">
            <a:spAutoFit/>
          </a:bodyPr>
          <a:lstStyle/>
          <a:p>
            <a:r>
              <a:rPr lang="en-US" sz="9600" b="1">
                <a:solidFill>
                  <a:schemeClr val="accent2"/>
                </a:solidFill>
                <a:latin typeface="Arial" panose="020B0604020202020204" pitchFamily="34" charset="0"/>
                <a:cs typeface="Arial" panose="020B0604020202020204" pitchFamily="34" charset="0"/>
              </a:rPr>
              <a:t>“</a:t>
            </a:r>
          </a:p>
        </p:txBody>
      </p:sp>
      <p:sp>
        <p:nvSpPr>
          <p:cNvPr id="65" name="Footer Placeholder 4">
            <a:extLst>
              <a:ext uri="{FF2B5EF4-FFF2-40B4-BE49-F238E27FC236}">
                <a16:creationId xmlns:a16="http://schemas.microsoft.com/office/drawing/2014/main" id="{2B5EAC86-5955-6C44-B473-E9638CE45BEE}"/>
              </a:ext>
            </a:extLst>
          </p:cNvPr>
          <p:cNvSpPr>
            <a:spLocks noGrp="1"/>
          </p:cNvSpPr>
          <p:nvPr>
            <p:ph type="ftr" sz="quarter" idx="3"/>
          </p:nvPr>
        </p:nvSpPr>
        <p:spPr bwMode="gray">
          <a:xfrm>
            <a:off x="1082212" y="6387858"/>
            <a:ext cx="8587966"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66" name="Slide Number Placeholder 5">
            <a:extLst>
              <a:ext uri="{FF2B5EF4-FFF2-40B4-BE49-F238E27FC236}">
                <a16:creationId xmlns:a16="http://schemas.microsoft.com/office/drawing/2014/main" id="{0B8041C5-D44C-8F4A-BD08-5435D5173B91}"/>
              </a:ext>
            </a:extLst>
          </p:cNvPr>
          <p:cNvSpPr txBox="1">
            <a:spLocks/>
          </p:cNvSpPr>
          <p:nvPr/>
        </p:nvSpPr>
        <p:spPr bwMode="white">
          <a:xfrm>
            <a:off x="11708455" y="6548145"/>
            <a:ext cx="3678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7F7F7F"/>
                </a:solidFill>
              </a:rPr>
              <a:t>‹#›</a:t>
            </a:fld>
            <a:endParaRPr lang="en-US" sz="800" b="0">
              <a:solidFill>
                <a:srgbClr val="7F7F7F"/>
              </a:solidFill>
            </a:endParaRPr>
          </a:p>
        </p:txBody>
      </p:sp>
      <p:pic>
        <p:nvPicPr>
          <p:cNvPr id="15" name="Graphic 14">
            <a:extLst>
              <a:ext uri="{FF2B5EF4-FFF2-40B4-BE49-F238E27FC236}">
                <a16:creationId xmlns:a16="http://schemas.microsoft.com/office/drawing/2014/main" id="{5676FBE2-B43F-5C47-8389-AD3C99D975C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Tree>
    <p:extLst>
      <p:ext uri="{BB962C8B-B14F-4D97-AF65-F5344CB8AC3E}">
        <p14:creationId xmlns:p14="http://schemas.microsoft.com/office/powerpoint/2010/main" val="2804200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hought Slide - IQVIA">
    <p:bg>
      <p:bgPr>
        <a:gradFill>
          <a:gsLst>
            <a:gs pos="20000">
              <a:schemeClr val="accent2"/>
            </a:gs>
            <a:gs pos="80000">
              <a:schemeClr val="accent1"/>
            </a:gs>
          </a:gsLst>
          <a:lin ang="2700000" scaled="1"/>
        </a:gra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E54A23A-653F-044A-872E-96D84FA8FBB7}"/>
              </a:ext>
            </a:extLst>
          </p:cNvPr>
          <p:cNvGrpSpPr/>
          <p:nvPr/>
        </p:nvGrpSpPr>
        <p:grpSpPr>
          <a:xfrm>
            <a:off x="0" y="1460563"/>
            <a:ext cx="2550984" cy="4676908"/>
            <a:chOff x="0" y="1403413"/>
            <a:chExt cx="2550984" cy="4676908"/>
          </a:xfrm>
          <a:solidFill>
            <a:schemeClr val="accent1"/>
          </a:solidFill>
        </p:grpSpPr>
        <p:grpSp>
          <p:nvGrpSpPr>
            <p:cNvPr id="9" name="Group 8">
              <a:extLst>
                <a:ext uri="{FF2B5EF4-FFF2-40B4-BE49-F238E27FC236}">
                  <a16:creationId xmlns:a16="http://schemas.microsoft.com/office/drawing/2014/main" id="{844260B0-4CB4-D64E-9C92-5124265DA7A3}"/>
                </a:ext>
              </a:extLst>
            </p:cNvPr>
            <p:cNvGrpSpPr/>
            <p:nvPr/>
          </p:nvGrpSpPr>
          <p:grpSpPr>
            <a:xfrm>
              <a:off x="1" y="4502072"/>
              <a:ext cx="1013573" cy="545364"/>
              <a:chOff x="1" y="4502072"/>
              <a:chExt cx="1013573" cy="545364"/>
            </a:xfrm>
            <a:grpFill/>
          </p:grpSpPr>
          <p:sp>
            <p:nvSpPr>
              <p:cNvPr id="64" name="Rectangle 63">
                <a:extLst>
                  <a:ext uri="{FF2B5EF4-FFF2-40B4-BE49-F238E27FC236}">
                    <a16:creationId xmlns:a16="http://schemas.microsoft.com/office/drawing/2014/main" id="{AFE54BDC-92F7-FF47-96F4-48A8CED3C760}"/>
                  </a:ext>
                </a:extLst>
              </p:cNvPr>
              <p:cNvSpPr/>
              <p:nvPr/>
            </p:nvSpPr>
            <p:spPr>
              <a:xfrm>
                <a:off x="1" y="4502072"/>
                <a:ext cx="735042"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65" name="Oval 64">
                <a:extLst>
                  <a:ext uri="{FF2B5EF4-FFF2-40B4-BE49-F238E27FC236}">
                    <a16:creationId xmlns:a16="http://schemas.microsoft.com/office/drawing/2014/main" id="{BBC52103-9224-6C4C-89DA-F8113C00854E}"/>
                  </a:ext>
                </a:extLst>
              </p:cNvPr>
              <p:cNvSpPr/>
              <p:nvPr/>
            </p:nvSpPr>
            <p:spPr>
              <a:xfrm>
                <a:off x="468210"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8" name="Group 7">
              <a:extLst>
                <a:ext uri="{FF2B5EF4-FFF2-40B4-BE49-F238E27FC236}">
                  <a16:creationId xmlns:a16="http://schemas.microsoft.com/office/drawing/2014/main" id="{A0C066D0-213A-4E42-B2BA-FB39C744A96E}"/>
                </a:ext>
              </a:extLst>
            </p:cNvPr>
            <p:cNvGrpSpPr/>
            <p:nvPr/>
          </p:nvGrpSpPr>
          <p:grpSpPr>
            <a:xfrm>
              <a:off x="0" y="3469185"/>
              <a:ext cx="1162174" cy="545364"/>
              <a:chOff x="0" y="3469185"/>
              <a:chExt cx="1162174" cy="545364"/>
            </a:xfrm>
            <a:grpFill/>
          </p:grpSpPr>
          <p:sp>
            <p:nvSpPr>
              <p:cNvPr id="66" name="Rectangle 65">
                <a:extLst>
                  <a:ext uri="{FF2B5EF4-FFF2-40B4-BE49-F238E27FC236}">
                    <a16:creationId xmlns:a16="http://schemas.microsoft.com/office/drawing/2014/main" id="{DA67A407-7D4D-3749-9A23-617DCB2CC42B}"/>
                  </a:ext>
                </a:extLst>
              </p:cNvPr>
              <p:cNvSpPr/>
              <p:nvPr/>
            </p:nvSpPr>
            <p:spPr>
              <a:xfrm>
                <a:off x="0" y="3469185"/>
                <a:ext cx="883637"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67" name="Oval 66">
                <a:extLst>
                  <a:ext uri="{FF2B5EF4-FFF2-40B4-BE49-F238E27FC236}">
                    <a16:creationId xmlns:a16="http://schemas.microsoft.com/office/drawing/2014/main" id="{35FFBBA7-854B-B748-B093-1CE3952BB1BD}"/>
                  </a:ext>
                </a:extLst>
              </p:cNvPr>
              <p:cNvSpPr/>
              <p:nvPr/>
            </p:nvSpPr>
            <p:spPr>
              <a:xfrm>
                <a:off x="616810"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7" name="Group 6">
              <a:extLst>
                <a:ext uri="{FF2B5EF4-FFF2-40B4-BE49-F238E27FC236}">
                  <a16:creationId xmlns:a16="http://schemas.microsoft.com/office/drawing/2014/main" id="{30143330-49E8-4D4D-A683-BA5AC4536F35}"/>
                </a:ext>
              </a:extLst>
            </p:cNvPr>
            <p:cNvGrpSpPr/>
            <p:nvPr/>
          </p:nvGrpSpPr>
          <p:grpSpPr>
            <a:xfrm>
              <a:off x="0" y="2436300"/>
              <a:ext cx="1023436" cy="545364"/>
              <a:chOff x="0" y="2440184"/>
              <a:chExt cx="1023436" cy="545364"/>
            </a:xfrm>
            <a:grpFill/>
          </p:grpSpPr>
          <p:sp>
            <p:nvSpPr>
              <p:cNvPr id="68" name="Rectangle 67">
                <a:extLst>
                  <a:ext uri="{FF2B5EF4-FFF2-40B4-BE49-F238E27FC236}">
                    <a16:creationId xmlns:a16="http://schemas.microsoft.com/office/drawing/2014/main" id="{8036A379-1707-5D4E-AAD8-4CD10718D475}"/>
                  </a:ext>
                </a:extLst>
              </p:cNvPr>
              <p:cNvSpPr/>
              <p:nvPr/>
            </p:nvSpPr>
            <p:spPr>
              <a:xfrm>
                <a:off x="0" y="2440184"/>
                <a:ext cx="744067"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69" name="Oval 68">
                <a:extLst>
                  <a:ext uri="{FF2B5EF4-FFF2-40B4-BE49-F238E27FC236}">
                    <a16:creationId xmlns:a16="http://schemas.microsoft.com/office/drawing/2014/main" id="{EB1666CD-BEF0-4D4B-BA70-902CCBD452A2}"/>
                  </a:ext>
                </a:extLst>
              </p:cNvPr>
              <p:cNvSpPr/>
              <p:nvPr/>
            </p:nvSpPr>
            <p:spPr>
              <a:xfrm>
                <a:off x="478072" y="2440184"/>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6" name="Group 5">
              <a:extLst>
                <a:ext uri="{FF2B5EF4-FFF2-40B4-BE49-F238E27FC236}">
                  <a16:creationId xmlns:a16="http://schemas.microsoft.com/office/drawing/2014/main" id="{C6437A27-019B-564D-B996-C91C1F5CC2C9}"/>
                </a:ext>
              </a:extLst>
            </p:cNvPr>
            <p:cNvGrpSpPr/>
            <p:nvPr/>
          </p:nvGrpSpPr>
          <p:grpSpPr>
            <a:xfrm>
              <a:off x="876713" y="5534957"/>
              <a:ext cx="1674271" cy="545364"/>
              <a:chOff x="876236" y="5534957"/>
              <a:chExt cx="1674271" cy="545364"/>
            </a:xfrm>
            <a:grpFill/>
          </p:grpSpPr>
          <p:sp>
            <p:nvSpPr>
              <p:cNvPr id="70" name="Rectangle 69">
                <a:extLst>
                  <a:ext uri="{FF2B5EF4-FFF2-40B4-BE49-F238E27FC236}">
                    <a16:creationId xmlns:a16="http://schemas.microsoft.com/office/drawing/2014/main" id="{AA63EA5C-5E6E-BC4A-9E7A-94DE3B6280E8}"/>
                  </a:ext>
                </a:extLst>
              </p:cNvPr>
              <p:cNvSpPr/>
              <p:nvPr/>
            </p:nvSpPr>
            <p:spPr>
              <a:xfrm>
                <a:off x="1154393" y="5534957"/>
                <a:ext cx="1117582"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71" name="Oval 70">
                <a:extLst>
                  <a:ext uri="{FF2B5EF4-FFF2-40B4-BE49-F238E27FC236}">
                    <a16:creationId xmlns:a16="http://schemas.microsoft.com/office/drawing/2014/main" id="{7A0BB5E6-BAD7-3F49-A359-BE26A2F6BE4C}"/>
                  </a:ext>
                </a:extLst>
              </p:cNvPr>
              <p:cNvSpPr/>
              <p:nvPr/>
            </p:nvSpPr>
            <p:spPr>
              <a:xfrm>
                <a:off x="2005143"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72" name="Oval 71">
                <a:extLst>
                  <a:ext uri="{FF2B5EF4-FFF2-40B4-BE49-F238E27FC236}">
                    <a16:creationId xmlns:a16="http://schemas.microsoft.com/office/drawing/2014/main" id="{1C16252C-42E7-844C-86B3-C65D63364C8F}"/>
                  </a:ext>
                </a:extLst>
              </p:cNvPr>
              <p:cNvSpPr/>
              <p:nvPr/>
            </p:nvSpPr>
            <p:spPr>
              <a:xfrm>
                <a:off x="876236"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5" name="Group 4">
              <a:extLst>
                <a:ext uri="{FF2B5EF4-FFF2-40B4-BE49-F238E27FC236}">
                  <a16:creationId xmlns:a16="http://schemas.microsoft.com/office/drawing/2014/main" id="{ADF5CA18-ACA9-2A42-A4F3-CA7027AC1183}"/>
                </a:ext>
              </a:extLst>
            </p:cNvPr>
            <p:cNvGrpSpPr/>
            <p:nvPr/>
          </p:nvGrpSpPr>
          <p:grpSpPr>
            <a:xfrm>
              <a:off x="1404844" y="4502072"/>
              <a:ext cx="1146140" cy="545364"/>
              <a:chOff x="1404367" y="4502072"/>
              <a:chExt cx="1146140" cy="545364"/>
            </a:xfrm>
            <a:grpFill/>
          </p:grpSpPr>
          <p:sp>
            <p:nvSpPr>
              <p:cNvPr id="73" name="Rectangle 72">
                <a:extLst>
                  <a:ext uri="{FF2B5EF4-FFF2-40B4-BE49-F238E27FC236}">
                    <a16:creationId xmlns:a16="http://schemas.microsoft.com/office/drawing/2014/main" id="{EF9009F8-F40E-4142-9FD4-5F82D827183E}"/>
                  </a:ext>
                </a:extLst>
              </p:cNvPr>
              <p:cNvSpPr/>
              <p:nvPr/>
            </p:nvSpPr>
            <p:spPr>
              <a:xfrm>
                <a:off x="1682197" y="4502072"/>
                <a:ext cx="589775"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74" name="Oval 73">
                <a:extLst>
                  <a:ext uri="{FF2B5EF4-FFF2-40B4-BE49-F238E27FC236}">
                    <a16:creationId xmlns:a16="http://schemas.microsoft.com/office/drawing/2014/main" id="{F656972E-4EE4-B440-BF3B-7C50C2F4AFD2}"/>
                  </a:ext>
                </a:extLst>
              </p:cNvPr>
              <p:cNvSpPr/>
              <p:nvPr/>
            </p:nvSpPr>
            <p:spPr>
              <a:xfrm>
                <a:off x="2005143"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75" name="Oval 74">
                <a:extLst>
                  <a:ext uri="{FF2B5EF4-FFF2-40B4-BE49-F238E27FC236}">
                    <a16:creationId xmlns:a16="http://schemas.microsoft.com/office/drawing/2014/main" id="{856FC643-92EC-5446-B635-5272B44ABBC4}"/>
                  </a:ext>
                </a:extLst>
              </p:cNvPr>
              <p:cNvSpPr/>
              <p:nvPr/>
            </p:nvSpPr>
            <p:spPr>
              <a:xfrm>
                <a:off x="1404367"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4" name="Group 3">
              <a:extLst>
                <a:ext uri="{FF2B5EF4-FFF2-40B4-BE49-F238E27FC236}">
                  <a16:creationId xmlns:a16="http://schemas.microsoft.com/office/drawing/2014/main" id="{57F13C1C-5A0B-E349-81D8-289CF597EFF6}"/>
                </a:ext>
              </a:extLst>
            </p:cNvPr>
            <p:cNvGrpSpPr/>
            <p:nvPr/>
          </p:nvGrpSpPr>
          <p:grpSpPr>
            <a:xfrm>
              <a:off x="1563753" y="3469185"/>
              <a:ext cx="987231" cy="545364"/>
              <a:chOff x="1560101" y="3469185"/>
              <a:chExt cx="987231" cy="545364"/>
            </a:xfrm>
            <a:grpFill/>
          </p:grpSpPr>
          <p:sp>
            <p:nvSpPr>
              <p:cNvPr id="76" name="Oval 75">
                <a:extLst>
                  <a:ext uri="{FF2B5EF4-FFF2-40B4-BE49-F238E27FC236}">
                    <a16:creationId xmlns:a16="http://schemas.microsoft.com/office/drawing/2014/main" id="{B4037E36-7ECF-7242-B733-14F93EF6E7A7}"/>
                  </a:ext>
                </a:extLst>
              </p:cNvPr>
              <p:cNvSpPr/>
              <p:nvPr/>
            </p:nvSpPr>
            <p:spPr>
              <a:xfrm>
                <a:off x="1560101"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77" name="Rectangle 76">
                <a:extLst>
                  <a:ext uri="{FF2B5EF4-FFF2-40B4-BE49-F238E27FC236}">
                    <a16:creationId xmlns:a16="http://schemas.microsoft.com/office/drawing/2014/main" id="{13A075E0-B627-254E-A4FB-378B4E95EDE4}"/>
                  </a:ext>
                </a:extLst>
              </p:cNvPr>
              <p:cNvSpPr/>
              <p:nvPr/>
            </p:nvSpPr>
            <p:spPr>
              <a:xfrm>
                <a:off x="1825936" y="3469185"/>
                <a:ext cx="446037"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78" name="Oval 77">
                <a:extLst>
                  <a:ext uri="{FF2B5EF4-FFF2-40B4-BE49-F238E27FC236}">
                    <a16:creationId xmlns:a16="http://schemas.microsoft.com/office/drawing/2014/main" id="{B2AE0DCE-94BE-7947-8768-92F78F9D7213}"/>
                  </a:ext>
                </a:extLst>
              </p:cNvPr>
              <p:cNvSpPr/>
              <p:nvPr/>
            </p:nvSpPr>
            <p:spPr>
              <a:xfrm>
                <a:off x="2001968"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3" name="Group 2">
              <a:extLst>
                <a:ext uri="{FF2B5EF4-FFF2-40B4-BE49-F238E27FC236}">
                  <a16:creationId xmlns:a16="http://schemas.microsoft.com/office/drawing/2014/main" id="{16D361C0-AC3B-D84D-9A88-5FC411D00470}"/>
                </a:ext>
              </a:extLst>
            </p:cNvPr>
            <p:cNvGrpSpPr/>
            <p:nvPr/>
          </p:nvGrpSpPr>
          <p:grpSpPr>
            <a:xfrm>
              <a:off x="1416321" y="2436300"/>
              <a:ext cx="1134663" cy="545364"/>
              <a:chOff x="1415887" y="2436300"/>
              <a:chExt cx="1134663" cy="545364"/>
            </a:xfrm>
            <a:grpFill/>
          </p:grpSpPr>
          <p:sp>
            <p:nvSpPr>
              <p:cNvPr id="79" name="Oval 78">
                <a:extLst>
                  <a:ext uri="{FF2B5EF4-FFF2-40B4-BE49-F238E27FC236}">
                    <a16:creationId xmlns:a16="http://schemas.microsoft.com/office/drawing/2014/main" id="{1603488A-FE35-DC44-B59F-D73A4174124C}"/>
                  </a:ext>
                </a:extLst>
              </p:cNvPr>
              <p:cNvSpPr/>
              <p:nvPr/>
            </p:nvSpPr>
            <p:spPr>
              <a:xfrm>
                <a:off x="2005186"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0" name="Oval 79">
                <a:extLst>
                  <a:ext uri="{FF2B5EF4-FFF2-40B4-BE49-F238E27FC236}">
                    <a16:creationId xmlns:a16="http://schemas.microsoft.com/office/drawing/2014/main" id="{F562BC2A-8E8F-8F4A-AF64-D93514A83DE2}"/>
                  </a:ext>
                </a:extLst>
              </p:cNvPr>
              <p:cNvSpPr/>
              <p:nvPr/>
            </p:nvSpPr>
            <p:spPr>
              <a:xfrm>
                <a:off x="1415887"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1" name="Rectangle 80">
                <a:extLst>
                  <a:ext uri="{FF2B5EF4-FFF2-40B4-BE49-F238E27FC236}">
                    <a16:creationId xmlns:a16="http://schemas.microsoft.com/office/drawing/2014/main" id="{45DA935B-E728-D449-B962-9C993F9194C3}"/>
                  </a:ext>
                </a:extLst>
              </p:cNvPr>
              <p:cNvSpPr/>
              <p:nvPr/>
            </p:nvSpPr>
            <p:spPr>
              <a:xfrm>
                <a:off x="1682240" y="2436300"/>
                <a:ext cx="58973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2" name="Group 1">
              <a:extLst>
                <a:ext uri="{FF2B5EF4-FFF2-40B4-BE49-F238E27FC236}">
                  <a16:creationId xmlns:a16="http://schemas.microsoft.com/office/drawing/2014/main" id="{37C5B5FC-28F8-6A43-9D03-F89AA5DADC09}"/>
                </a:ext>
              </a:extLst>
            </p:cNvPr>
            <p:cNvGrpSpPr/>
            <p:nvPr/>
          </p:nvGrpSpPr>
          <p:grpSpPr>
            <a:xfrm>
              <a:off x="898206" y="1403413"/>
              <a:ext cx="1652778" cy="545364"/>
              <a:chOff x="898206" y="1403413"/>
              <a:chExt cx="1652778" cy="545364"/>
            </a:xfrm>
            <a:grpFill/>
          </p:grpSpPr>
          <p:sp>
            <p:nvSpPr>
              <p:cNvPr id="82" name="Oval 81">
                <a:extLst>
                  <a:ext uri="{FF2B5EF4-FFF2-40B4-BE49-F238E27FC236}">
                    <a16:creationId xmlns:a16="http://schemas.microsoft.com/office/drawing/2014/main" id="{B34D7784-E348-154F-80D9-BA83F6D4D68E}"/>
                  </a:ext>
                </a:extLst>
              </p:cNvPr>
              <p:cNvSpPr/>
              <p:nvPr/>
            </p:nvSpPr>
            <p:spPr>
              <a:xfrm>
                <a:off x="2005620"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3" name="Oval 82">
                <a:extLst>
                  <a:ext uri="{FF2B5EF4-FFF2-40B4-BE49-F238E27FC236}">
                    <a16:creationId xmlns:a16="http://schemas.microsoft.com/office/drawing/2014/main" id="{2849EC6B-F9A7-F742-813C-BBB1639B37A5}"/>
                  </a:ext>
                </a:extLst>
              </p:cNvPr>
              <p:cNvSpPr/>
              <p:nvPr/>
            </p:nvSpPr>
            <p:spPr>
              <a:xfrm>
                <a:off x="898206"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4" name="Rectangle 83">
                <a:extLst>
                  <a:ext uri="{FF2B5EF4-FFF2-40B4-BE49-F238E27FC236}">
                    <a16:creationId xmlns:a16="http://schemas.microsoft.com/office/drawing/2014/main" id="{81DB5796-D137-AF40-AB92-A11E96841BD6}"/>
                  </a:ext>
                </a:extLst>
              </p:cNvPr>
              <p:cNvSpPr/>
              <p:nvPr/>
            </p:nvSpPr>
            <p:spPr>
              <a:xfrm>
                <a:off x="1164538" y="1403413"/>
                <a:ext cx="111758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sp>
          <p:nvSpPr>
            <p:cNvPr id="85" name="Freeform 84">
              <a:extLst>
                <a:ext uri="{FF2B5EF4-FFF2-40B4-BE49-F238E27FC236}">
                  <a16:creationId xmlns:a16="http://schemas.microsoft.com/office/drawing/2014/main" id="{2606B288-B2E5-CB4F-9CD4-6304B4259D84}"/>
                </a:ext>
              </a:extLst>
            </p:cNvPr>
            <p:cNvSpPr/>
            <p:nvPr/>
          </p:nvSpPr>
          <p:spPr>
            <a:xfrm>
              <a:off x="1945" y="5534957"/>
              <a:ext cx="476127" cy="545364"/>
            </a:xfrm>
            <a:custGeom>
              <a:avLst/>
              <a:gdLst>
                <a:gd name="connsiteX0" fmla="*/ 0 w 476127"/>
                <a:gd name="connsiteY0" fmla="*/ 0 h 545364"/>
                <a:gd name="connsiteX1" fmla="*/ 197590 w 476127"/>
                <a:gd name="connsiteY1" fmla="*/ 0 h 545364"/>
                <a:gd name="connsiteX2" fmla="*/ 197590 w 476127"/>
                <a:gd name="connsiteY2" fmla="*/ 590 h 545364"/>
                <a:gd name="connsiteX3" fmla="*/ 203445 w 476127"/>
                <a:gd name="connsiteY3" fmla="*/ 0 h 545364"/>
                <a:gd name="connsiteX4" fmla="*/ 476127 w 476127"/>
                <a:gd name="connsiteY4" fmla="*/ 272682 h 545364"/>
                <a:gd name="connsiteX5" fmla="*/ 203445 w 476127"/>
                <a:gd name="connsiteY5" fmla="*/ 545364 h 545364"/>
                <a:gd name="connsiteX6" fmla="*/ 197590 w 476127"/>
                <a:gd name="connsiteY6" fmla="*/ 544774 h 545364"/>
                <a:gd name="connsiteX7" fmla="*/ 197590 w 476127"/>
                <a:gd name="connsiteY7" fmla="*/ 545364 h 545364"/>
                <a:gd name="connsiteX8" fmla="*/ 0 w 476127"/>
                <a:gd name="connsiteY8" fmla="*/ 545364 h 545364"/>
                <a:gd name="connsiteX9" fmla="*/ 0 w 476127"/>
                <a:gd name="connsiteY9" fmla="*/ 452614 h 545364"/>
                <a:gd name="connsiteX10" fmla="*/ 0 w 476127"/>
                <a:gd name="connsiteY10" fmla="*/ 92750 h 545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6127" h="545364">
                  <a:moveTo>
                    <a:pt x="0" y="0"/>
                  </a:moveTo>
                  <a:lnTo>
                    <a:pt x="197590" y="0"/>
                  </a:lnTo>
                  <a:lnTo>
                    <a:pt x="197590" y="590"/>
                  </a:lnTo>
                  <a:lnTo>
                    <a:pt x="203445" y="0"/>
                  </a:lnTo>
                  <a:cubicBezTo>
                    <a:pt x="354043" y="0"/>
                    <a:pt x="476127" y="122084"/>
                    <a:pt x="476127" y="272682"/>
                  </a:cubicBezTo>
                  <a:cubicBezTo>
                    <a:pt x="476127" y="423280"/>
                    <a:pt x="354043" y="545364"/>
                    <a:pt x="203445" y="545364"/>
                  </a:cubicBezTo>
                  <a:lnTo>
                    <a:pt x="197590" y="544774"/>
                  </a:lnTo>
                  <a:lnTo>
                    <a:pt x="197590" y="545364"/>
                  </a:lnTo>
                  <a:lnTo>
                    <a:pt x="0" y="545364"/>
                  </a:lnTo>
                  <a:lnTo>
                    <a:pt x="0" y="452614"/>
                  </a:lnTo>
                  <a:lnTo>
                    <a:pt x="0" y="9275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6" name="Freeform 85">
              <a:extLst>
                <a:ext uri="{FF2B5EF4-FFF2-40B4-BE49-F238E27FC236}">
                  <a16:creationId xmlns:a16="http://schemas.microsoft.com/office/drawing/2014/main" id="{18324F76-739D-5A41-8026-F96B96947F97}"/>
                </a:ext>
              </a:extLst>
            </p:cNvPr>
            <p:cNvSpPr/>
            <p:nvPr/>
          </p:nvSpPr>
          <p:spPr>
            <a:xfrm>
              <a:off x="0" y="1403413"/>
              <a:ext cx="501699" cy="545364"/>
            </a:xfrm>
            <a:custGeom>
              <a:avLst/>
              <a:gdLst>
                <a:gd name="connsiteX0" fmla="*/ 1 w 501699"/>
                <a:gd name="connsiteY0" fmla="*/ 0 h 545364"/>
                <a:gd name="connsiteX1" fmla="*/ 223169 w 501699"/>
                <a:gd name="connsiteY1" fmla="*/ 0 h 545364"/>
                <a:gd name="connsiteX2" fmla="*/ 223169 w 501699"/>
                <a:gd name="connsiteY2" fmla="*/ 590 h 545364"/>
                <a:gd name="connsiteX3" fmla="*/ 229017 w 501699"/>
                <a:gd name="connsiteY3" fmla="*/ 0 h 545364"/>
                <a:gd name="connsiteX4" fmla="*/ 501699 w 501699"/>
                <a:gd name="connsiteY4" fmla="*/ 272682 h 545364"/>
                <a:gd name="connsiteX5" fmla="*/ 229017 w 501699"/>
                <a:gd name="connsiteY5" fmla="*/ 545364 h 545364"/>
                <a:gd name="connsiteX6" fmla="*/ 223169 w 501699"/>
                <a:gd name="connsiteY6" fmla="*/ 544775 h 545364"/>
                <a:gd name="connsiteX7" fmla="*/ 223169 w 501699"/>
                <a:gd name="connsiteY7" fmla="*/ 545364 h 545364"/>
                <a:gd name="connsiteX8" fmla="*/ 1 w 501699"/>
                <a:gd name="connsiteY8" fmla="*/ 545364 h 545364"/>
                <a:gd name="connsiteX9" fmla="*/ 1 w 501699"/>
                <a:gd name="connsiteY9" fmla="*/ 419791 h 545364"/>
                <a:gd name="connsiteX10" fmla="*/ 0 w 501699"/>
                <a:gd name="connsiteY10" fmla="*/ 419789 h 545364"/>
                <a:gd name="connsiteX11" fmla="*/ 0 w 501699"/>
                <a:gd name="connsiteY11" fmla="*/ 125575 h 545364"/>
                <a:gd name="connsiteX12" fmla="*/ 1 w 501699"/>
                <a:gd name="connsiteY12" fmla="*/ 125573 h 545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1699" h="545364">
                  <a:moveTo>
                    <a:pt x="1" y="0"/>
                  </a:moveTo>
                  <a:lnTo>
                    <a:pt x="223169" y="0"/>
                  </a:lnTo>
                  <a:lnTo>
                    <a:pt x="223169" y="590"/>
                  </a:lnTo>
                  <a:lnTo>
                    <a:pt x="229017" y="0"/>
                  </a:lnTo>
                  <a:cubicBezTo>
                    <a:pt x="379615" y="0"/>
                    <a:pt x="501699" y="122084"/>
                    <a:pt x="501699" y="272682"/>
                  </a:cubicBezTo>
                  <a:cubicBezTo>
                    <a:pt x="501699" y="423280"/>
                    <a:pt x="379615" y="545364"/>
                    <a:pt x="229017" y="545364"/>
                  </a:cubicBezTo>
                  <a:lnTo>
                    <a:pt x="223169" y="544775"/>
                  </a:lnTo>
                  <a:lnTo>
                    <a:pt x="223169" y="545364"/>
                  </a:lnTo>
                  <a:lnTo>
                    <a:pt x="1" y="545364"/>
                  </a:lnTo>
                  <a:lnTo>
                    <a:pt x="1" y="419791"/>
                  </a:lnTo>
                  <a:lnTo>
                    <a:pt x="0" y="419789"/>
                  </a:lnTo>
                  <a:lnTo>
                    <a:pt x="0" y="125575"/>
                  </a:lnTo>
                  <a:lnTo>
                    <a:pt x="1" y="12557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sp>
        <p:nvSpPr>
          <p:cNvPr id="60" name="Title 1">
            <a:extLst>
              <a:ext uri="{FF2B5EF4-FFF2-40B4-BE49-F238E27FC236}">
                <a16:creationId xmlns:a16="http://schemas.microsoft.com/office/drawing/2014/main" id="{99B32E9C-8531-8F42-88AC-648425B4B168}"/>
              </a:ext>
            </a:extLst>
          </p:cNvPr>
          <p:cNvSpPr>
            <a:spLocks noGrp="1"/>
          </p:cNvSpPr>
          <p:nvPr>
            <p:ph type="title" hasCustomPrompt="1"/>
          </p:nvPr>
        </p:nvSpPr>
        <p:spPr bwMode="white">
          <a:xfrm>
            <a:off x="3393370" y="1460563"/>
            <a:ext cx="7988504" cy="4676908"/>
          </a:xfrm>
          <a:prstGeom prst="rect">
            <a:avLst/>
          </a:prstGeom>
        </p:spPr>
        <p:txBody>
          <a:bodyPr anchor="ctr" anchorCtr="0"/>
          <a:lstStyle>
            <a:lvl1pPr marL="0" marR="0" indent="0" algn="l" defTabSz="914400" rtl="0" eaLnBrk="1" fontAlgn="auto" latinLnBrk="0" hangingPunct="1">
              <a:lnSpc>
                <a:spcPct val="100000"/>
              </a:lnSpc>
              <a:spcBef>
                <a:spcPct val="0"/>
              </a:spcBef>
              <a:spcAft>
                <a:spcPts val="0"/>
              </a:spcAft>
              <a:buClrTx/>
              <a:buSzTx/>
              <a:buFontTx/>
              <a:buNone/>
              <a:tabLst/>
              <a:defRPr sz="3600" b="1">
                <a:solidFill>
                  <a:schemeClr val="bg1"/>
                </a:solidFill>
              </a:defRPr>
            </a:lvl1pPr>
          </a:lstStyle>
          <a:p>
            <a:r>
              <a:rPr lang="en-US"/>
              <a:t>Thought slides are 36pt </a:t>
            </a:r>
            <a:br>
              <a:rPr lang="en-US"/>
            </a:br>
            <a:r>
              <a:rPr lang="en-US"/>
              <a:t>Arial Bold sentence case</a:t>
            </a:r>
          </a:p>
        </p:txBody>
      </p:sp>
      <p:sp>
        <p:nvSpPr>
          <p:cNvPr id="30" name="Slide Number Placeholder 5">
            <a:extLst>
              <a:ext uri="{FF2B5EF4-FFF2-40B4-BE49-F238E27FC236}">
                <a16:creationId xmlns:a16="http://schemas.microsoft.com/office/drawing/2014/main" id="{DBE3E6C0-8C36-8B43-957E-48824B0A0BBC}"/>
              </a:ext>
            </a:extLst>
          </p:cNvPr>
          <p:cNvSpPr txBox="1">
            <a:spLocks/>
          </p:cNvSpPr>
          <p:nvPr/>
        </p:nvSpPr>
        <p:spPr bwMode="white">
          <a:xfrm>
            <a:off x="11708455" y="6548145"/>
            <a:ext cx="3678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chemeClr val="bg1"/>
                </a:solidFill>
              </a:rPr>
              <a:t>‹#›</a:t>
            </a:fld>
            <a:endParaRPr lang="en-US" sz="800" b="0">
              <a:solidFill>
                <a:schemeClr val="bg1"/>
              </a:solidFill>
            </a:endParaRPr>
          </a:p>
        </p:txBody>
      </p:sp>
    </p:spTree>
    <p:extLst>
      <p:ext uri="{BB962C8B-B14F-4D97-AF65-F5344CB8AC3E}">
        <p14:creationId xmlns:p14="http://schemas.microsoft.com/office/powerpoint/2010/main" val="1147253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losing - IQVIA">
    <p:bg>
      <p:bgPr>
        <a:gradFill>
          <a:gsLst>
            <a:gs pos="20000">
              <a:schemeClr val="tx1"/>
            </a:gs>
            <a:gs pos="80000">
              <a:srgbClr val="606B71"/>
            </a:gs>
          </a:gsLst>
          <a:lin ang="2700000" scaled="1"/>
        </a:gradFill>
        <a:effectLst/>
      </p:bgPr>
    </p:bg>
    <p:spTree>
      <p:nvGrpSpPr>
        <p:cNvPr id="1" name=""/>
        <p:cNvGrpSpPr/>
        <p:nvPr/>
      </p:nvGrpSpPr>
      <p:grpSpPr>
        <a:xfrm>
          <a:off x="0" y="0"/>
          <a:ext cx="0" cy="0"/>
          <a:chOff x="0" y="0"/>
          <a:chExt cx="0" cy="0"/>
        </a:xfrm>
      </p:grpSpPr>
      <p:sp>
        <p:nvSpPr>
          <p:cNvPr id="60" name="Content Placeholder 2">
            <a:extLst>
              <a:ext uri="{FF2B5EF4-FFF2-40B4-BE49-F238E27FC236}">
                <a16:creationId xmlns:a16="http://schemas.microsoft.com/office/drawing/2014/main" id="{117F4479-AB2F-544F-914C-7C68ABE310F0}"/>
              </a:ext>
            </a:extLst>
          </p:cNvPr>
          <p:cNvSpPr>
            <a:spLocks noGrp="1"/>
          </p:cNvSpPr>
          <p:nvPr>
            <p:ph idx="10" hasCustomPrompt="1"/>
          </p:nvPr>
        </p:nvSpPr>
        <p:spPr>
          <a:xfrm>
            <a:off x="1036859" y="3208148"/>
            <a:ext cx="5588846" cy="2929323"/>
          </a:xfrm>
          <a:prstGeom prst="rect">
            <a:avLst/>
          </a:prstGeom>
        </p:spPr>
        <p:txBody>
          <a:bodyPr/>
          <a:lstStyle>
            <a:lvl1pPr marL="274320" indent="-274320">
              <a:lnSpc>
                <a:spcPct val="100000"/>
              </a:lnSpc>
              <a:spcBef>
                <a:spcPts val="1000"/>
              </a:spcBef>
              <a:defRPr sz="2400">
                <a:solidFill>
                  <a:schemeClr val="bg1"/>
                </a:solidFill>
              </a:defRPr>
            </a:lvl1pPr>
            <a:lvl2pPr marL="548640" indent="-274320">
              <a:lnSpc>
                <a:spcPct val="100000"/>
              </a:lnSpc>
              <a:spcBef>
                <a:spcPts val="800"/>
              </a:spcBef>
              <a:buFont typeface="Arial" panose="020B0604020202020204" pitchFamily="34" charset="0"/>
              <a:buChar char="-"/>
              <a:defRPr sz="2400">
                <a:solidFill>
                  <a:schemeClr val="bg1"/>
                </a:solidFill>
              </a:defRPr>
            </a:lvl2pPr>
            <a:lvl3pPr marL="822960" indent="-274320">
              <a:lnSpc>
                <a:spcPct val="100000"/>
              </a:lnSpc>
              <a:spcBef>
                <a:spcPts val="800"/>
              </a:spcBef>
              <a:buFont typeface="Arial" panose="020B0604020202020204" pitchFamily="34" charset="0"/>
              <a:buChar char="›"/>
              <a:defRPr sz="2400">
                <a:solidFill>
                  <a:schemeClr val="bg1"/>
                </a:solidFill>
              </a:defRPr>
            </a:lvl3pPr>
            <a:lvl4pPr marL="1097280" indent="-274320">
              <a:lnSpc>
                <a:spcPct val="100000"/>
              </a:lnSpc>
              <a:spcBef>
                <a:spcPts val="800"/>
              </a:spcBef>
              <a:buFont typeface="Arial" panose="020B0604020202020204" pitchFamily="34" charset="0"/>
              <a:buChar char="»"/>
              <a:defRPr sz="2400">
                <a:solidFill>
                  <a:schemeClr val="bg1"/>
                </a:solidFill>
              </a:defRPr>
            </a:lvl4pPr>
            <a:lvl5pPr marL="1371600" indent="-274320">
              <a:lnSpc>
                <a:spcPct val="100000"/>
              </a:lnSpc>
              <a:spcBef>
                <a:spcPts val="800"/>
              </a:spcBef>
              <a:buSzPct val="75000"/>
              <a:buFont typeface="Wingdings" panose="05000000000000000000" pitchFamily="2" charset="2"/>
              <a:buChar char="§"/>
              <a:defRPr sz="2400">
                <a:solidFill>
                  <a:schemeClr val="bg1"/>
                </a:solidFill>
              </a:defRPr>
            </a:lvl5pPr>
          </a:lstStyle>
          <a:p>
            <a:pPr lvl="0"/>
            <a:r>
              <a:rPr lang="en-US"/>
              <a:t>Arial 24pt bullet level 1</a:t>
            </a:r>
          </a:p>
          <a:p>
            <a:pPr lvl="1"/>
            <a:r>
              <a:rPr lang="en-US"/>
              <a:t>Arial 24pt bullet level 2</a:t>
            </a:r>
          </a:p>
          <a:p>
            <a:pPr lvl="2"/>
            <a:r>
              <a:rPr lang="en-US"/>
              <a:t>Arial 24pt bullet level 3</a:t>
            </a:r>
          </a:p>
          <a:p>
            <a:pPr lvl="3"/>
            <a:r>
              <a:rPr lang="en-US"/>
              <a:t>Arial 24pt bullet level 4</a:t>
            </a:r>
          </a:p>
          <a:p>
            <a:pPr lvl="4"/>
            <a:r>
              <a:rPr lang="en-US"/>
              <a:t>Arial 24pt bullet level 5</a:t>
            </a: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1034320" y="1795534"/>
            <a:ext cx="7631698" cy="1174627"/>
          </a:xfrm>
          <a:prstGeom prst="rect">
            <a:avLst/>
          </a:prstGeom>
        </p:spPr>
        <p:txBody>
          <a:bodyPr anchor="b" anchorCtr="0"/>
          <a:lstStyle>
            <a:lvl1pPr>
              <a:defRPr sz="3600" b="1">
                <a:solidFill>
                  <a:schemeClr val="bg1"/>
                </a:solidFill>
              </a:defRPr>
            </a:lvl1pPr>
          </a:lstStyle>
          <a:p>
            <a:r>
              <a:rPr lang="en-US"/>
              <a:t>Closing slides are 36pt Arial Bold sentence case</a:t>
            </a:r>
          </a:p>
        </p:txBody>
      </p:sp>
      <p:grpSp>
        <p:nvGrpSpPr>
          <p:cNvPr id="12" name="Group 11">
            <a:extLst>
              <a:ext uri="{FF2B5EF4-FFF2-40B4-BE49-F238E27FC236}">
                <a16:creationId xmlns:a16="http://schemas.microsoft.com/office/drawing/2014/main" id="{C364B443-1067-8D4E-8347-69E3D88570DB}"/>
              </a:ext>
            </a:extLst>
          </p:cNvPr>
          <p:cNvGrpSpPr/>
          <p:nvPr/>
        </p:nvGrpSpPr>
        <p:grpSpPr>
          <a:xfrm>
            <a:off x="7036244" y="2752016"/>
            <a:ext cx="5155756" cy="3703320"/>
            <a:chOff x="7036244" y="2752016"/>
            <a:chExt cx="5155756" cy="3703320"/>
          </a:xfrm>
          <a:solidFill>
            <a:schemeClr val="accent1"/>
          </a:solidFill>
        </p:grpSpPr>
        <p:sp>
          <p:nvSpPr>
            <p:cNvPr id="13" name="Freeform 12">
              <a:extLst>
                <a:ext uri="{FF2B5EF4-FFF2-40B4-BE49-F238E27FC236}">
                  <a16:creationId xmlns:a16="http://schemas.microsoft.com/office/drawing/2014/main" id="{E23B4D94-914D-6A47-AF73-BDD6ABF78CB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14" name="Freeform 13">
              <a:extLst>
                <a:ext uri="{FF2B5EF4-FFF2-40B4-BE49-F238E27FC236}">
                  <a16:creationId xmlns:a16="http://schemas.microsoft.com/office/drawing/2014/main" id="{E941EA1A-7BCD-E547-9195-3AF3CBAB9DED}"/>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15" name="Freeform 14">
              <a:extLst>
                <a:ext uri="{FF2B5EF4-FFF2-40B4-BE49-F238E27FC236}">
                  <a16:creationId xmlns:a16="http://schemas.microsoft.com/office/drawing/2014/main" id="{09BF4E84-D8C8-3340-8821-E170F38BCB95}"/>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6" name="Freeform 15">
              <a:extLst>
                <a:ext uri="{FF2B5EF4-FFF2-40B4-BE49-F238E27FC236}">
                  <a16:creationId xmlns:a16="http://schemas.microsoft.com/office/drawing/2014/main" id="{04358390-5EFC-484C-9E81-E6E1DFD520E7}"/>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pic>
        <p:nvPicPr>
          <p:cNvPr id="11" name="Graphic 10">
            <a:extLst>
              <a:ext uri="{FF2B5EF4-FFF2-40B4-BE49-F238E27FC236}">
                <a16:creationId xmlns:a16="http://schemas.microsoft.com/office/drawing/2014/main" id="{29E62D4C-ACB0-644F-9042-ADF3C890FE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Tree>
    <p:extLst>
      <p:ext uri="{BB962C8B-B14F-4D97-AF65-F5344CB8AC3E}">
        <p14:creationId xmlns:p14="http://schemas.microsoft.com/office/powerpoint/2010/main" val="3910844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ver Charcoal - IQVIA">
    <p:bg>
      <p:bgPr>
        <a:gradFill>
          <a:gsLst>
            <a:gs pos="20000">
              <a:schemeClr val="tx1"/>
            </a:gs>
            <a:gs pos="80000">
              <a:srgbClr val="606B71"/>
            </a:gs>
          </a:gsLst>
          <a:lin ang="2700000" scaled="1"/>
        </a:gradFill>
        <a:effectLst/>
      </p:bgPr>
    </p:bg>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70EE6CC4-BDAD-452E-AE32-77E9A1B11636}"/>
              </a:ext>
            </a:extLst>
          </p:cNvPr>
          <p:cNvSpPr txBox="1"/>
          <p:nvPr/>
        </p:nvSpPr>
        <p:spPr bwMode="black">
          <a:xfrm>
            <a:off x="730897"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959CA0"/>
                </a:solidFill>
                <a:ea typeface="Arial" charset="0"/>
                <a:cs typeface="Arial" charset="0"/>
              </a:rPr>
              <a:t>© 2021. All rights reserved. IQVIA</a:t>
            </a:r>
            <a:r>
              <a:rPr lang="en-US" sz="800" baseline="30000">
                <a:solidFill>
                  <a:srgbClr val="959CA0"/>
                </a:solidFill>
                <a:ea typeface="Arial" charset="0"/>
                <a:cs typeface="Arial" charset="0"/>
              </a:rPr>
              <a:t>®</a:t>
            </a:r>
            <a:r>
              <a:rPr lang="en-US" sz="800">
                <a:solidFill>
                  <a:srgbClr val="959CA0"/>
                </a:solidFill>
                <a:ea typeface="Arial" charset="0"/>
                <a:cs typeface="Arial" charset="0"/>
              </a:rPr>
              <a:t> is a registered trademark of IQVIA Inc. in the United States, the European Union, and various other countries. </a:t>
            </a:r>
            <a:endParaRPr lang="en-US" sz="800" kern="1200">
              <a:solidFill>
                <a:srgbClr val="959CA0"/>
              </a:solidFill>
              <a:latin typeface="+mn-lt"/>
              <a:ea typeface="Arial" charset="0"/>
              <a:cs typeface="Arial" charset="0"/>
            </a:endParaRPr>
          </a:p>
        </p:txBody>
      </p:sp>
      <p:sp>
        <p:nvSpPr>
          <p:cNvPr id="64" name="Text Placeholder 21">
            <a:extLst>
              <a:ext uri="{FF2B5EF4-FFF2-40B4-BE49-F238E27FC236}">
                <a16:creationId xmlns:a16="http://schemas.microsoft.com/office/drawing/2014/main" id="{21604DCE-2860-47E1-9A45-B850AE2D5253}"/>
              </a:ext>
            </a:extLst>
          </p:cNvPr>
          <p:cNvSpPr>
            <a:spLocks noGrp="1"/>
          </p:cNvSpPr>
          <p:nvPr>
            <p:ph type="body" sz="quarter" idx="10" hasCustomPrompt="1"/>
          </p:nvPr>
        </p:nvSpPr>
        <p:spPr>
          <a:xfrm>
            <a:off x="743329" y="3681765"/>
            <a:ext cx="6349838" cy="1195801"/>
          </a:xfrm>
          <a:prstGeom prst="rect">
            <a:avLst/>
          </a:prstGeom>
        </p:spPr>
        <p:txBody>
          <a:bodyPr>
            <a:noAutofit/>
          </a:bodyPr>
          <a:lstStyle>
            <a:lvl1pPr marL="0" indent="0" algn="l">
              <a:lnSpc>
                <a:spcPct val="100000"/>
              </a:lnSpc>
              <a:spcBef>
                <a:spcPts val="0"/>
              </a:spcBef>
              <a:buNone/>
              <a:defRPr sz="2400" b="0" i="1">
                <a:solidFill>
                  <a:schemeClr val="bg1">
                    <a:lumMod val="75000"/>
                  </a:schemeClr>
                </a:solidFill>
              </a:defRPr>
            </a:lvl1pPr>
          </a:lstStyle>
          <a:p>
            <a:pPr lvl="0"/>
            <a:r>
              <a:rPr lang="en-US"/>
              <a:t>Subheads are 24pt Arial Italic sentence case and can be 2 lines.</a:t>
            </a:r>
          </a:p>
        </p:txBody>
      </p:sp>
      <p:sp>
        <p:nvSpPr>
          <p:cNvPr id="71" name="Title 1">
            <a:extLst>
              <a:ext uri="{FF2B5EF4-FFF2-40B4-BE49-F238E27FC236}">
                <a16:creationId xmlns:a16="http://schemas.microsoft.com/office/drawing/2014/main" id="{4A4E4609-F19E-4DD3-A900-7CA905D6E6D5}"/>
              </a:ext>
            </a:extLst>
          </p:cNvPr>
          <p:cNvSpPr>
            <a:spLocks noGrp="1"/>
          </p:cNvSpPr>
          <p:nvPr>
            <p:ph type="ctrTitle" hasCustomPrompt="1"/>
          </p:nvPr>
        </p:nvSpPr>
        <p:spPr>
          <a:xfrm>
            <a:off x="743330" y="1271573"/>
            <a:ext cx="7921554" cy="2242315"/>
          </a:xfrm>
          <a:prstGeom prst="rect">
            <a:avLst/>
          </a:prstGeom>
        </p:spPr>
        <p:txBody>
          <a:bodyPr anchor="b" anchorCtr="0"/>
          <a:lstStyle>
            <a:lvl1pPr algn="l">
              <a:lnSpc>
                <a:spcPct val="100000"/>
              </a:lnSpc>
              <a:defRPr sz="3600" b="1" i="0" baseline="0">
                <a:solidFill>
                  <a:schemeClr val="bg1"/>
                </a:solidFill>
              </a:defRPr>
            </a:lvl1pPr>
          </a:lstStyle>
          <a:p>
            <a:r>
              <a:rPr lang="en-US"/>
              <a:t>Headline 36pt Arial Bold Title Case Should Be No More Than 2 Lines</a:t>
            </a:r>
          </a:p>
        </p:txBody>
      </p:sp>
      <p:sp>
        <p:nvSpPr>
          <p:cNvPr id="73" name="Subtitle 2">
            <a:extLst>
              <a:ext uri="{FF2B5EF4-FFF2-40B4-BE49-F238E27FC236}">
                <a16:creationId xmlns:a16="http://schemas.microsoft.com/office/drawing/2014/main" id="{BB2AC513-3F13-403A-8294-79335D9E7653}"/>
              </a:ext>
            </a:extLst>
          </p:cNvPr>
          <p:cNvSpPr>
            <a:spLocks noGrp="1"/>
          </p:cNvSpPr>
          <p:nvPr>
            <p:ph type="subTitle" idx="1" hasCustomPrompt="1"/>
          </p:nvPr>
        </p:nvSpPr>
        <p:spPr>
          <a:xfrm>
            <a:off x="743329" y="5518464"/>
            <a:ext cx="6349838" cy="669272"/>
          </a:xfrm>
          <a:prstGeom prst="rect">
            <a:avLst/>
          </a:prstGeom>
        </p:spPr>
        <p:txBody>
          <a:bodyPr>
            <a:noAutofit/>
          </a:bodyPr>
          <a:lstStyle>
            <a:lvl1pPr marL="0" indent="0" algn="l">
              <a:lnSpc>
                <a:spcPct val="100000"/>
              </a:lnSpc>
              <a:spcBef>
                <a:spcPts val="200"/>
              </a:spcBef>
              <a:buNone/>
              <a:defRPr sz="16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Author First Last Name, Title 16pt Arial</a:t>
            </a:r>
          </a:p>
        </p:txBody>
      </p:sp>
      <p:grpSp>
        <p:nvGrpSpPr>
          <p:cNvPr id="4" name="Group 3">
            <a:extLst>
              <a:ext uri="{FF2B5EF4-FFF2-40B4-BE49-F238E27FC236}">
                <a16:creationId xmlns:a16="http://schemas.microsoft.com/office/drawing/2014/main" id="{77F8B223-93F9-9E4B-8F7C-EC9FC4ACDAD5}"/>
              </a:ext>
            </a:extLst>
          </p:cNvPr>
          <p:cNvGrpSpPr/>
          <p:nvPr/>
        </p:nvGrpSpPr>
        <p:grpSpPr>
          <a:xfrm>
            <a:off x="7036244" y="2752016"/>
            <a:ext cx="5155756" cy="3703320"/>
            <a:chOff x="7036244" y="2752016"/>
            <a:chExt cx="5155756" cy="3703320"/>
          </a:xfrm>
          <a:solidFill>
            <a:schemeClr val="accent1"/>
          </a:solidFill>
        </p:grpSpPr>
        <p:sp>
          <p:nvSpPr>
            <p:cNvPr id="103" name="Freeform 102">
              <a:extLst>
                <a:ext uri="{FF2B5EF4-FFF2-40B4-BE49-F238E27FC236}">
                  <a16:creationId xmlns:a16="http://schemas.microsoft.com/office/drawing/2014/main" id="{676A8BEE-D814-7949-9114-89017682369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100" name="Freeform 99">
              <a:extLst>
                <a:ext uri="{FF2B5EF4-FFF2-40B4-BE49-F238E27FC236}">
                  <a16:creationId xmlns:a16="http://schemas.microsoft.com/office/drawing/2014/main" id="{796E5C83-B5E5-1D4C-84FB-62353DC44BD9}"/>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102" name="Freeform 101">
              <a:extLst>
                <a:ext uri="{FF2B5EF4-FFF2-40B4-BE49-F238E27FC236}">
                  <a16:creationId xmlns:a16="http://schemas.microsoft.com/office/drawing/2014/main" id="{F694892D-C7AC-A442-B8F6-4CDEB7DD8228}"/>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01" name="Freeform 100">
              <a:extLst>
                <a:ext uri="{FF2B5EF4-FFF2-40B4-BE49-F238E27FC236}">
                  <a16:creationId xmlns:a16="http://schemas.microsoft.com/office/drawing/2014/main" id="{6671C44A-5B20-DD46-8500-55C2BAA1DA5A}"/>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pic>
        <p:nvPicPr>
          <p:cNvPr id="12" name="Graphic 11">
            <a:extLst>
              <a:ext uri="{FF2B5EF4-FFF2-40B4-BE49-F238E27FC236}">
                <a16:creationId xmlns:a16="http://schemas.microsoft.com/office/drawing/2014/main" id="{8E3D6F47-43BF-4540-9690-AE662057D2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03678" y="443432"/>
            <a:ext cx="0" cy="0"/>
          </a:xfrm>
          <a:prstGeom prst="rect">
            <a:avLst/>
          </a:prstGeom>
        </p:spPr>
      </p:pic>
      <p:pic>
        <p:nvPicPr>
          <p:cNvPr id="6" name="Graphic 5">
            <a:extLst>
              <a:ext uri="{FF2B5EF4-FFF2-40B4-BE49-F238E27FC236}">
                <a16:creationId xmlns:a16="http://schemas.microsoft.com/office/drawing/2014/main" id="{E8E2C89B-7571-F544-938F-C9997978262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99917" y="735457"/>
            <a:ext cx="2247900" cy="406400"/>
          </a:xfrm>
          <a:prstGeom prst="rect">
            <a:avLst/>
          </a:prstGeom>
        </p:spPr>
      </p:pic>
      <p:pic>
        <p:nvPicPr>
          <p:cNvPr id="16" name="Graphic 15">
            <a:extLst>
              <a:ext uri="{FF2B5EF4-FFF2-40B4-BE49-F238E27FC236}">
                <a16:creationId xmlns:a16="http://schemas.microsoft.com/office/drawing/2014/main" id="{A849D536-F609-A744-B36A-8BFB5245F4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03678" y="443432"/>
            <a:ext cx="0" cy="0"/>
          </a:xfrm>
          <a:prstGeom prst="rect">
            <a:avLst/>
          </a:prstGeom>
        </p:spPr>
      </p:pic>
    </p:spTree>
    <p:extLst>
      <p:ext uri="{BB962C8B-B14F-4D97-AF65-F5344CB8AC3E}">
        <p14:creationId xmlns:p14="http://schemas.microsoft.com/office/powerpoint/2010/main" val="1303089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ver Blue - IQVIA">
    <p:bg>
      <p:bgPr>
        <a:gradFill>
          <a:gsLst>
            <a:gs pos="20000">
              <a:schemeClr val="accent2"/>
            </a:gs>
            <a:gs pos="80000">
              <a:schemeClr val="accent1"/>
            </a:gs>
          </a:gsLst>
          <a:lin ang="2700000" scaled="1"/>
        </a:gradFill>
        <a:effectLst/>
      </p:bgPr>
    </p:bg>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70EE6CC4-BDAD-452E-AE32-77E9A1B11636}"/>
              </a:ext>
            </a:extLst>
          </p:cNvPr>
          <p:cNvSpPr txBox="1"/>
          <p:nvPr/>
        </p:nvSpPr>
        <p:spPr bwMode="black">
          <a:xfrm>
            <a:off x="730897"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ea typeface="Arial" charset="0"/>
                <a:cs typeface="Arial" charset="0"/>
              </a:rPr>
              <a:t>© 2021. All rights reserved. IQVIA</a:t>
            </a:r>
            <a:r>
              <a:rPr lang="en-US" sz="800" baseline="30000">
                <a:solidFill>
                  <a:srgbClr val="7FD1EF"/>
                </a:solidFill>
                <a:ea typeface="Arial" charset="0"/>
                <a:cs typeface="Arial" charset="0"/>
              </a:rPr>
              <a:t>®</a:t>
            </a:r>
            <a:r>
              <a:rPr lang="en-US" sz="800">
                <a:solidFill>
                  <a:srgbClr val="7FD1EF"/>
                </a:solidFill>
                <a:ea typeface="Arial" charset="0"/>
                <a:cs typeface="Arial" charset="0"/>
              </a:rPr>
              <a:t> is a registered trademark of IQVIA Inc. in the United States, the European Union, and various other countries. </a:t>
            </a:r>
          </a:p>
        </p:txBody>
      </p:sp>
      <p:sp>
        <p:nvSpPr>
          <p:cNvPr id="64" name="Text Placeholder 21">
            <a:extLst>
              <a:ext uri="{FF2B5EF4-FFF2-40B4-BE49-F238E27FC236}">
                <a16:creationId xmlns:a16="http://schemas.microsoft.com/office/drawing/2014/main" id="{21604DCE-2860-47E1-9A45-B850AE2D5253}"/>
              </a:ext>
            </a:extLst>
          </p:cNvPr>
          <p:cNvSpPr>
            <a:spLocks noGrp="1"/>
          </p:cNvSpPr>
          <p:nvPr>
            <p:ph type="body" sz="quarter" idx="10" hasCustomPrompt="1"/>
          </p:nvPr>
        </p:nvSpPr>
        <p:spPr>
          <a:xfrm>
            <a:off x="743329" y="3681765"/>
            <a:ext cx="6349838" cy="1195801"/>
          </a:xfrm>
          <a:prstGeom prst="rect">
            <a:avLst/>
          </a:prstGeom>
        </p:spPr>
        <p:txBody>
          <a:bodyPr>
            <a:noAutofit/>
          </a:bodyPr>
          <a:lstStyle>
            <a:lvl1pPr marL="0" indent="0" algn="l">
              <a:lnSpc>
                <a:spcPct val="100000"/>
              </a:lnSpc>
              <a:spcBef>
                <a:spcPts val="0"/>
              </a:spcBef>
              <a:buNone/>
              <a:defRPr sz="2400" b="0" i="1">
                <a:solidFill>
                  <a:srgbClr val="BFE8F7"/>
                </a:solidFill>
              </a:defRPr>
            </a:lvl1pPr>
          </a:lstStyle>
          <a:p>
            <a:pPr lvl="0"/>
            <a:r>
              <a:rPr lang="en-US"/>
              <a:t>Subheads are 24pt Arial Italic sentence case and can be 2 lines.</a:t>
            </a:r>
          </a:p>
        </p:txBody>
      </p:sp>
      <p:sp>
        <p:nvSpPr>
          <p:cNvPr id="71" name="Title 1">
            <a:extLst>
              <a:ext uri="{FF2B5EF4-FFF2-40B4-BE49-F238E27FC236}">
                <a16:creationId xmlns:a16="http://schemas.microsoft.com/office/drawing/2014/main" id="{4A4E4609-F19E-4DD3-A900-7CA905D6E6D5}"/>
              </a:ext>
            </a:extLst>
          </p:cNvPr>
          <p:cNvSpPr>
            <a:spLocks noGrp="1"/>
          </p:cNvSpPr>
          <p:nvPr>
            <p:ph type="ctrTitle" hasCustomPrompt="1"/>
          </p:nvPr>
        </p:nvSpPr>
        <p:spPr>
          <a:xfrm>
            <a:off x="743330" y="1271573"/>
            <a:ext cx="7921554" cy="2242315"/>
          </a:xfrm>
          <a:prstGeom prst="rect">
            <a:avLst/>
          </a:prstGeom>
        </p:spPr>
        <p:txBody>
          <a:bodyPr anchor="b" anchorCtr="0"/>
          <a:lstStyle>
            <a:lvl1pPr algn="l">
              <a:lnSpc>
                <a:spcPct val="100000"/>
              </a:lnSpc>
              <a:defRPr sz="3600" b="1" i="0" baseline="0">
                <a:solidFill>
                  <a:schemeClr val="bg1"/>
                </a:solidFill>
              </a:defRPr>
            </a:lvl1pPr>
          </a:lstStyle>
          <a:p>
            <a:r>
              <a:rPr lang="en-US"/>
              <a:t>Headline 36pt Arial Bold Title Case Should Be No More Than 2 Lines</a:t>
            </a:r>
          </a:p>
        </p:txBody>
      </p:sp>
      <p:sp>
        <p:nvSpPr>
          <p:cNvPr id="73" name="Subtitle 2">
            <a:extLst>
              <a:ext uri="{FF2B5EF4-FFF2-40B4-BE49-F238E27FC236}">
                <a16:creationId xmlns:a16="http://schemas.microsoft.com/office/drawing/2014/main" id="{BB2AC513-3F13-403A-8294-79335D9E7653}"/>
              </a:ext>
            </a:extLst>
          </p:cNvPr>
          <p:cNvSpPr>
            <a:spLocks noGrp="1"/>
          </p:cNvSpPr>
          <p:nvPr>
            <p:ph type="subTitle" idx="1" hasCustomPrompt="1"/>
          </p:nvPr>
        </p:nvSpPr>
        <p:spPr>
          <a:xfrm>
            <a:off x="743329" y="5518464"/>
            <a:ext cx="6349838" cy="669272"/>
          </a:xfrm>
          <a:prstGeom prst="rect">
            <a:avLst/>
          </a:prstGeom>
        </p:spPr>
        <p:txBody>
          <a:bodyPr>
            <a:noAutofit/>
          </a:bodyPr>
          <a:lstStyle>
            <a:lvl1pPr marL="0" indent="0" algn="l">
              <a:lnSpc>
                <a:spcPct val="100000"/>
              </a:lnSpc>
              <a:spcBef>
                <a:spcPts val="200"/>
              </a:spcBef>
              <a:buNone/>
              <a:defRPr sz="16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Author First Last Name, Title 16pt Arial</a:t>
            </a:r>
          </a:p>
        </p:txBody>
      </p:sp>
      <p:grpSp>
        <p:nvGrpSpPr>
          <p:cNvPr id="4" name="Group 3">
            <a:extLst>
              <a:ext uri="{FF2B5EF4-FFF2-40B4-BE49-F238E27FC236}">
                <a16:creationId xmlns:a16="http://schemas.microsoft.com/office/drawing/2014/main" id="{77F8B223-93F9-9E4B-8F7C-EC9FC4ACDAD5}"/>
              </a:ext>
            </a:extLst>
          </p:cNvPr>
          <p:cNvGrpSpPr/>
          <p:nvPr/>
        </p:nvGrpSpPr>
        <p:grpSpPr>
          <a:xfrm>
            <a:off x="7036244" y="2752016"/>
            <a:ext cx="5155756" cy="3703320"/>
            <a:chOff x="7036244" y="2752016"/>
            <a:chExt cx="5155756" cy="3703320"/>
          </a:xfrm>
          <a:solidFill>
            <a:schemeClr val="accent2"/>
          </a:solidFill>
        </p:grpSpPr>
        <p:sp>
          <p:nvSpPr>
            <p:cNvPr id="103" name="Freeform 102">
              <a:extLst>
                <a:ext uri="{FF2B5EF4-FFF2-40B4-BE49-F238E27FC236}">
                  <a16:creationId xmlns:a16="http://schemas.microsoft.com/office/drawing/2014/main" id="{676A8BEE-D814-7949-9114-89017682369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100" name="Freeform 99">
              <a:extLst>
                <a:ext uri="{FF2B5EF4-FFF2-40B4-BE49-F238E27FC236}">
                  <a16:creationId xmlns:a16="http://schemas.microsoft.com/office/drawing/2014/main" id="{796E5C83-B5E5-1D4C-84FB-62353DC44BD9}"/>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102" name="Freeform 101">
              <a:extLst>
                <a:ext uri="{FF2B5EF4-FFF2-40B4-BE49-F238E27FC236}">
                  <a16:creationId xmlns:a16="http://schemas.microsoft.com/office/drawing/2014/main" id="{F694892D-C7AC-A442-B8F6-4CDEB7DD8228}"/>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01" name="Freeform 100">
              <a:extLst>
                <a:ext uri="{FF2B5EF4-FFF2-40B4-BE49-F238E27FC236}">
                  <a16:creationId xmlns:a16="http://schemas.microsoft.com/office/drawing/2014/main" id="{6671C44A-5B20-DD46-8500-55C2BAA1DA5A}"/>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pic>
        <p:nvPicPr>
          <p:cNvPr id="16" name="Graphic 15">
            <a:extLst>
              <a:ext uri="{FF2B5EF4-FFF2-40B4-BE49-F238E27FC236}">
                <a16:creationId xmlns:a16="http://schemas.microsoft.com/office/drawing/2014/main" id="{0A1AF0D6-51EF-1945-B4E8-68EF85E87D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Tree>
    <p:extLst>
      <p:ext uri="{BB962C8B-B14F-4D97-AF65-F5344CB8AC3E}">
        <p14:creationId xmlns:p14="http://schemas.microsoft.com/office/powerpoint/2010/main" val="4091102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ver Green - IQVIA">
    <p:bg>
      <p:bgPr>
        <a:gradFill>
          <a:gsLst>
            <a:gs pos="20000">
              <a:schemeClr val="accent4"/>
            </a:gs>
            <a:gs pos="80000">
              <a:schemeClr val="accent3"/>
            </a:gs>
          </a:gsLst>
          <a:lin ang="2700000" scaled="1"/>
        </a:gradFill>
        <a:effectLst/>
      </p:bgPr>
    </p:bg>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70EE6CC4-BDAD-452E-AE32-77E9A1B11636}"/>
              </a:ext>
            </a:extLst>
          </p:cNvPr>
          <p:cNvSpPr txBox="1"/>
          <p:nvPr/>
        </p:nvSpPr>
        <p:spPr bwMode="black">
          <a:xfrm>
            <a:off x="730897"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A1D794"/>
                </a:solidFill>
                <a:ea typeface="Arial" charset="0"/>
                <a:cs typeface="Arial" charset="0"/>
              </a:rPr>
              <a:t>© 2021. All rights reserved. IQVIA</a:t>
            </a:r>
            <a:r>
              <a:rPr lang="en-US" sz="800" baseline="30000">
                <a:solidFill>
                  <a:srgbClr val="A1D794"/>
                </a:solidFill>
                <a:ea typeface="Arial" charset="0"/>
                <a:cs typeface="Arial" charset="0"/>
              </a:rPr>
              <a:t>®</a:t>
            </a:r>
            <a:r>
              <a:rPr lang="en-US" sz="800">
                <a:solidFill>
                  <a:srgbClr val="A1D794"/>
                </a:solidFill>
                <a:ea typeface="Arial" charset="0"/>
                <a:cs typeface="Arial" charset="0"/>
              </a:rPr>
              <a:t> is a registered trademark of IQVIA Inc. in the United States, the European Union, and various other countries. </a:t>
            </a:r>
            <a:endParaRPr lang="en-US" sz="800" kern="1200">
              <a:solidFill>
                <a:srgbClr val="A1D794"/>
              </a:solidFill>
              <a:latin typeface="+mn-lt"/>
              <a:ea typeface="Arial" charset="0"/>
              <a:cs typeface="Arial" charset="0"/>
            </a:endParaRPr>
          </a:p>
        </p:txBody>
      </p:sp>
      <p:sp>
        <p:nvSpPr>
          <p:cNvPr id="64" name="Text Placeholder 21">
            <a:extLst>
              <a:ext uri="{FF2B5EF4-FFF2-40B4-BE49-F238E27FC236}">
                <a16:creationId xmlns:a16="http://schemas.microsoft.com/office/drawing/2014/main" id="{21604DCE-2860-47E1-9A45-B850AE2D5253}"/>
              </a:ext>
            </a:extLst>
          </p:cNvPr>
          <p:cNvSpPr>
            <a:spLocks noGrp="1"/>
          </p:cNvSpPr>
          <p:nvPr>
            <p:ph type="body" sz="quarter" idx="10" hasCustomPrompt="1"/>
          </p:nvPr>
        </p:nvSpPr>
        <p:spPr>
          <a:xfrm>
            <a:off x="743329" y="3681765"/>
            <a:ext cx="6349838" cy="1195801"/>
          </a:xfrm>
          <a:prstGeom prst="rect">
            <a:avLst/>
          </a:prstGeom>
        </p:spPr>
        <p:txBody>
          <a:bodyPr>
            <a:noAutofit/>
          </a:bodyPr>
          <a:lstStyle>
            <a:lvl1pPr marL="0" indent="0" algn="l">
              <a:lnSpc>
                <a:spcPct val="100000"/>
              </a:lnSpc>
              <a:spcBef>
                <a:spcPts val="0"/>
              </a:spcBef>
              <a:buNone/>
              <a:defRPr sz="2400" b="0" i="1">
                <a:solidFill>
                  <a:srgbClr val="D0EBCA"/>
                </a:solidFill>
              </a:defRPr>
            </a:lvl1pPr>
          </a:lstStyle>
          <a:p>
            <a:pPr lvl="0"/>
            <a:r>
              <a:rPr lang="en-US"/>
              <a:t>Subheads are 24pt Arial Italic sentence case and can be 2 lines.</a:t>
            </a:r>
          </a:p>
        </p:txBody>
      </p:sp>
      <p:sp>
        <p:nvSpPr>
          <p:cNvPr id="71" name="Title 1">
            <a:extLst>
              <a:ext uri="{FF2B5EF4-FFF2-40B4-BE49-F238E27FC236}">
                <a16:creationId xmlns:a16="http://schemas.microsoft.com/office/drawing/2014/main" id="{4A4E4609-F19E-4DD3-A900-7CA905D6E6D5}"/>
              </a:ext>
            </a:extLst>
          </p:cNvPr>
          <p:cNvSpPr>
            <a:spLocks noGrp="1"/>
          </p:cNvSpPr>
          <p:nvPr>
            <p:ph type="ctrTitle" hasCustomPrompt="1"/>
          </p:nvPr>
        </p:nvSpPr>
        <p:spPr>
          <a:xfrm>
            <a:off x="743330" y="1271573"/>
            <a:ext cx="7921554" cy="2242315"/>
          </a:xfrm>
          <a:prstGeom prst="rect">
            <a:avLst/>
          </a:prstGeom>
        </p:spPr>
        <p:txBody>
          <a:bodyPr anchor="b" anchorCtr="0"/>
          <a:lstStyle>
            <a:lvl1pPr algn="l">
              <a:lnSpc>
                <a:spcPct val="100000"/>
              </a:lnSpc>
              <a:defRPr sz="3600" b="1" i="0" baseline="0">
                <a:solidFill>
                  <a:schemeClr val="bg1"/>
                </a:solidFill>
              </a:defRPr>
            </a:lvl1pPr>
          </a:lstStyle>
          <a:p>
            <a:r>
              <a:rPr lang="en-US"/>
              <a:t>Headline 36pt Arial Bold Title Case Should Be No More Than 2 Lines</a:t>
            </a:r>
          </a:p>
        </p:txBody>
      </p:sp>
      <p:sp>
        <p:nvSpPr>
          <p:cNvPr id="73" name="Subtitle 2">
            <a:extLst>
              <a:ext uri="{FF2B5EF4-FFF2-40B4-BE49-F238E27FC236}">
                <a16:creationId xmlns:a16="http://schemas.microsoft.com/office/drawing/2014/main" id="{BB2AC513-3F13-403A-8294-79335D9E7653}"/>
              </a:ext>
            </a:extLst>
          </p:cNvPr>
          <p:cNvSpPr>
            <a:spLocks noGrp="1"/>
          </p:cNvSpPr>
          <p:nvPr>
            <p:ph type="subTitle" idx="1" hasCustomPrompt="1"/>
          </p:nvPr>
        </p:nvSpPr>
        <p:spPr>
          <a:xfrm>
            <a:off x="743329" y="5518464"/>
            <a:ext cx="6349838" cy="669272"/>
          </a:xfrm>
          <a:prstGeom prst="rect">
            <a:avLst/>
          </a:prstGeom>
        </p:spPr>
        <p:txBody>
          <a:bodyPr>
            <a:noAutofit/>
          </a:bodyPr>
          <a:lstStyle>
            <a:lvl1pPr marL="0" indent="0" algn="l">
              <a:lnSpc>
                <a:spcPct val="100000"/>
              </a:lnSpc>
              <a:spcBef>
                <a:spcPts val="200"/>
              </a:spcBef>
              <a:buNone/>
              <a:defRPr sz="16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Author First Last Name, Title 16pt Arial</a:t>
            </a:r>
          </a:p>
        </p:txBody>
      </p:sp>
      <p:grpSp>
        <p:nvGrpSpPr>
          <p:cNvPr id="4" name="Group 3">
            <a:extLst>
              <a:ext uri="{FF2B5EF4-FFF2-40B4-BE49-F238E27FC236}">
                <a16:creationId xmlns:a16="http://schemas.microsoft.com/office/drawing/2014/main" id="{77F8B223-93F9-9E4B-8F7C-EC9FC4ACDAD5}"/>
              </a:ext>
            </a:extLst>
          </p:cNvPr>
          <p:cNvGrpSpPr/>
          <p:nvPr/>
        </p:nvGrpSpPr>
        <p:grpSpPr>
          <a:xfrm>
            <a:off x="7036244" y="2752016"/>
            <a:ext cx="5155756" cy="3703320"/>
            <a:chOff x="7036244" y="2752016"/>
            <a:chExt cx="5155756" cy="3703320"/>
          </a:xfrm>
          <a:solidFill>
            <a:schemeClr val="accent4"/>
          </a:solidFill>
        </p:grpSpPr>
        <p:sp>
          <p:nvSpPr>
            <p:cNvPr id="103" name="Freeform 102">
              <a:extLst>
                <a:ext uri="{FF2B5EF4-FFF2-40B4-BE49-F238E27FC236}">
                  <a16:creationId xmlns:a16="http://schemas.microsoft.com/office/drawing/2014/main" id="{676A8BEE-D814-7949-9114-89017682369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100" name="Freeform 99">
              <a:extLst>
                <a:ext uri="{FF2B5EF4-FFF2-40B4-BE49-F238E27FC236}">
                  <a16:creationId xmlns:a16="http://schemas.microsoft.com/office/drawing/2014/main" id="{796E5C83-B5E5-1D4C-84FB-62353DC44BD9}"/>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102" name="Freeform 101">
              <a:extLst>
                <a:ext uri="{FF2B5EF4-FFF2-40B4-BE49-F238E27FC236}">
                  <a16:creationId xmlns:a16="http://schemas.microsoft.com/office/drawing/2014/main" id="{F694892D-C7AC-A442-B8F6-4CDEB7DD8228}"/>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01" name="Freeform 100">
              <a:extLst>
                <a:ext uri="{FF2B5EF4-FFF2-40B4-BE49-F238E27FC236}">
                  <a16:creationId xmlns:a16="http://schemas.microsoft.com/office/drawing/2014/main" id="{6671C44A-5B20-DD46-8500-55C2BAA1DA5A}"/>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pic>
        <p:nvPicPr>
          <p:cNvPr id="16" name="Graphic 15">
            <a:extLst>
              <a:ext uri="{FF2B5EF4-FFF2-40B4-BE49-F238E27FC236}">
                <a16:creationId xmlns:a16="http://schemas.microsoft.com/office/drawing/2014/main" id="{4D06917E-3E0E-6D47-9181-57DC0B9695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Tree>
    <p:extLst>
      <p:ext uri="{BB962C8B-B14F-4D97-AF65-F5344CB8AC3E}">
        <p14:creationId xmlns:p14="http://schemas.microsoft.com/office/powerpoint/2010/main" val="1276511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ver White - IQVIA">
    <p:bg>
      <p:bgPr>
        <a:solidFill>
          <a:schemeClr val="bg1"/>
        </a:solidFill>
        <a:effectLst/>
      </p:bgPr>
    </p:bg>
    <p:spTree>
      <p:nvGrpSpPr>
        <p:cNvPr id="1" name=""/>
        <p:cNvGrpSpPr/>
        <p:nvPr/>
      </p:nvGrpSpPr>
      <p:grpSpPr>
        <a:xfrm>
          <a:off x="0" y="0"/>
          <a:ext cx="0" cy="0"/>
          <a:chOff x="0" y="0"/>
          <a:chExt cx="0" cy="0"/>
        </a:xfrm>
      </p:grpSpPr>
      <p:sp>
        <p:nvSpPr>
          <p:cNvPr id="62" name="TextBox 61">
            <a:extLst>
              <a:ext uri="{FF2B5EF4-FFF2-40B4-BE49-F238E27FC236}">
                <a16:creationId xmlns:a16="http://schemas.microsoft.com/office/drawing/2014/main" id="{7AB75BD1-2507-44E0-91E4-42F78B5D2D49}"/>
              </a:ext>
            </a:extLst>
          </p:cNvPr>
          <p:cNvSpPr txBox="1"/>
          <p:nvPr/>
        </p:nvSpPr>
        <p:spPr bwMode="black">
          <a:xfrm>
            <a:off x="730897"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ea typeface="Arial" charset="0"/>
                <a:cs typeface="Arial" charset="0"/>
              </a:rPr>
              <a:t>© 2021. All rights reserved. IQVIA</a:t>
            </a:r>
            <a:r>
              <a:rPr lang="en-US" sz="800" baseline="30000">
                <a:solidFill>
                  <a:schemeClr val="bg1">
                    <a:lumMod val="50000"/>
                  </a:schemeClr>
                </a:solidFill>
                <a:ea typeface="Arial" charset="0"/>
                <a:cs typeface="Arial" charset="0"/>
              </a:rPr>
              <a:t>®</a:t>
            </a:r>
            <a:r>
              <a:rPr lang="en-US" sz="800">
                <a:solidFill>
                  <a:schemeClr val="bg1">
                    <a:lumMod val="50000"/>
                  </a:schemeClr>
                </a:solidFill>
                <a:ea typeface="Arial" charset="0"/>
                <a:cs typeface="Arial" charset="0"/>
              </a:rPr>
              <a:t> is a registered trademark of IQVIA Inc. in the United States, the European Union, and various other countries. </a:t>
            </a:r>
            <a:endParaRPr lang="en-US" sz="800" kern="1200">
              <a:solidFill>
                <a:schemeClr val="bg1">
                  <a:lumMod val="50000"/>
                </a:schemeClr>
              </a:solidFill>
              <a:latin typeface="+mn-lt"/>
              <a:ea typeface="Arial" charset="0"/>
              <a:cs typeface="Arial" charset="0"/>
            </a:endParaRPr>
          </a:p>
        </p:txBody>
      </p:sp>
      <p:sp>
        <p:nvSpPr>
          <p:cNvPr id="64" name="Text Placeholder 21">
            <a:extLst>
              <a:ext uri="{FF2B5EF4-FFF2-40B4-BE49-F238E27FC236}">
                <a16:creationId xmlns:a16="http://schemas.microsoft.com/office/drawing/2014/main" id="{098CCE30-6B5A-4DFB-97B5-AF5CCDE0C848}"/>
              </a:ext>
            </a:extLst>
          </p:cNvPr>
          <p:cNvSpPr>
            <a:spLocks noGrp="1"/>
          </p:cNvSpPr>
          <p:nvPr>
            <p:ph type="body" sz="quarter" idx="10" hasCustomPrompt="1"/>
          </p:nvPr>
        </p:nvSpPr>
        <p:spPr>
          <a:xfrm>
            <a:off x="743329" y="3681765"/>
            <a:ext cx="6349838" cy="1195801"/>
          </a:xfrm>
          <a:prstGeom prst="rect">
            <a:avLst/>
          </a:prstGeom>
        </p:spPr>
        <p:txBody>
          <a:bodyPr>
            <a:noAutofit/>
          </a:bodyPr>
          <a:lstStyle>
            <a:lvl1pPr marL="0" indent="0" algn="l">
              <a:lnSpc>
                <a:spcPct val="100000"/>
              </a:lnSpc>
              <a:spcBef>
                <a:spcPts val="0"/>
              </a:spcBef>
              <a:buNone/>
              <a:defRPr sz="2400" b="0" i="1">
                <a:solidFill>
                  <a:schemeClr val="accent1"/>
                </a:solidFill>
              </a:defRPr>
            </a:lvl1pPr>
          </a:lstStyle>
          <a:p>
            <a:pPr lvl="0"/>
            <a:r>
              <a:rPr lang="en-US"/>
              <a:t>Subheads are 24pt Arial Italic sentence case and can be 2 lines.</a:t>
            </a:r>
          </a:p>
        </p:txBody>
      </p:sp>
      <p:sp>
        <p:nvSpPr>
          <p:cNvPr id="70" name="Title 1">
            <a:extLst>
              <a:ext uri="{FF2B5EF4-FFF2-40B4-BE49-F238E27FC236}">
                <a16:creationId xmlns:a16="http://schemas.microsoft.com/office/drawing/2014/main" id="{184C4A24-4E36-49F8-AE34-FEFD57A98171}"/>
              </a:ext>
            </a:extLst>
          </p:cNvPr>
          <p:cNvSpPr>
            <a:spLocks noGrp="1"/>
          </p:cNvSpPr>
          <p:nvPr>
            <p:ph type="ctrTitle" hasCustomPrompt="1"/>
          </p:nvPr>
        </p:nvSpPr>
        <p:spPr>
          <a:xfrm>
            <a:off x="743330" y="1271573"/>
            <a:ext cx="7921554" cy="2242315"/>
          </a:xfrm>
          <a:prstGeom prst="rect">
            <a:avLst/>
          </a:prstGeom>
        </p:spPr>
        <p:txBody>
          <a:bodyPr anchor="b" anchorCtr="0"/>
          <a:lstStyle>
            <a:lvl1pPr algn="l">
              <a:lnSpc>
                <a:spcPct val="100000"/>
              </a:lnSpc>
              <a:defRPr sz="3600" b="1" i="0" baseline="0">
                <a:solidFill>
                  <a:schemeClr val="accent2"/>
                </a:solidFill>
              </a:defRPr>
            </a:lvl1pPr>
          </a:lstStyle>
          <a:p>
            <a:r>
              <a:rPr lang="en-US"/>
              <a:t>Headline 36pt Arial Bold Title Case Should Be No More Than 2 Lines</a:t>
            </a:r>
          </a:p>
        </p:txBody>
      </p:sp>
      <p:sp>
        <p:nvSpPr>
          <p:cNvPr id="71" name="Subtitle 2">
            <a:extLst>
              <a:ext uri="{FF2B5EF4-FFF2-40B4-BE49-F238E27FC236}">
                <a16:creationId xmlns:a16="http://schemas.microsoft.com/office/drawing/2014/main" id="{0E82B801-11C9-4FD7-9D6A-B8DAA2120461}"/>
              </a:ext>
            </a:extLst>
          </p:cNvPr>
          <p:cNvSpPr>
            <a:spLocks noGrp="1"/>
          </p:cNvSpPr>
          <p:nvPr>
            <p:ph type="subTitle" idx="1" hasCustomPrompt="1"/>
          </p:nvPr>
        </p:nvSpPr>
        <p:spPr>
          <a:xfrm>
            <a:off x="743329" y="5518464"/>
            <a:ext cx="6349838" cy="669272"/>
          </a:xfrm>
          <a:prstGeom prst="rect">
            <a:avLst/>
          </a:prstGeom>
        </p:spPr>
        <p:txBody>
          <a:bodyPr>
            <a:noAutofit/>
          </a:bodyPr>
          <a:lstStyle>
            <a:lvl1pPr marL="0" indent="0" algn="l">
              <a:lnSpc>
                <a:spcPct val="100000"/>
              </a:lnSpc>
              <a:spcBef>
                <a:spcPts val="200"/>
              </a:spcBef>
              <a:buNone/>
              <a:defRPr sz="1600"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Author First Last Name, Title 16pt Arial</a:t>
            </a:r>
          </a:p>
        </p:txBody>
      </p:sp>
      <p:grpSp>
        <p:nvGrpSpPr>
          <p:cNvPr id="61" name="Group 60">
            <a:extLst>
              <a:ext uri="{FF2B5EF4-FFF2-40B4-BE49-F238E27FC236}">
                <a16:creationId xmlns:a16="http://schemas.microsoft.com/office/drawing/2014/main" id="{B29175BC-552B-D64A-8152-E96EE8CE39AF}"/>
              </a:ext>
            </a:extLst>
          </p:cNvPr>
          <p:cNvGrpSpPr/>
          <p:nvPr/>
        </p:nvGrpSpPr>
        <p:grpSpPr>
          <a:xfrm>
            <a:off x="7036244" y="2752016"/>
            <a:ext cx="5155756" cy="3703320"/>
            <a:chOff x="7036244" y="2752016"/>
            <a:chExt cx="5155756" cy="3703320"/>
          </a:xfrm>
          <a:solidFill>
            <a:schemeClr val="accent1"/>
          </a:solidFill>
        </p:grpSpPr>
        <p:sp>
          <p:nvSpPr>
            <p:cNvPr id="63" name="Freeform 62">
              <a:extLst>
                <a:ext uri="{FF2B5EF4-FFF2-40B4-BE49-F238E27FC236}">
                  <a16:creationId xmlns:a16="http://schemas.microsoft.com/office/drawing/2014/main" id="{D370C788-BCB9-AA4B-83CC-830DE2532168}"/>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65" name="Freeform 64">
              <a:extLst>
                <a:ext uri="{FF2B5EF4-FFF2-40B4-BE49-F238E27FC236}">
                  <a16:creationId xmlns:a16="http://schemas.microsoft.com/office/drawing/2014/main" id="{86A666F2-61DC-1141-A28D-9C664CF9E0DD}"/>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66" name="Freeform 65">
              <a:extLst>
                <a:ext uri="{FF2B5EF4-FFF2-40B4-BE49-F238E27FC236}">
                  <a16:creationId xmlns:a16="http://schemas.microsoft.com/office/drawing/2014/main" id="{B36DAFEC-9E33-D342-8F38-9280EB50249D}"/>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67" name="Freeform 66">
              <a:extLst>
                <a:ext uri="{FF2B5EF4-FFF2-40B4-BE49-F238E27FC236}">
                  <a16:creationId xmlns:a16="http://schemas.microsoft.com/office/drawing/2014/main" id="{14487FF1-1618-4249-B143-BEFFD4E4E8FD}"/>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pic>
        <p:nvPicPr>
          <p:cNvPr id="16" name="Graphic 15">
            <a:extLst>
              <a:ext uri="{FF2B5EF4-FFF2-40B4-BE49-F238E27FC236}">
                <a16:creationId xmlns:a16="http://schemas.microsoft.com/office/drawing/2014/main" id="{4A43F6D9-2B76-4F47-8BB1-588F5D046A7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Tree>
    <p:extLst>
      <p:ext uri="{BB962C8B-B14F-4D97-AF65-F5344CB8AC3E}">
        <p14:creationId xmlns:p14="http://schemas.microsoft.com/office/powerpoint/2010/main" val="3897005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ver Co-Brand - IQVIA">
    <p:bg>
      <p:bgPr>
        <a:solidFill>
          <a:schemeClr val="bg1"/>
        </a:solidFill>
        <a:effectLst/>
      </p:bgPr>
    </p:bg>
    <p:spTree>
      <p:nvGrpSpPr>
        <p:cNvPr id="1" name=""/>
        <p:cNvGrpSpPr/>
        <p:nvPr/>
      </p:nvGrpSpPr>
      <p:grpSpPr>
        <a:xfrm>
          <a:off x="0" y="0"/>
          <a:ext cx="0" cy="0"/>
          <a:chOff x="0" y="0"/>
          <a:chExt cx="0" cy="0"/>
        </a:xfrm>
      </p:grpSpPr>
      <p:sp>
        <p:nvSpPr>
          <p:cNvPr id="62" name="TextBox 61">
            <a:extLst>
              <a:ext uri="{FF2B5EF4-FFF2-40B4-BE49-F238E27FC236}">
                <a16:creationId xmlns:a16="http://schemas.microsoft.com/office/drawing/2014/main" id="{7AB75BD1-2507-44E0-91E4-42F78B5D2D49}"/>
              </a:ext>
            </a:extLst>
          </p:cNvPr>
          <p:cNvSpPr txBox="1"/>
          <p:nvPr/>
        </p:nvSpPr>
        <p:spPr bwMode="black">
          <a:xfrm>
            <a:off x="730897"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ea typeface="Arial" charset="0"/>
                <a:cs typeface="Arial" charset="0"/>
              </a:rPr>
              <a:t>© 2021. All rights reserved. IQVIA</a:t>
            </a:r>
            <a:r>
              <a:rPr lang="en-US" sz="800" baseline="30000">
                <a:solidFill>
                  <a:schemeClr val="bg1">
                    <a:lumMod val="50000"/>
                  </a:schemeClr>
                </a:solidFill>
                <a:ea typeface="Arial" charset="0"/>
                <a:cs typeface="Arial" charset="0"/>
              </a:rPr>
              <a:t>®</a:t>
            </a:r>
            <a:r>
              <a:rPr lang="en-US" sz="800">
                <a:solidFill>
                  <a:schemeClr val="bg1">
                    <a:lumMod val="50000"/>
                  </a:schemeClr>
                </a:solidFill>
                <a:ea typeface="Arial" charset="0"/>
                <a:cs typeface="Arial" charset="0"/>
              </a:rPr>
              <a:t> is a registered trademark of IQVIA Inc. in the United States, the European Union, and various other countries. </a:t>
            </a:r>
            <a:endParaRPr lang="en-US" sz="800" kern="1200">
              <a:solidFill>
                <a:schemeClr val="bg1">
                  <a:lumMod val="50000"/>
                </a:schemeClr>
              </a:solidFill>
              <a:latin typeface="+mn-lt"/>
              <a:ea typeface="Arial" charset="0"/>
              <a:cs typeface="Arial" charset="0"/>
            </a:endParaRPr>
          </a:p>
        </p:txBody>
      </p:sp>
      <p:sp>
        <p:nvSpPr>
          <p:cNvPr id="64" name="Text Placeholder 21">
            <a:extLst>
              <a:ext uri="{FF2B5EF4-FFF2-40B4-BE49-F238E27FC236}">
                <a16:creationId xmlns:a16="http://schemas.microsoft.com/office/drawing/2014/main" id="{098CCE30-6B5A-4DFB-97B5-AF5CCDE0C848}"/>
              </a:ext>
            </a:extLst>
          </p:cNvPr>
          <p:cNvSpPr>
            <a:spLocks noGrp="1"/>
          </p:cNvSpPr>
          <p:nvPr>
            <p:ph type="body" sz="quarter" idx="10" hasCustomPrompt="1"/>
          </p:nvPr>
        </p:nvSpPr>
        <p:spPr>
          <a:xfrm>
            <a:off x="743329" y="3681765"/>
            <a:ext cx="6349838" cy="1195801"/>
          </a:xfrm>
          <a:prstGeom prst="rect">
            <a:avLst/>
          </a:prstGeom>
        </p:spPr>
        <p:txBody>
          <a:bodyPr>
            <a:noAutofit/>
          </a:bodyPr>
          <a:lstStyle>
            <a:lvl1pPr marL="0" indent="0" algn="l">
              <a:lnSpc>
                <a:spcPct val="100000"/>
              </a:lnSpc>
              <a:spcBef>
                <a:spcPts val="0"/>
              </a:spcBef>
              <a:buNone/>
              <a:defRPr sz="2400" b="0" i="1">
                <a:solidFill>
                  <a:schemeClr val="accent1"/>
                </a:solidFill>
              </a:defRPr>
            </a:lvl1pPr>
          </a:lstStyle>
          <a:p>
            <a:pPr lvl="0"/>
            <a:r>
              <a:rPr lang="en-US"/>
              <a:t>Subheads are 24pt Arial Italic sentence case and can be 2 lines.</a:t>
            </a:r>
          </a:p>
        </p:txBody>
      </p:sp>
      <p:sp>
        <p:nvSpPr>
          <p:cNvPr id="70" name="Title 1">
            <a:extLst>
              <a:ext uri="{FF2B5EF4-FFF2-40B4-BE49-F238E27FC236}">
                <a16:creationId xmlns:a16="http://schemas.microsoft.com/office/drawing/2014/main" id="{184C4A24-4E36-49F8-AE34-FEFD57A98171}"/>
              </a:ext>
            </a:extLst>
          </p:cNvPr>
          <p:cNvSpPr>
            <a:spLocks noGrp="1"/>
          </p:cNvSpPr>
          <p:nvPr>
            <p:ph type="ctrTitle" hasCustomPrompt="1"/>
          </p:nvPr>
        </p:nvSpPr>
        <p:spPr>
          <a:xfrm>
            <a:off x="743330" y="1271573"/>
            <a:ext cx="7921554" cy="2242315"/>
          </a:xfrm>
          <a:prstGeom prst="rect">
            <a:avLst/>
          </a:prstGeom>
        </p:spPr>
        <p:txBody>
          <a:bodyPr anchor="b" anchorCtr="0"/>
          <a:lstStyle>
            <a:lvl1pPr algn="l">
              <a:lnSpc>
                <a:spcPct val="100000"/>
              </a:lnSpc>
              <a:defRPr sz="3600" b="1" i="0" baseline="0">
                <a:solidFill>
                  <a:schemeClr val="accent2"/>
                </a:solidFill>
              </a:defRPr>
            </a:lvl1pPr>
          </a:lstStyle>
          <a:p>
            <a:r>
              <a:rPr lang="en-US"/>
              <a:t>Headline 36pt Arial Bold Title Case Should Be No More Than 2 Lines</a:t>
            </a:r>
          </a:p>
        </p:txBody>
      </p:sp>
      <p:sp>
        <p:nvSpPr>
          <p:cNvPr id="71" name="Subtitle 2">
            <a:extLst>
              <a:ext uri="{FF2B5EF4-FFF2-40B4-BE49-F238E27FC236}">
                <a16:creationId xmlns:a16="http://schemas.microsoft.com/office/drawing/2014/main" id="{0E82B801-11C9-4FD7-9D6A-B8DAA2120461}"/>
              </a:ext>
            </a:extLst>
          </p:cNvPr>
          <p:cNvSpPr>
            <a:spLocks noGrp="1"/>
          </p:cNvSpPr>
          <p:nvPr>
            <p:ph type="subTitle" idx="1" hasCustomPrompt="1"/>
          </p:nvPr>
        </p:nvSpPr>
        <p:spPr>
          <a:xfrm>
            <a:off x="743329" y="5518464"/>
            <a:ext cx="6349838" cy="669272"/>
          </a:xfrm>
          <a:prstGeom prst="rect">
            <a:avLst/>
          </a:prstGeom>
        </p:spPr>
        <p:txBody>
          <a:bodyPr>
            <a:noAutofit/>
          </a:bodyPr>
          <a:lstStyle>
            <a:lvl1pPr marL="0" indent="0" algn="l">
              <a:lnSpc>
                <a:spcPct val="100000"/>
              </a:lnSpc>
              <a:spcBef>
                <a:spcPts val="200"/>
              </a:spcBef>
              <a:buNone/>
              <a:defRPr sz="1600"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Author First Last Name, Title 16pt Arial</a:t>
            </a:r>
          </a:p>
        </p:txBody>
      </p:sp>
      <p:sp>
        <p:nvSpPr>
          <p:cNvPr id="14" name="Text Placeholder 21">
            <a:extLst>
              <a:ext uri="{FF2B5EF4-FFF2-40B4-BE49-F238E27FC236}">
                <a16:creationId xmlns:a16="http://schemas.microsoft.com/office/drawing/2014/main" id="{E5C45F24-760D-4806-80BF-4B954EEA03A3}"/>
              </a:ext>
            </a:extLst>
          </p:cNvPr>
          <p:cNvSpPr>
            <a:spLocks noGrp="1"/>
          </p:cNvSpPr>
          <p:nvPr>
            <p:ph type="body" sz="quarter" idx="11" hasCustomPrompt="1"/>
          </p:nvPr>
        </p:nvSpPr>
        <p:spPr>
          <a:xfrm>
            <a:off x="7355299" y="4854606"/>
            <a:ext cx="2324100" cy="1341752"/>
          </a:xfrm>
          <a:prstGeom prst="rect">
            <a:avLst/>
          </a:prstGeom>
          <a:solidFill>
            <a:srgbClr val="DA291C"/>
          </a:solidFill>
        </p:spPr>
        <p:txBody>
          <a:bodyPr>
            <a:noAutofit/>
          </a:bodyPr>
          <a:lstStyle>
            <a:lvl1pPr marL="0" indent="0" algn="l">
              <a:lnSpc>
                <a:spcPct val="100000"/>
              </a:lnSpc>
              <a:spcBef>
                <a:spcPts val="0"/>
              </a:spcBef>
              <a:buNone/>
              <a:defRPr sz="1000" b="0" i="0">
                <a:solidFill>
                  <a:schemeClr val="bg1"/>
                </a:solidFill>
              </a:defRPr>
            </a:lvl1pPr>
          </a:lstStyle>
          <a:p>
            <a:pPr lvl="0"/>
            <a:r>
              <a:rPr lang="en-US"/>
              <a:t>Co-brand and bid defense only: You may replace this box with a sponsor logo. Ensure the logo is on a white or transparent background and you have usage permission.</a:t>
            </a:r>
            <a:br>
              <a:rPr lang="en-US"/>
            </a:br>
            <a:br>
              <a:rPr lang="en-US"/>
            </a:br>
            <a:r>
              <a:rPr lang="en-US"/>
              <a:t>All other presentations, or without sponsor logo: Please delete this box.</a:t>
            </a:r>
          </a:p>
        </p:txBody>
      </p:sp>
      <p:grpSp>
        <p:nvGrpSpPr>
          <p:cNvPr id="39" name="Group 38">
            <a:extLst>
              <a:ext uri="{FF2B5EF4-FFF2-40B4-BE49-F238E27FC236}">
                <a16:creationId xmlns:a16="http://schemas.microsoft.com/office/drawing/2014/main" id="{39C359E7-88C6-42D4-9B64-F7D5FE9CDBC5}"/>
              </a:ext>
            </a:extLst>
          </p:cNvPr>
          <p:cNvGrpSpPr/>
          <p:nvPr/>
        </p:nvGrpSpPr>
        <p:grpSpPr>
          <a:xfrm>
            <a:off x="9941531" y="3804028"/>
            <a:ext cx="2250469" cy="2651308"/>
            <a:chOff x="9941531" y="3804028"/>
            <a:chExt cx="2250469" cy="2651308"/>
          </a:xfrm>
        </p:grpSpPr>
        <p:sp>
          <p:nvSpPr>
            <p:cNvPr id="40" name="Freeform: Shape 39">
              <a:extLst>
                <a:ext uri="{FF2B5EF4-FFF2-40B4-BE49-F238E27FC236}">
                  <a16:creationId xmlns:a16="http://schemas.microsoft.com/office/drawing/2014/main" id="{C4384A34-21CA-42A4-8E46-1EEAC237500E}"/>
                </a:ext>
              </a:extLst>
            </p:cNvPr>
            <p:cNvSpPr/>
            <p:nvPr/>
          </p:nvSpPr>
          <p:spPr>
            <a:xfrm>
              <a:off x="10755844" y="5906186"/>
              <a:ext cx="1436156" cy="549150"/>
            </a:xfrm>
            <a:custGeom>
              <a:avLst/>
              <a:gdLst>
                <a:gd name="connsiteX0" fmla="*/ 274575 w 1436156"/>
                <a:gd name="connsiteY0" fmla="*/ 0 h 549150"/>
                <a:gd name="connsiteX1" fmla="*/ 276477 w 1436156"/>
                <a:gd name="connsiteY1" fmla="*/ 192 h 549150"/>
                <a:gd name="connsiteX2" fmla="*/ 276477 w 1436156"/>
                <a:gd name="connsiteY2" fmla="*/ 0 h 549150"/>
                <a:gd name="connsiteX3" fmla="*/ 1436156 w 1436156"/>
                <a:gd name="connsiteY3" fmla="*/ 0 h 549150"/>
                <a:gd name="connsiteX4" fmla="*/ 1436156 w 1436156"/>
                <a:gd name="connsiteY4" fmla="*/ 549150 h 549150"/>
                <a:gd name="connsiteX5" fmla="*/ 276477 w 1436156"/>
                <a:gd name="connsiteY5" fmla="*/ 549150 h 549150"/>
                <a:gd name="connsiteX6" fmla="*/ 276477 w 1436156"/>
                <a:gd name="connsiteY6" fmla="*/ 548959 h 549150"/>
                <a:gd name="connsiteX7" fmla="*/ 274575 w 1436156"/>
                <a:gd name="connsiteY7" fmla="*/ 549150 h 549150"/>
                <a:gd name="connsiteX8" fmla="*/ 0 w 1436156"/>
                <a:gd name="connsiteY8" fmla="*/ 274575 h 549150"/>
                <a:gd name="connsiteX9" fmla="*/ 274575 w 1436156"/>
                <a:gd name="connsiteY9"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36156" h="549150">
                  <a:moveTo>
                    <a:pt x="274575" y="0"/>
                  </a:moveTo>
                  <a:lnTo>
                    <a:pt x="276477" y="192"/>
                  </a:lnTo>
                  <a:lnTo>
                    <a:pt x="276477" y="0"/>
                  </a:lnTo>
                  <a:lnTo>
                    <a:pt x="1436156" y="0"/>
                  </a:lnTo>
                  <a:lnTo>
                    <a:pt x="1436156"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41" name="Freeform: Shape 40">
              <a:extLst>
                <a:ext uri="{FF2B5EF4-FFF2-40B4-BE49-F238E27FC236}">
                  <a16:creationId xmlns:a16="http://schemas.microsoft.com/office/drawing/2014/main" id="{80C482A3-7472-489E-8622-A62D97CBD17C}"/>
                </a:ext>
              </a:extLst>
            </p:cNvPr>
            <p:cNvSpPr/>
            <p:nvPr/>
          </p:nvSpPr>
          <p:spPr>
            <a:xfrm>
              <a:off x="10356354" y="3804028"/>
              <a:ext cx="1835646" cy="549150"/>
            </a:xfrm>
            <a:custGeom>
              <a:avLst/>
              <a:gdLst>
                <a:gd name="connsiteX0" fmla="*/ 274073 w 1835646"/>
                <a:gd name="connsiteY0" fmla="*/ 0 h 549150"/>
                <a:gd name="connsiteX1" fmla="*/ 278104 w 1835646"/>
                <a:gd name="connsiteY1" fmla="*/ 407 h 549150"/>
                <a:gd name="connsiteX2" fmla="*/ 278104 w 1835646"/>
                <a:gd name="connsiteY2" fmla="*/ 0 h 549150"/>
                <a:gd name="connsiteX3" fmla="*/ 1835646 w 1835646"/>
                <a:gd name="connsiteY3" fmla="*/ 0 h 549150"/>
                <a:gd name="connsiteX4" fmla="*/ 1835646 w 1835646"/>
                <a:gd name="connsiteY4" fmla="*/ 549150 h 549150"/>
                <a:gd name="connsiteX5" fmla="*/ 278104 w 1835646"/>
                <a:gd name="connsiteY5" fmla="*/ 549150 h 549150"/>
                <a:gd name="connsiteX6" fmla="*/ 278104 w 1835646"/>
                <a:gd name="connsiteY6" fmla="*/ 547742 h 549150"/>
                <a:gd name="connsiteX7" fmla="*/ 274073 w 1835646"/>
                <a:gd name="connsiteY7" fmla="*/ 548148 h 549150"/>
                <a:gd name="connsiteX8" fmla="*/ 0 w 1835646"/>
                <a:gd name="connsiteY8" fmla="*/ 274074 h 549150"/>
                <a:gd name="connsiteX9" fmla="*/ 274073 w 1835646"/>
                <a:gd name="connsiteY9"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35646" h="549150">
                  <a:moveTo>
                    <a:pt x="274073" y="0"/>
                  </a:moveTo>
                  <a:lnTo>
                    <a:pt x="278104" y="407"/>
                  </a:lnTo>
                  <a:lnTo>
                    <a:pt x="278104" y="0"/>
                  </a:lnTo>
                  <a:lnTo>
                    <a:pt x="1835646" y="0"/>
                  </a:lnTo>
                  <a:lnTo>
                    <a:pt x="1835646"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42" name="Freeform: Shape 41">
              <a:extLst>
                <a:ext uri="{FF2B5EF4-FFF2-40B4-BE49-F238E27FC236}">
                  <a16:creationId xmlns:a16="http://schemas.microsoft.com/office/drawing/2014/main" id="{14C68CD5-1D99-4C2F-8258-B69F780AC527}"/>
                </a:ext>
              </a:extLst>
            </p:cNvPr>
            <p:cNvSpPr/>
            <p:nvPr/>
          </p:nvSpPr>
          <p:spPr>
            <a:xfrm>
              <a:off x="9941531" y="4854606"/>
              <a:ext cx="2250469" cy="549150"/>
            </a:xfrm>
            <a:custGeom>
              <a:avLst/>
              <a:gdLst>
                <a:gd name="connsiteX0" fmla="*/ 299044 w 2250469"/>
                <a:gd name="connsiteY0" fmla="*/ 0 h 549150"/>
                <a:gd name="connsiteX1" fmla="*/ 300889 w 2250469"/>
                <a:gd name="connsiteY1" fmla="*/ 171 h 549150"/>
                <a:gd name="connsiteX2" fmla="*/ 300889 w 2250469"/>
                <a:gd name="connsiteY2" fmla="*/ 0 h 549150"/>
                <a:gd name="connsiteX3" fmla="*/ 2250469 w 2250469"/>
                <a:gd name="connsiteY3" fmla="*/ 0 h 549150"/>
                <a:gd name="connsiteX4" fmla="*/ 2250469 w 2250469"/>
                <a:gd name="connsiteY4" fmla="*/ 549150 h 549150"/>
                <a:gd name="connsiteX5" fmla="*/ 300889 w 2250469"/>
                <a:gd name="connsiteY5" fmla="*/ 549150 h 549150"/>
                <a:gd name="connsiteX6" fmla="*/ 300889 w 2250469"/>
                <a:gd name="connsiteY6" fmla="*/ 548980 h 549150"/>
                <a:gd name="connsiteX7" fmla="*/ 299044 w 2250469"/>
                <a:gd name="connsiteY7" fmla="*/ 549150 h 549150"/>
                <a:gd name="connsiteX8" fmla="*/ 0 w 2250469"/>
                <a:gd name="connsiteY8" fmla="*/ 274575 h 549150"/>
                <a:gd name="connsiteX9" fmla="*/ 299044 w 2250469"/>
                <a:gd name="connsiteY9"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50469" h="549150">
                  <a:moveTo>
                    <a:pt x="299044" y="0"/>
                  </a:moveTo>
                  <a:lnTo>
                    <a:pt x="300889" y="171"/>
                  </a:lnTo>
                  <a:lnTo>
                    <a:pt x="300889" y="0"/>
                  </a:lnTo>
                  <a:lnTo>
                    <a:pt x="2250469" y="0"/>
                  </a:lnTo>
                  <a:lnTo>
                    <a:pt x="2250469"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grpSp>
      <p:pic>
        <p:nvPicPr>
          <p:cNvPr id="19" name="Graphic 18">
            <a:extLst>
              <a:ext uri="{FF2B5EF4-FFF2-40B4-BE49-F238E27FC236}">
                <a16:creationId xmlns:a16="http://schemas.microsoft.com/office/drawing/2014/main" id="{EFFBAF58-7775-B441-95B2-60BAEE63067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Tree>
    <p:extLst>
      <p:ext uri="{BB962C8B-B14F-4D97-AF65-F5344CB8AC3E}">
        <p14:creationId xmlns:p14="http://schemas.microsoft.com/office/powerpoint/2010/main" val="2733267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itle and Content - IQVIA">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4694" y="1286359"/>
            <a:ext cx="11338560" cy="4994125"/>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13" name="Title 1"/>
          <p:cNvSpPr>
            <a:spLocks noGrp="1"/>
          </p:cNvSpPr>
          <p:nvPr>
            <p:ph type="title" hasCustomPrompt="1"/>
          </p:nvPr>
        </p:nvSpPr>
        <p:spPr>
          <a:xfrm>
            <a:off x="384694" y="294468"/>
            <a:ext cx="11338560" cy="768263"/>
          </a:xfrm>
          <a:prstGeom prst="rect">
            <a:avLst/>
          </a:prstGeom>
        </p:spPr>
        <p:txBody>
          <a:bodyPr anchor="b" anchorCtr="0"/>
          <a:lstStyle>
            <a:lvl1pPr>
              <a:defRPr sz="2800" b="1">
                <a:solidFill>
                  <a:schemeClr val="tx1"/>
                </a:solidFill>
              </a:defRPr>
            </a:lvl1pPr>
          </a:lstStyle>
          <a:p>
            <a:r>
              <a:rPr lang="en-US"/>
              <a:t>Headlines are 28pt Arial Bold sentence case</a:t>
            </a:r>
          </a:p>
        </p:txBody>
      </p:sp>
      <p:sp>
        <p:nvSpPr>
          <p:cNvPr id="54" name="Footer Placeholder 4">
            <a:extLst>
              <a:ext uri="{FF2B5EF4-FFF2-40B4-BE49-F238E27FC236}">
                <a16:creationId xmlns:a16="http://schemas.microsoft.com/office/drawing/2014/main" id="{7088911A-0046-5847-8D5E-667B718ECD3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30" name="Slide Number Placeholder 5">
            <a:extLst>
              <a:ext uri="{FF2B5EF4-FFF2-40B4-BE49-F238E27FC236}">
                <a16:creationId xmlns:a16="http://schemas.microsoft.com/office/drawing/2014/main" id="{FCFC63C0-5262-4767-9F93-DEDAECE24DB7}"/>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pic>
        <p:nvPicPr>
          <p:cNvPr id="10" name="Graphic 9">
            <a:extLst>
              <a:ext uri="{FF2B5EF4-FFF2-40B4-BE49-F238E27FC236}">
                <a16:creationId xmlns:a16="http://schemas.microsoft.com/office/drawing/2014/main" id="{DB41C48F-5C1D-DE41-93AD-B4E269C3B3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581948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and Content_Subhead - IQVIA">
    <p:spTree>
      <p:nvGrpSpPr>
        <p:cNvPr id="1" name=""/>
        <p:cNvGrpSpPr/>
        <p:nvPr/>
      </p:nvGrpSpPr>
      <p:grpSpPr>
        <a:xfrm>
          <a:off x="0" y="0"/>
          <a:ext cx="0" cy="0"/>
          <a:chOff x="0" y="0"/>
          <a:chExt cx="0" cy="0"/>
        </a:xfrm>
      </p:grpSpPr>
      <p:sp>
        <p:nvSpPr>
          <p:cNvPr id="53" name="Content Placeholder 2">
            <a:extLst>
              <a:ext uri="{FF2B5EF4-FFF2-40B4-BE49-F238E27FC236}">
                <a16:creationId xmlns:a16="http://schemas.microsoft.com/office/drawing/2014/main" id="{098016E9-779F-F844-B7C6-670D5E2ED4DC}"/>
              </a:ext>
            </a:extLst>
          </p:cNvPr>
          <p:cNvSpPr>
            <a:spLocks noGrp="1"/>
          </p:cNvSpPr>
          <p:nvPr>
            <p:ph idx="17" hasCustomPrompt="1"/>
          </p:nvPr>
        </p:nvSpPr>
        <p:spPr>
          <a:xfrm>
            <a:off x="384694" y="1702630"/>
            <a:ext cx="11338560" cy="4577854"/>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9"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1"/>
                </a:solidFill>
              </a:defRPr>
            </a:lvl1pPr>
          </a:lstStyle>
          <a:p>
            <a:pPr lvl="0"/>
            <a:r>
              <a:rPr lang="en-US"/>
              <a:t>Subheads are 20pt Arial Italic sentence case</a:t>
            </a:r>
          </a:p>
        </p:txBody>
      </p:sp>
      <p:sp>
        <p:nvSpPr>
          <p:cNvPr id="2" name="Title 1"/>
          <p:cNvSpPr>
            <a:spLocks noGrp="1"/>
          </p:cNvSpPr>
          <p:nvPr>
            <p:ph type="title" hasCustomPrompt="1"/>
          </p:nvPr>
        </p:nvSpPr>
        <p:spPr>
          <a:xfrm>
            <a:off x="384694" y="294468"/>
            <a:ext cx="11338560" cy="768263"/>
          </a:xfrm>
          <a:prstGeom prst="rect">
            <a:avLst/>
          </a:prstGeom>
        </p:spPr>
        <p:txBody>
          <a:bodyPr anchor="b" anchorCtr="0"/>
          <a:lstStyle>
            <a:lvl1pPr>
              <a:defRPr sz="2800" b="1">
                <a:solidFill>
                  <a:schemeClr val="tx1"/>
                </a:solidFill>
              </a:defRPr>
            </a:lvl1pPr>
          </a:lstStyle>
          <a:p>
            <a:r>
              <a:rPr lang="en-US"/>
              <a:t>Headlines are 28pt Arial Bold sentence case</a:t>
            </a:r>
          </a:p>
        </p:txBody>
      </p:sp>
      <p:sp>
        <p:nvSpPr>
          <p:cNvPr id="56" name="Footer Placeholder 4">
            <a:extLst>
              <a:ext uri="{FF2B5EF4-FFF2-40B4-BE49-F238E27FC236}">
                <a16:creationId xmlns:a16="http://schemas.microsoft.com/office/drawing/2014/main" id="{4C2A7798-04D8-114F-865E-17D9C5B73EAA}"/>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31" name="Slide Number Placeholder 5">
            <a:extLst>
              <a:ext uri="{FF2B5EF4-FFF2-40B4-BE49-F238E27FC236}">
                <a16:creationId xmlns:a16="http://schemas.microsoft.com/office/drawing/2014/main" id="{780491F4-CBE5-420D-B41C-DA1186C29721}"/>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pic>
        <p:nvPicPr>
          <p:cNvPr id="14" name="Graphic 13">
            <a:extLst>
              <a:ext uri="{FF2B5EF4-FFF2-40B4-BE49-F238E27FC236}">
                <a16:creationId xmlns:a16="http://schemas.microsoft.com/office/drawing/2014/main" id="{C127A24E-C6A6-B348-9405-8C826F52F91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81053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le and Content_Callout Opt1 - IQVIA">
    <p:spTree>
      <p:nvGrpSpPr>
        <p:cNvPr id="1" name=""/>
        <p:cNvGrpSpPr/>
        <p:nvPr/>
      </p:nvGrpSpPr>
      <p:grpSpPr>
        <a:xfrm>
          <a:off x="0" y="0"/>
          <a:ext cx="0" cy="0"/>
          <a:chOff x="0" y="0"/>
          <a:chExt cx="0" cy="0"/>
        </a:xfrm>
      </p:grpSpPr>
      <p:pic>
        <p:nvPicPr>
          <p:cNvPr id="17" name="Graphic 16">
            <a:extLst>
              <a:ext uri="{FF2B5EF4-FFF2-40B4-BE49-F238E27FC236}">
                <a16:creationId xmlns:a16="http://schemas.microsoft.com/office/drawing/2014/main" id="{B39BD980-859A-ED43-B5E0-B78C35812A8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cxnSp>
        <p:nvCxnSpPr>
          <p:cNvPr id="12" name="Straight Connector 11">
            <a:extLst>
              <a:ext uri="{FF2B5EF4-FFF2-40B4-BE49-F238E27FC236}">
                <a16:creationId xmlns:a16="http://schemas.microsoft.com/office/drawing/2014/main" id="{9531A8FC-B139-A448-96B7-DB54D8693F95}"/>
              </a:ext>
            </a:extLst>
          </p:cNvPr>
          <p:cNvCxnSpPr>
            <a:cxnSpLocks/>
          </p:cNvCxnSpPr>
          <p:nvPr/>
        </p:nvCxnSpPr>
        <p:spPr>
          <a:xfrm>
            <a:off x="8132063" y="1784927"/>
            <a:ext cx="4148329" cy="0"/>
          </a:xfrm>
          <a:prstGeom prst="line">
            <a:avLst/>
          </a:prstGeom>
          <a:ln w="254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9"/>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8" name="Text Placeholder 11"/>
          <p:cNvSpPr>
            <a:spLocks noGrp="1"/>
          </p:cNvSpPr>
          <p:nvPr>
            <p:ph type="body" sz="quarter" idx="15" hasCustomPrompt="1"/>
          </p:nvPr>
        </p:nvSpPr>
        <p:spPr bwMode="gray">
          <a:xfrm>
            <a:off x="8132063" y="1876358"/>
            <a:ext cx="3764662" cy="4404117"/>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accent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Arial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a:t>
            </a:r>
            <a:r>
              <a:rPr lang="en-US" noProof="0" err="1"/>
              <a:t>sed</a:t>
            </a:r>
            <a:r>
              <a:rPr lang="en-US" noProof="0"/>
              <a:t> </a:t>
            </a:r>
            <a:r>
              <a:rPr lang="en-US" noProof="0" err="1"/>
              <a:t>diam</a:t>
            </a:r>
            <a:r>
              <a:rPr lang="en-US" noProof="0"/>
              <a:t>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accent1"/>
                </a:solidFill>
              </a:defRPr>
            </a:lvl1pPr>
          </a:lstStyle>
          <a:p>
            <a:pPr lvl="0"/>
            <a:r>
              <a:rPr lang="en-US"/>
              <a:t>Subheads are 20pt Arial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wrap="square" anchor="b" anchorCtr="0">
            <a:noAutofit/>
          </a:bodyPr>
          <a:lstStyle>
            <a:lvl1pPr>
              <a:defRPr sz="2800" b="1">
                <a:solidFill>
                  <a:schemeClr val="tx1"/>
                </a:solidFill>
              </a:defRPr>
            </a:lvl1pPr>
          </a:lstStyle>
          <a:p>
            <a:r>
              <a:rPr lang="en-US"/>
              <a:t>Headlines are 28pt Arial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33" name="Slide Number Placeholder 5">
            <a:extLst>
              <a:ext uri="{FF2B5EF4-FFF2-40B4-BE49-F238E27FC236}">
                <a16:creationId xmlns:a16="http://schemas.microsoft.com/office/drawing/2014/main" id="{241A4459-0EB4-4688-8572-06BA95F5D702}"/>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spTree>
    <p:extLst>
      <p:ext uri="{BB962C8B-B14F-4D97-AF65-F5344CB8AC3E}">
        <p14:creationId xmlns:p14="http://schemas.microsoft.com/office/powerpoint/2010/main" val="3207706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itle and Content_Callout Opt2 - IQVIA">
    <p:spTree>
      <p:nvGrpSpPr>
        <p:cNvPr id="1" name=""/>
        <p:cNvGrpSpPr/>
        <p:nvPr/>
      </p:nvGrpSpPr>
      <p:grpSpPr>
        <a:xfrm>
          <a:off x="0" y="0"/>
          <a:ext cx="0" cy="0"/>
          <a:chOff x="0" y="0"/>
          <a:chExt cx="0" cy="0"/>
        </a:xfrm>
      </p:grpSpPr>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5"/>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8" name="Text Placeholder 11"/>
          <p:cNvSpPr>
            <a:spLocks noGrp="1"/>
          </p:cNvSpPr>
          <p:nvPr>
            <p:ph type="body" sz="quarter" idx="15" hasCustomPrompt="1"/>
          </p:nvPr>
        </p:nvSpPr>
        <p:spPr bwMode="gray">
          <a:xfrm>
            <a:off x="8132063" y="1876358"/>
            <a:ext cx="3764662" cy="4404112"/>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accent1"/>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Arial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a:t>
            </a:r>
            <a:r>
              <a:rPr lang="en-US" noProof="0" err="1"/>
              <a:t>sed</a:t>
            </a:r>
            <a:r>
              <a:rPr lang="en-US" noProof="0"/>
              <a:t> </a:t>
            </a:r>
            <a:r>
              <a:rPr lang="en-US" noProof="0" err="1"/>
              <a:t>diam</a:t>
            </a:r>
            <a:r>
              <a:rPr lang="en-US" noProof="0"/>
              <a:t>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accent1"/>
                </a:solidFill>
              </a:defRPr>
            </a:lvl1pPr>
          </a:lstStyle>
          <a:p>
            <a:pPr lvl="0"/>
            <a:r>
              <a:rPr lang="en-US"/>
              <a:t>Subheads are 20pt Arial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wrap="square" anchor="b" anchorCtr="0">
            <a:noAutofit/>
          </a:bodyPr>
          <a:lstStyle>
            <a:lvl1pPr>
              <a:defRPr sz="2800" b="1">
                <a:solidFill>
                  <a:schemeClr val="tx1"/>
                </a:solidFill>
              </a:defRPr>
            </a:lvl1pPr>
          </a:lstStyle>
          <a:p>
            <a:r>
              <a:rPr lang="en-US"/>
              <a:t>Headlines are 28pt Arial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cxnSp>
        <p:nvCxnSpPr>
          <p:cNvPr id="11" name="Straight Connector 10">
            <a:extLst>
              <a:ext uri="{FF2B5EF4-FFF2-40B4-BE49-F238E27FC236}">
                <a16:creationId xmlns:a16="http://schemas.microsoft.com/office/drawing/2014/main" id="{2BB5C6CE-599B-D241-B11C-1899212B39F3}"/>
              </a:ext>
            </a:extLst>
          </p:cNvPr>
          <p:cNvCxnSpPr>
            <a:cxnSpLocks/>
          </p:cNvCxnSpPr>
          <p:nvPr/>
        </p:nvCxnSpPr>
        <p:spPr>
          <a:xfrm>
            <a:off x="8132063" y="1784927"/>
            <a:ext cx="4148329" cy="0"/>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33" name="Slide Number Placeholder 5">
            <a:extLst>
              <a:ext uri="{FF2B5EF4-FFF2-40B4-BE49-F238E27FC236}">
                <a16:creationId xmlns:a16="http://schemas.microsoft.com/office/drawing/2014/main" id="{5A70D40F-E06E-4AAC-8094-BC565B24D95E}"/>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pic>
        <p:nvPicPr>
          <p:cNvPr id="12" name="Graphic 11">
            <a:extLst>
              <a:ext uri="{FF2B5EF4-FFF2-40B4-BE49-F238E27FC236}">
                <a16:creationId xmlns:a16="http://schemas.microsoft.com/office/drawing/2014/main" id="{F1328CB7-3B3E-0342-86D5-64775D744D1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23406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wo Column - IQVIA">
    <p:spTree>
      <p:nvGrpSpPr>
        <p:cNvPr id="1" name=""/>
        <p:cNvGrpSpPr/>
        <p:nvPr/>
      </p:nvGrpSpPr>
      <p:grpSpPr>
        <a:xfrm>
          <a:off x="0" y="0"/>
          <a:ext cx="0" cy="0"/>
          <a:chOff x="0" y="0"/>
          <a:chExt cx="0" cy="0"/>
        </a:xfrm>
      </p:grpSpPr>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702626"/>
            <a:ext cx="5532119" cy="4581144"/>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702626"/>
            <a:ext cx="5532119" cy="4577857"/>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13"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1"/>
                </a:solidFill>
              </a:defRPr>
            </a:lvl1pPr>
          </a:lstStyle>
          <a:p>
            <a:pPr lvl="0"/>
            <a:r>
              <a:rPr lang="en-US"/>
              <a:t>Subheads are 20pt Arial Italic sentence case</a:t>
            </a:r>
          </a:p>
        </p:txBody>
      </p:sp>
      <p:sp>
        <p:nvSpPr>
          <p:cNvPr id="14" name="Title 1"/>
          <p:cNvSpPr>
            <a:spLocks noGrp="1"/>
          </p:cNvSpPr>
          <p:nvPr>
            <p:ph type="title" hasCustomPrompt="1"/>
          </p:nvPr>
        </p:nvSpPr>
        <p:spPr>
          <a:xfrm>
            <a:off x="384694" y="294468"/>
            <a:ext cx="11338560" cy="768263"/>
          </a:xfrm>
          <a:prstGeom prst="rect">
            <a:avLst/>
          </a:prstGeom>
        </p:spPr>
        <p:txBody>
          <a:bodyPr anchor="b" anchorCtr="0"/>
          <a:lstStyle>
            <a:lvl1pPr>
              <a:defRPr sz="2800" b="1">
                <a:solidFill>
                  <a:schemeClr val="tx1"/>
                </a:solidFill>
              </a:defRPr>
            </a:lvl1pPr>
          </a:lstStyle>
          <a:p>
            <a:r>
              <a:rPr lang="en-US"/>
              <a:t>Headlines are 28pt Arial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32" name="Slide Number Placeholder 5">
            <a:extLst>
              <a:ext uri="{FF2B5EF4-FFF2-40B4-BE49-F238E27FC236}">
                <a16:creationId xmlns:a16="http://schemas.microsoft.com/office/drawing/2014/main" id="{2DFA1798-9673-4022-816E-704E37E4DEA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pic>
        <p:nvPicPr>
          <p:cNvPr id="10" name="Graphic 9">
            <a:extLst>
              <a:ext uri="{FF2B5EF4-FFF2-40B4-BE49-F238E27FC236}">
                <a16:creationId xmlns:a16="http://schemas.microsoft.com/office/drawing/2014/main" id="{2420C18B-DFBF-C046-8D9E-FB3BB18EF16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73537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wo Column_NoSubhead - IQVIA">
    <p:spTree>
      <p:nvGrpSpPr>
        <p:cNvPr id="1" name=""/>
        <p:cNvGrpSpPr/>
        <p:nvPr/>
      </p:nvGrpSpPr>
      <p:grpSpPr>
        <a:xfrm>
          <a:off x="0" y="0"/>
          <a:ext cx="0" cy="0"/>
          <a:chOff x="0" y="0"/>
          <a:chExt cx="0" cy="0"/>
        </a:xfrm>
      </p:grpSpPr>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286358"/>
            <a:ext cx="5532119" cy="4994126"/>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286358"/>
            <a:ext cx="5532119" cy="4994125"/>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14" name="Title 1"/>
          <p:cNvSpPr>
            <a:spLocks noGrp="1"/>
          </p:cNvSpPr>
          <p:nvPr>
            <p:ph type="title" hasCustomPrompt="1"/>
          </p:nvPr>
        </p:nvSpPr>
        <p:spPr>
          <a:xfrm>
            <a:off x="384694" y="294468"/>
            <a:ext cx="11338560" cy="768263"/>
          </a:xfrm>
          <a:prstGeom prst="rect">
            <a:avLst/>
          </a:prstGeom>
        </p:spPr>
        <p:txBody>
          <a:bodyPr anchor="b" anchorCtr="0"/>
          <a:lstStyle>
            <a:lvl1pPr>
              <a:defRPr sz="2800" b="1">
                <a:solidFill>
                  <a:schemeClr val="tx1"/>
                </a:solidFill>
              </a:defRPr>
            </a:lvl1pPr>
          </a:lstStyle>
          <a:p>
            <a:r>
              <a:rPr lang="en-US"/>
              <a:t>Headlines are 28pt Arial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pic>
        <p:nvPicPr>
          <p:cNvPr id="10" name="Graphic 9">
            <a:extLst>
              <a:ext uri="{FF2B5EF4-FFF2-40B4-BE49-F238E27FC236}">
                <a16:creationId xmlns:a16="http://schemas.microsoft.com/office/drawing/2014/main" id="{AC061BF7-30ED-394B-918A-D1835A35BE5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979692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hree Column - IQVIA">
    <p:spTree>
      <p:nvGrpSpPr>
        <p:cNvPr id="1" name=""/>
        <p:cNvGrpSpPr/>
        <p:nvPr/>
      </p:nvGrpSpPr>
      <p:grpSpPr>
        <a:xfrm>
          <a:off x="0" y="0"/>
          <a:ext cx="0" cy="0"/>
          <a:chOff x="0" y="0"/>
          <a:chExt cx="0" cy="0"/>
        </a:xfrm>
      </p:grpSpPr>
      <p:sp>
        <p:nvSpPr>
          <p:cNvPr id="56" name="Content Placeholder 2">
            <a:extLst>
              <a:ext uri="{FF2B5EF4-FFF2-40B4-BE49-F238E27FC236}">
                <a16:creationId xmlns:a16="http://schemas.microsoft.com/office/drawing/2014/main" id="{C2AC1106-6E0D-B341-B75A-C8C2F73E3F26}"/>
              </a:ext>
            </a:extLst>
          </p:cNvPr>
          <p:cNvSpPr>
            <a:spLocks noGrp="1"/>
          </p:cNvSpPr>
          <p:nvPr>
            <p:ph idx="19" hasCustomPrompt="1"/>
          </p:nvPr>
        </p:nvSpPr>
        <p:spPr>
          <a:xfrm>
            <a:off x="384694" y="1702626"/>
            <a:ext cx="3621024" cy="4577857"/>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58" name="Content Placeholder 2">
            <a:extLst>
              <a:ext uri="{FF2B5EF4-FFF2-40B4-BE49-F238E27FC236}">
                <a16:creationId xmlns:a16="http://schemas.microsoft.com/office/drawing/2014/main" id="{ABC0DBC1-9787-6A4E-A4B1-E0E8BE5E8F02}"/>
              </a:ext>
            </a:extLst>
          </p:cNvPr>
          <p:cNvSpPr>
            <a:spLocks noGrp="1"/>
          </p:cNvSpPr>
          <p:nvPr>
            <p:ph idx="20" hasCustomPrompt="1"/>
          </p:nvPr>
        </p:nvSpPr>
        <p:spPr>
          <a:xfrm>
            <a:off x="8102230" y="1702627"/>
            <a:ext cx="3621024" cy="4577856"/>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59" name="Content Placeholder 2">
            <a:extLst>
              <a:ext uri="{FF2B5EF4-FFF2-40B4-BE49-F238E27FC236}">
                <a16:creationId xmlns:a16="http://schemas.microsoft.com/office/drawing/2014/main" id="{88B0BB6F-D4FA-D54D-A387-A1834DE59B82}"/>
              </a:ext>
            </a:extLst>
          </p:cNvPr>
          <p:cNvSpPr>
            <a:spLocks noGrp="1"/>
          </p:cNvSpPr>
          <p:nvPr>
            <p:ph idx="21" hasCustomPrompt="1"/>
          </p:nvPr>
        </p:nvSpPr>
        <p:spPr>
          <a:xfrm>
            <a:off x="4243462" y="1702627"/>
            <a:ext cx="3621024" cy="4577856"/>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1"/>
                </a:solidFill>
              </a:defRPr>
            </a:lvl1pPr>
          </a:lstStyle>
          <a:p>
            <a:pPr lvl="0"/>
            <a:r>
              <a:rPr lang="en-US"/>
              <a:t>Subheads are 20pt Arial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anchor="b" anchorCtr="0"/>
          <a:lstStyle>
            <a:lvl1pPr>
              <a:defRPr sz="2800" b="1">
                <a:solidFill>
                  <a:schemeClr val="tx1"/>
                </a:solidFill>
              </a:defRPr>
            </a:lvl1pPr>
          </a:lstStyle>
          <a:p>
            <a:r>
              <a:rPr lang="en-US"/>
              <a:t>Headlines are 28pt Arial Bold sentence case</a:t>
            </a:r>
          </a:p>
        </p:txBody>
      </p:sp>
      <p:sp>
        <p:nvSpPr>
          <p:cNvPr id="61" name="Footer Placeholder 4">
            <a:extLst>
              <a:ext uri="{FF2B5EF4-FFF2-40B4-BE49-F238E27FC236}">
                <a16:creationId xmlns:a16="http://schemas.microsoft.com/office/drawing/2014/main" id="{2B619D02-ECD0-CE4F-A007-98E4EF45BF9C}"/>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33" name="Slide Number Placeholder 5">
            <a:extLst>
              <a:ext uri="{FF2B5EF4-FFF2-40B4-BE49-F238E27FC236}">
                <a16:creationId xmlns:a16="http://schemas.microsoft.com/office/drawing/2014/main" id="{C02E0708-4D86-44F8-B4F9-1E6BEA5F151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pic>
        <p:nvPicPr>
          <p:cNvPr id="11" name="Graphic 10">
            <a:extLst>
              <a:ext uri="{FF2B5EF4-FFF2-40B4-BE49-F238E27FC236}">
                <a16:creationId xmlns:a16="http://schemas.microsoft.com/office/drawing/2014/main" id="{DF16763F-C469-814B-B3F1-2A463EAEA87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332684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 Only - IQVIA">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384694" y="294468"/>
            <a:ext cx="11338560" cy="768263"/>
          </a:xfrm>
          <a:prstGeom prst="rect">
            <a:avLst/>
          </a:prstGeom>
        </p:spPr>
        <p:txBody>
          <a:bodyPr lIns="91440" tIns="45720" rIns="91440" bIns="45720" anchor="b" anchorCtr="0"/>
          <a:lstStyle>
            <a:lvl1pPr>
              <a:defRPr sz="2800" b="1">
                <a:solidFill>
                  <a:schemeClr val="tx1"/>
                </a:solidFill>
              </a:defRPr>
            </a:lvl1pPr>
          </a:lstStyle>
          <a:p>
            <a:r>
              <a:rPr lang="en-US"/>
              <a:t>Headlines are 28pt Arial Bold sentence case</a:t>
            </a:r>
          </a:p>
        </p:txBody>
      </p:sp>
      <p:sp>
        <p:nvSpPr>
          <p:cNvPr id="53" name="Footer Placeholder 4">
            <a:extLst>
              <a:ext uri="{FF2B5EF4-FFF2-40B4-BE49-F238E27FC236}">
                <a16:creationId xmlns:a16="http://schemas.microsoft.com/office/drawing/2014/main" id="{B43D20F7-04AA-0E4D-91D5-5DB9ECAF95F0}"/>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29" name="Slide Number Placeholder 5">
            <a:extLst>
              <a:ext uri="{FF2B5EF4-FFF2-40B4-BE49-F238E27FC236}">
                <a16:creationId xmlns:a16="http://schemas.microsoft.com/office/drawing/2014/main" id="{5EA968B8-FA3A-4F62-92E8-E94086C1347B}"/>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pic>
        <p:nvPicPr>
          <p:cNvPr id="7" name="Graphic 6">
            <a:extLst>
              <a:ext uri="{FF2B5EF4-FFF2-40B4-BE49-F238E27FC236}">
                <a16:creationId xmlns:a16="http://schemas.microsoft.com/office/drawing/2014/main" id="{D12220C1-1EAE-C14B-89F3-9751E5993BA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442553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and Subhead_Only - IQVIA">
    <p:spTree>
      <p:nvGrpSpPr>
        <p:cNvPr id="1" name=""/>
        <p:cNvGrpSpPr/>
        <p:nvPr/>
      </p:nvGrpSpPr>
      <p:grpSpPr>
        <a:xfrm>
          <a:off x="0" y="0"/>
          <a:ext cx="0" cy="0"/>
          <a:chOff x="0" y="0"/>
          <a:chExt cx="0" cy="0"/>
        </a:xfrm>
      </p:grpSpPr>
      <p:sp>
        <p:nvSpPr>
          <p:cNvPr id="12"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1"/>
                </a:solidFill>
              </a:defRPr>
            </a:lvl1pPr>
          </a:lstStyle>
          <a:p>
            <a:pPr lvl="0"/>
            <a:r>
              <a:rPr lang="en-US"/>
              <a:t>Subheads are 20pt Arial Italic sentence case</a:t>
            </a:r>
          </a:p>
        </p:txBody>
      </p:sp>
      <p:sp>
        <p:nvSpPr>
          <p:cNvPr id="13" name="Title 1"/>
          <p:cNvSpPr>
            <a:spLocks noGrp="1"/>
          </p:cNvSpPr>
          <p:nvPr>
            <p:ph type="title" hasCustomPrompt="1"/>
          </p:nvPr>
        </p:nvSpPr>
        <p:spPr>
          <a:xfrm>
            <a:off x="384694" y="294468"/>
            <a:ext cx="11338560" cy="768263"/>
          </a:xfrm>
          <a:prstGeom prst="rect">
            <a:avLst/>
          </a:prstGeom>
        </p:spPr>
        <p:txBody>
          <a:bodyPr anchor="b" anchorCtr="0"/>
          <a:lstStyle>
            <a:lvl1pPr>
              <a:defRPr sz="2800" b="1">
                <a:solidFill>
                  <a:schemeClr val="tx1"/>
                </a:solidFill>
              </a:defRPr>
            </a:lvl1pPr>
          </a:lstStyle>
          <a:p>
            <a:r>
              <a:rPr lang="en-US"/>
              <a:t>Headlines are 28pt Arial Bold sentence case</a:t>
            </a:r>
          </a:p>
        </p:txBody>
      </p:sp>
      <p:sp>
        <p:nvSpPr>
          <p:cNvPr id="55" name="Footer Placeholder 4">
            <a:extLst>
              <a:ext uri="{FF2B5EF4-FFF2-40B4-BE49-F238E27FC236}">
                <a16:creationId xmlns:a16="http://schemas.microsoft.com/office/drawing/2014/main" id="{76ED9213-76D9-7A47-BBC6-21289543AEB2}"/>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35" name="Slide Number Placeholder 5">
            <a:extLst>
              <a:ext uri="{FF2B5EF4-FFF2-40B4-BE49-F238E27FC236}">
                <a16:creationId xmlns:a16="http://schemas.microsoft.com/office/drawing/2014/main" id="{1E387831-BA5F-49F6-AA7A-A7D23D1B4F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pic>
        <p:nvPicPr>
          <p:cNvPr id="8" name="Graphic 7">
            <a:extLst>
              <a:ext uri="{FF2B5EF4-FFF2-40B4-BE49-F238E27FC236}">
                <a16:creationId xmlns:a16="http://schemas.microsoft.com/office/drawing/2014/main" id="{BCBCE073-12D8-9D4F-9B15-2F9BE4AC354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674861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Logo Only - IQVIA">
    <p:spTree>
      <p:nvGrpSpPr>
        <p:cNvPr id="1" name=""/>
        <p:cNvGrpSpPr/>
        <p:nvPr/>
      </p:nvGrpSpPr>
      <p:grpSpPr>
        <a:xfrm>
          <a:off x="0" y="0"/>
          <a:ext cx="0" cy="0"/>
          <a:chOff x="0" y="0"/>
          <a:chExt cx="0" cy="0"/>
        </a:xfrm>
      </p:grpSpPr>
      <p:sp>
        <p:nvSpPr>
          <p:cNvPr id="53" name="Footer Placeholder 4">
            <a:extLst>
              <a:ext uri="{FF2B5EF4-FFF2-40B4-BE49-F238E27FC236}">
                <a16:creationId xmlns:a16="http://schemas.microsoft.com/office/drawing/2014/main" id="{EBE92459-5CCD-6042-9D0E-BAC9DA03F841}"/>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31" name="Slide Number Placeholder 5">
            <a:extLst>
              <a:ext uri="{FF2B5EF4-FFF2-40B4-BE49-F238E27FC236}">
                <a16:creationId xmlns:a16="http://schemas.microsoft.com/office/drawing/2014/main" id="{75C2CC54-E1EC-4DF9-A3B0-2009DB97279A}"/>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pic>
        <p:nvPicPr>
          <p:cNvPr id="6" name="Graphic 5">
            <a:extLst>
              <a:ext uri="{FF2B5EF4-FFF2-40B4-BE49-F238E27FC236}">
                <a16:creationId xmlns:a16="http://schemas.microsoft.com/office/drawing/2014/main" id="{A8B63251-79DB-3544-890F-9DDA614A5D8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526136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Blank - IQVIA">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2DEFF783-1996-4984-99EE-7B1AC1AE1A3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spTree>
    <p:extLst>
      <p:ext uri="{BB962C8B-B14F-4D97-AF65-F5344CB8AC3E}">
        <p14:creationId xmlns:p14="http://schemas.microsoft.com/office/powerpoint/2010/main" val="1026565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able of Contents - IQVIA">
    <p:bg>
      <p:bgPr>
        <a:solidFill>
          <a:schemeClr val="bg1"/>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38658025-8660-B74C-8ED5-6D1A405A1A70}"/>
              </a:ext>
            </a:extLst>
          </p:cNvPr>
          <p:cNvSpPr/>
          <p:nvPr/>
        </p:nvSpPr>
        <p:spPr bwMode="gray">
          <a:xfrm>
            <a:off x="353568" y="0"/>
            <a:ext cx="11484864" cy="6858000"/>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a:p>
        </p:txBody>
      </p:sp>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accent1"/>
              </a:buClr>
              <a:buFont typeface="System Font Regular"/>
              <a:buChar char="+"/>
              <a:defRPr sz="1800">
                <a:solidFill>
                  <a:schemeClr val="tx1"/>
                </a:solidFill>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defRPr>
            </a:lvl2pPr>
            <a:lvl3pPr marL="548640" indent="-182880">
              <a:lnSpc>
                <a:spcPct val="100000"/>
              </a:lnSpc>
              <a:spcBef>
                <a:spcPts val="800"/>
              </a:spcBef>
              <a:buClrTx/>
              <a:buFont typeface="Arial" panose="020B0604020202020204" pitchFamily="34" charset="0"/>
              <a:buChar char="›"/>
              <a:defRPr sz="1600">
                <a:solidFill>
                  <a:schemeClr val="tx1"/>
                </a:solidFill>
              </a:defRPr>
            </a:lvl3pPr>
            <a:lvl4pPr marL="731520" indent="-182880">
              <a:lnSpc>
                <a:spcPct val="100000"/>
              </a:lnSpc>
              <a:spcBef>
                <a:spcPts val="800"/>
              </a:spcBef>
              <a:buClrTx/>
              <a:buFont typeface="Arial" panose="020B0604020202020204" pitchFamily="34" charset="0"/>
              <a:buChar char="»"/>
              <a:defRPr sz="1600">
                <a:solidFill>
                  <a:schemeClr val="tx1"/>
                </a:solidFill>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defRPr>
            </a:lvl5pPr>
          </a:lstStyle>
          <a:p>
            <a:pPr lvl="0"/>
            <a:r>
              <a:rPr lang="en-US"/>
              <a:t>Arial 18pt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a:p>
            <a:pPr lvl="0"/>
            <a:r>
              <a:rPr lang="en-US"/>
              <a:t>Arial 18pt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anchor="ctr"/>
          <a:lstStyle>
            <a:lvl1pPr>
              <a:defRPr sz="3200" b="1">
                <a:solidFill>
                  <a:schemeClr val="accent1"/>
                </a:solidFill>
              </a:defRPr>
            </a:lvl1pPr>
          </a:lstStyle>
          <a:p>
            <a:r>
              <a:rPr lang="en-US"/>
              <a:t>Table of contents or Agenda</a:t>
            </a:r>
          </a:p>
        </p:txBody>
      </p:sp>
      <p:grpSp>
        <p:nvGrpSpPr>
          <p:cNvPr id="4" name="Group 3">
            <a:extLst>
              <a:ext uri="{FF2B5EF4-FFF2-40B4-BE49-F238E27FC236}">
                <a16:creationId xmlns:a16="http://schemas.microsoft.com/office/drawing/2014/main" id="{6A1CD0AD-A634-4EA6-AE67-C63B52CE7B06}"/>
              </a:ext>
            </a:extLst>
          </p:cNvPr>
          <p:cNvGrpSpPr/>
          <p:nvPr/>
        </p:nvGrpSpPr>
        <p:grpSpPr>
          <a:xfrm>
            <a:off x="-1" y="260324"/>
            <a:ext cx="1250388" cy="1575820"/>
            <a:chOff x="-1" y="260324"/>
            <a:chExt cx="1250388" cy="1575820"/>
          </a:xfrm>
          <a:solidFill>
            <a:schemeClr val="accent1"/>
          </a:solidFill>
        </p:grpSpPr>
        <p:grpSp>
          <p:nvGrpSpPr>
            <p:cNvPr id="78" name="Group 77">
              <a:extLst>
                <a:ext uri="{FF2B5EF4-FFF2-40B4-BE49-F238E27FC236}">
                  <a16:creationId xmlns:a16="http://schemas.microsoft.com/office/drawing/2014/main" id="{B2E777F5-EFF3-457A-8259-AC8F3FAFC249}"/>
                </a:ext>
              </a:extLst>
            </p:cNvPr>
            <p:cNvGrpSpPr/>
            <p:nvPr/>
          </p:nvGrpSpPr>
          <p:grpSpPr>
            <a:xfrm>
              <a:off x="686264" y="1652391"/>
              <a:ext cx="564123" cy="183753"/>
              <a:chOff x="876236" y="5534957"/>
              <a:chExt cx="1674271" cy="545364"/>
            </a:xfrm>
            <a:grpFill/>
          </p:grpSpPr>
          <p:sp>
            <p:nvSpPr>
              <p:cNvPr id="96" name="Rectangle 95">
                <a:extLst>
                  <a:ext uri="{FF2B5EF4-FFF2-40B4-BE49-F238E27FC236}">
                    <a16:creationId xmlns:a16="http://schemas.microsoft.com/office/drawing/2014/main" id="{B117E7E6-D510-412B-8045-21F2179CDBFD}"/>
                  </a:ext>
                </a:extLst>
              </p:cNvPr>
              <p:cNvSpPr/>
              <p:nvPr/>
            </p:nvSpPr>
            <p:spPr>
              <a:xfrm>
                <a:off x="1154393" y="5534957"/>
                <a:ext cx="1117582"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7" name="Oval 96">
                <a:extLst>
                  <a:ext uri="{FF2B5EF4-FFF2-40B4-BE49-F238E27FC236}">
                    <a16:creationId xmlns:a16="http://schemas.microsoft.com/office/drawing/2014/main" id="{79A544B5-B37E-40F9-A3D1-E4A00DF6E89F}"/>
                  </a:ext>
                </a:extLst>
              </p:cNvPr>
              <p:cNvSpPr/>
              <p:nvPr/>
            </p:nvSpPr>
            <p:spPr>
              <a:xfrm>
                <a:off x="2005143"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8" name="Oval 97">
                <a:extLst>
                  <a:ext uri="{FF2B5EF4-FFF2-40B4-BE49-F238E27FC236}">
                    <a16:creationId xmlns:a16="http://schemas.microsoft.com/office/drawing/2014/main" id="{EF1038BB-A4E9-41A9-B2F4-23E7F5CD6621}"/>
                  </a:ext>
                </a:extLst>
              </p:cNvPr>
              <p:cNvSpPr/>
              <p:nvPr/>
            </p:nvSpPr>
            <p:spPr>
              <a:xfrm>
                <a:off x="876236"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79" name="Group 78">
              <a:extLst>
                <a:ext uri="{FF2B5EF4-FFF2-40B4-BE49-F238E27FC236}">
                  <a16:creationId xmlns:a16="http://schemas.microsoft.com/office/drawing/2014/main" id="{029BE464-4CCF-4D58-8077-7337778D29CA}"/>
                </a:ext>
              </a:extLst>
            </p:cNvPr>
            <p:cNvGrpSpPr/>
            <p:nvPr/>
          </p:nvGrpSpPr>
          <p:grpSpPr>
            <a:xfrm>
              <a:off x="864211" y="1304375"/>
              <a:ext cx="386176" cy="183753"/>
              <a:chOff x="1404367" y="4502072"/>
              <a:chExt cx="1146140" cy="545364"/>
            </a:xfrm>
            <a:grpFill/>
          </p:grpSpPr>
          <p:sp>
            <p:nvSpPr>
              <p:cNvPr id="93" name="Rectangle 92">
                <a:extLst>
                  <a:ext uri="{FF2B5EF4-FFF2-40B4-BE49-F238E27FC236}">
                    <a16:creationId xmlns:a16="http://schemas.microsoft.com/office/drawing/2014/main" id="{D0DC8CC7-4C81-439E-B602-330616AC3184}"/>
                  </a:ext>
                </a:extLst>
              </p:cNvPr>
              <p:cNvSpPr/>
              <p:nvPr/>
            </p:nvSpPr>
            <p:spPr>
              <a:xfrm>
                <a:off x="1682197" y="4502072"/>
                <a:ext cx="589775"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4" name="Oval 93">
                <a:extLst>
                  <a:ext uri="{FF2B5EF4-FFF2-40B4-BE49-F238E27FC236}">
                    <a16:creationId xmlns:a16="http://schemas.microsoft.com/office/drawing/2014/main" id="{ECB59EFB-5B99-4637-9821-186308CA811D}"/>
                  </a:ext>
                </a:extLst>
              </p:cNvPr>
              <p:cNvSpPr/>
              <p:nvPr/>
            </p:nvSpPr>
            <p:spPr>
              <a:xfrm>
                <a:off x="2005143"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5" name="Oval 94">
                <a:extLst>
                  <a:ext uri="{FF2B5EF4-FFF2-40B4-BE49-F238E27FC236}">
                    <a16:creationId xmlns:a16="http://schemas.microsoft.com/office/drawing/2014/main" id="{7060CC02-8F6C-45AF-9DBE-33B4EAA77FAE}"/>
                  </a:ext>
                </a:extLst>
              </p:cNvPr>
              <p:cNvSpPr/>
              <p:nvPr/>
            </p:nvSpPr>
            <p:spPr>
              <a:xfrm>
                <a:off x="1404367"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80" name="Group 79">
              <a:extLst>
                <a:ext uri="{FF2B5EF4-FFF2-40B4-BE49-F238E27FC236}">
                  <a16:creationId xmlns:a16="http://schemas.microsoft.com/office/drawing/2014/main" id="{EDBE8CF3-142D-438A-880B-7423D1E442C5}"/>
                </a:ext>
              </a:extLst>
            </p:cNvPr>
            <p:cNvGrpSpPr/>
            <p:nvPr/>
          </p:nvGrpSpPr>
          <p:grpSpPr>
            <a:xfrm>
              <a:off x="917753" y="956358"/>
              <a:ext cx="332634" cy="183753"/>
              <a:chOff x="1560101" y="3469185"/>
              <a:chExt cx="987231" cy="545364"/>
            </a:xfrm>
            <a:grpFill/>
          </p:grpSpPr>
          <p:sp>
            <p:nvSpPr>
              <p:cNvPr id="90" name="Oval 89">
                <a:extLst>
                  <a:ext uri="{FF2B5EF4-FFF2-40B4-BE49-F238E27FC236}">
                    <a16:creationId xmlns:a16="http://schemas.microsoft.com/office/drawing/2014/main" id="{61D9E7AA-5FDE-45C3-B7AC-F8C06B142069}"/>
                  </a:ext>
                </a:extLst>
              </p:cNvPr>
              <p:cNvSpPr/>
              <p:nvPr/>
            </p:nvSpPr>
            <p:spPr>
              <a:xfrm>
                <a:off x="1560101"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1" name="Rectangle 90">
                <a:extLst>
                  <a:ext uri="{FF2B5EF4-FFF2-40B4-BE49-F238E27FC236}">
                    <a16:creationId xmlns:a16="http://schemas.microsoft.com/office/drawing/2014/main" id="{13502E5E-1590-4501-977E-A406C72F35D0}"/>
                  </a:ext>
                </a:extLst>
              </p:cNvPr>
              <p:cNvSpPr/>
              <p:nvPr/>
            </p:nvSpPr>
            <p:spPr>
              <a:xfrm>
                <a:off x="1825936" y="3469185"/>
                <a:ext cx="446037"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2" name="Oval 91">
                <a:extLst>
                  <a:ext uri="{FF2B5EF4-FFF2-40B4-BE49-F238E27FC236}">
                    <a16:creationId xmlns:a16="http://schemas.microsoft.com/office/drawing/2014/main" id="{9849375F-4430-4BAF-8CD8-BABE2895B0CD}"/>
                  </a:ext>
                </a:extLst>
              </p:cNvPr>
              <p:cNvSpPr/>
              <p:nvPr/>
            </p:nvSpPr>
            <p:spPr>
              <a:xfrm>
                <a:off x="2001968"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81" name="Group 80">
              <a:extLst>
                <a:ext uri="{FF2B5EF4-FFF2-40B4-BE49-F238E27FC236}">
                  <a16:creationId xmlns:a16="http://schemas.microsoft.com/office/drawing/2014/main" id="{7C368109-07EC-4B00-B53E-7AA055EEDBEE}"/>
                </a:ext>
              </a:extLst>
            </p:cNvPr>
            <p:cNvGrpSpPr/>
            <p:nvPr/>
          </p:nvGrpSpPr>
          <p:grpSpPr>
            <a:xfrm>
              <a:off x="868078" y="608341"/>
              <a:ext cx="382309" cy="183753"/>
              <a:chOff x="1415887" y="2436300"/>
              <a:chExt cx="1134663" cy="545364"/>
            </a:xfrm>
            <a:grpFill/>
          </p:grpSpPr>
          <p:sp>
            <p:nvSpPr>
              <p:cNvPr id="87" name="Oval 86">
                <a:extLst>
                  <a:ext uri="{FF2B5EF4-FFF2-40B4-BE49-F238E27FC236}">
                    <a16:creationId xmlns:a16="http://schemas.microsoft.com/office/drawing/2014/main" id="{458E032A-AC8B-4235-848E-250F4190B814}"/>
                  </a:ext>
                </a:extLst>
              </p:cNvPr>
              <p:cNvSpPr/>
              <p:nvPr/>
            </p:nvSpPr>
            <p:spPr>
              <a:xfrm>
                <a:off x="2005186"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8" name="Oval 87">
                <a:extLst>
                  <a:ext uri="{FF2B5EF4-FFF2-40B4-BE49-F238E27FC236}">
                    <a16:creationId xmlns:a16="http://schemas.microsoft.com/office/drawing/2014/main" id="{6E7F926D-F5AA-4D9E-9C81-33784AC45D52}"/>
                  </a:ext>
                </a:extLst>
              </p:cNvPr>
              <p:cNvSpPr/>
              <p:nvPr/>
            </p:nvSpPr>
            <p:spPr>
              <a:xfrm>
                <a:off x="1415887"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9" name="Rectangle 88">
                <a:extLst>
                  <a:ext uri="{FF2B5EF4-FFF2-40B4-BE49-F238E27FC236}">
                    <a16:creationId xmlns:a16="http://schemas.microsoft.com/office/drawing/2014/main" id="{C1912F97-C2EB-4275-9791-4E9C64D9ACD9}"/>
                  </a:ext>
                </a:extLst>
              </p:cNvPr>
              <p:cNvSpPr/>
              <p:nvPr/>
            </p:nvSpPr>
            <p:spPr>
              <a:xfrm>
                <a:off x="1682240" y="2436300"/>
                <a:ext cx="58973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82" name="Group 81">
              <a:extLst>
                <a:ext uri="{FF2B5EF4-FFF2-40B4-BE49-F238E27FC236}">
                  <a16:creationId xmlns:a16="http://schemas.microsoft.com/office/drawing/2014/main" id="{C16323A1-198A-411C-8014-263092240122}"/>
                </a:ext>
              </a:extLst>
            </p:cNvPr>
            <p:cNvGrpSpPr/>
            <p:nvPr/>
          </p:nvGrpSpPr>
          <p:grpSpPr>
            <a:xfrm>
              <a:off x="693506" y="260324"/>
              <a:ext cx="556881" cy="183753"/>
              <a:chOff x="898206" y="1403413"/>
              <a:chExt cx="1652778" cy="545364"/>
            </a:xfrm>
            <a:grpFill/>
          </p:grpSpPr>
          <p:sp>
            <p:nvSpPr>
              <p:cNvPr id="84" name="Oval 83">
                <a:extLst>
                  <a:ext uri="{FF2B5EF4-FFF2-40B4-BE49-F238E27FC236}">
                    <a16:creationId xmlns:a16="http://schemas.microsoft.com/office/drawing/2014/main" id="{EBCE0676-4E25-4F10-A07B-A47F92C7CF81}"/>
                  </a:ext>
                </a:extLst>
              </p:cNvPr>
              <p:cNvSpPr/>
              <p:nvPr/>
            </p:nvSpPr>
            <p:spPr>
              <a:xfrm>
                <a:off x="2005620"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5" name="Oval 84">
                <a:extLst>
                  <a:ext uri="{FF2B5EF4-FFF2-40B4-BE49-F238E27FC236}">
                    <a16:creationId xmlns:a16="http://schemas.microsoft.com/office/drawing/2014/main" id="{54E9DB86-0937-4D11-B319-669FF994439C}"/>
                  </a:ext>
                </a:extLst>
              </p:cNvPr>
              <p:cNvSpPr/>
              <p:nvPr/>
            </p:nvSpPr>
            <p:spPr>
              <a:xfrm>
                <a:off x="898206"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6" name="Rectangle 85">
                <a:extLst>
                  <a:ext uri="{FF2B5EF4-FFF2-40B4-BE49-F238E27FC236}">
                    <a16:creationId xmlns:a16="http://schemas.microsoft.com/office/drawing/2014/main" id="{3D6AB82A-C88A-4E42-B5CF-C687B3371284}"/>
                  </a:ext>
                </a:extLst>
              </p:cNvPr>
              <p:cNvSpPr/>
              <p:nvPr/>
            </p:nvSpPr>
            <p:spPr>
              <a:xfrm>
                <a:off x="1164538" y="1403413"/>
                <a:ext cx="111758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sp>
          <p:nvSpPr>
            <p:cNvPr id="103" name="Freeform: Shape 102">
              <a:extLst>
                <a:ext uri="{FF2B5EF4-FFF2-40B4-BE49-F238E27FC236}">
                  <a16:creationId xmlns:a16="http://schemas.microsoft.com/office/drawing/2014/main" id="{754DFB64-FFE8-4762-8BD2-6D5B67A56394}"/>
                </a:ext>
              </a:extLst>
            </p:cNvPr>
            <p:cNvSpPr/>
            <p:nvPr/>
          </p:nvSpPr>
          <p:spPr>
            <a:xfrm>
              <a:off x="0" y="260324"/>
              <a:ext cx="550424" cy="183006"/>
            </a:xfrm>
            <a:custGeom>
              <a:avLst/>
              <a:gdLst>
                <a:gd name="connsiteX0" fmla="*/ 0 w 550424"/>
                <a:gd name="connsiteY0" fmla="*/ 0 h 183006"/>
                <a:gd name="connsiteX1" fmla="*/ 456956 w 550424"/>
                <a:gd name="connsiteY1" fmla="*/ 0 h 183006"/>
                <a:gd name="connsiteX2" fmla="*/ 456956 w 550424"/>
                <a:gd name="connsiteY2" fmla="*/ 397 h 183006"/>
                <a:gd name="connsiteX3" fmla="*/ 458921 w 550424"/>
                <a:gd name="connsiteY3" fmla="*/ 0 h 183006"/>
                <a:gd name="connsiteX4" fmla="*/ 550424 w 550424"/>
                <a:gd name="connsiteY4" fmla="*/ 91503 h 183006"/>
                <a:gd name="connsiteX5" fmla="*/ 458921 w 550424"/>
                <a:gd name="connsiteY5" fmla="*/ 183006 h 183006"/>
                <a:gd name="connsiteX6" fmla="*/ 456956 w 550424"/>
                <a:gd name="connsiteY6" fmla="*/ 182609 h 183006"/>
                <a:gd name="connsiteX7" fmla="*/ 456956 w 550424"/>
                <a:gd name="connsiteY7" fmla="*/ 183006 h 183006"/>
                <a:gd name="connsiteX8" fmla="*/ 0 w 550424"/>
                <a:gd name="connsiteY8" fmla="*/ 183006 h 183006"/>
                <a:gd name="connsiteX9" fmla="*/ 0 w 550424"/>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424" h="183006">
                  <a:moveTo>
                    <a:pt x="0" y="0"/>
                  </a:moveTo>
                  <a:lnTo>
                    <a:pt x="456956" y="0"/>
                  </a:lnTo>
                  <a:lnTo>
                    <a:pt x="456956" y="397"/>
                  </a:lnTo>
                  <a:lnTo>
                    <a:pt x="458921" y="0"/>
                  </a:lnTo>
                  <a:cubicBezTo>
                    <a:pt x="509457" y="0"/>
                    <a:pt x="550424" y="40967"/>
                    <a:pt x="550424" y="91503"/>
                  </a:cubicBezTo>
                  <a:cubicBezTo>
                    <a:pt x="550424" y="142039"/>
                    <a:pt x="509457" y="183006"/>
                    <a:pt x="458921" y="183006"/>
                  </a:cubicBezTo>
                  <a:lnTo>
                    <a:pt x="456956" y="182609"/>
                  </a:lnTo>
                  <a:lnTo>
                    <a:pt x="45695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06" name="Freeform: Shape 105">
              <a:extLst>
                <a:ext uri="{FF2B5EF4-FFF2-40B4-BE49-F238E27FC236}">
                  <a16:creationId xmlns:a16="http://schemas.microsoft.com/office/drawing/2014/main" id="{82D6BF1B-7B4E-4715-B3AA-0137D5565B61}"/>
                </a:ext>
              </a:extLst>
            </p:cNvPr>
            <p:cNvSpPr/>
            <p:nvPr/>
          </p:nvSpPr>
          <p:spPr>
            <a:xfrm>
              <a:off x="-1" y="608341"/>
              <a:ext cx="733596" cy="182880"/>
            </a:xfrm>
            <a:custGeom>
              <a:avLst/>
              <a:gdLst>
                <a:gd name="connsiteX0" fmla="*/ 0 w 733596"/>
                <a:gd name="connsiteY0" fmla="*/ 0 h 182880"/>
                <a:gd name="connsiteX1" fmla="*/ 642156 w 733596"/>
                <a:gd name="connsiteY1" fmla="*/ 0 h 182880"/>
                <a:gd name="connsiteX2" fmla="*/ 733596 w 733596"/>
                <a:gd name="connsiteY2" fmla="*/ 91440 h 182880"/>
                <a:gd name="connsiteX3" fmla="*/ 642156 w 733596"/>
                <a:gd name="connsiteY3" fmla="*/ 182880 h 182880"/>
                <a:gd name="connsiteX4" fmla="*/ 0 w 733596"/>
                <a:gd name="connsiteY4" fmla="*/ 182880 h 182880"/>
                <a:gd name="connsiteX5" fmla="*/ 0 w 733596"/>
                <a:gd name="connsiteY5" fmla="*/ 0 h 1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3596" h="182880">
                  <a:moveTo>
                    <a:pt x="0" y="0"/>
                  </a:moveTo>
                  <a:lnTo>
                    <a:pt x="642156" y="0"/>
                  </a:lnTo>
                  <a:cubicBezTo>
                    <a:pt x="692657" y="0"/>
                    <a:pt x="733596" y="40939"/>
                    <a:pt x="733596" y="91440"/>
                  </a:cubicBezTo>
                  <a:cubicBezTo>
                    <a:pt x="733596" y="141941"/>
                    <a:pt x="692657" y="182880"/>
                    <a:pt x="642156" y="182880"/>
                  </a:cubicBezTo>
                  <a:lnTo>
                    <a:pt x="0" y="182880"/>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12" name="Freeform: Shape 111">
              <a:extLst>
                <a:ext uri="{FF2B5EF4-FFF2-40B4-BE49-F238E27FC236}">
                  <a16:creationId xmlns:a16="http://schemas.microsoft.com/office/drawing/2014/main" id="{DFFECD78-AD3E-430A-825C-361F3F0A6DF1}"/>
                </a:ext>
              </a:extLst>
            </p:cNvPr>
            <p:cNvSpPr/>
            <p:nvPr/>
          </p:nvSpPr>
          <p:spPr>
            <a:xfrm>
              <a:off x="0" y="952508"/>
              <a:ext cx="786403" cy="183006"/>
            </a:xfrm>
            <a:custGeom>
              <a:avLst/>
              <a:gdLst>
                <a:gd name="connsiteX0" fmla="*/ 0 w 786403"/>
                <a:gd name="connsiteY0" fmla="*/ 0 h 183006"/>
                <a:gd name="connsiteX1" fmla="*/ 692936 w 786403"/>
                <a:gd name="connsiteY1" fmla="*/ 0 h 183006"/>
                <a:gd name="connsiteX2" fmla="*/ 692936 w 786403"/>
                <a:gd name="connsiteY2" fmla="*/ 397 h 183006"/>
                <a:gd name="connsiteX3" fmla="*/ 694900 w 786403"/>
                <a:gd name="connsiteY3" fmla="*/ 0 h 183006"/>
                <a:gd name="connsiteX4" fmla="*/ 786403 w 786403"/>
                <a:gd name="connsiteY4" fmla="*/ 91503 h 183006"/>
                <a:gd name="connsiteX5" fmla="*/ 694900 w 786403"/>
                <a:gd name="connsiteY5" fmla="*/ 183006 h 183006"/>
                <a:gd name="connsiteX6" fmla="*/ 692936 w 786403"/>
                <a:gd name="connsiteY6" fmla="*/ 182610 h 183006"/>
                <a:gd name="connsiteX7" fmla="*/ 692936 w 786403"/>
                <a:gd name="connsiteY7" fmla="*/ 183006 h 183006"/>
                <a:gd name="connsiteX8" fmla="*/ 0 w 786403"/>
                <a:gd name="connsiteY8" fmla="*/ 183006 h 183006"/>
                <a:gd name="connsiteX9" fmla="*/ 0 w 786403"/>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6403" h="183006">
                  <a:moveTo>
                    <a:pt x="0" y="0"/>
                  </a:moveTo>
                  <a:lnTo>
                    <a:pt x="692936" y="0"/>
                  </a:lnTo>
                  <a:lnTo>
                    <a:pt x="692936" y="397"/>
                  </a:lnTo>
                  <a:lnTo>
                    <a:pt x="694900" y="0"/>
                  </a:lnTo>
                  <a:cubicBezTo>
                    <a:pt x="745436" y="0"/>
                    <a:pt x="786403" y="40967"/>
                    <a:pt x="786403" y="91503"/>
                  </a:cubicBezTo>
                  <a:cubicBezTo>
                    <a:pt x="786403" y="142039"/>
                    <a:pt x="745436" y="183006"/>
                    <a:pt x="694900" y="183006"/>
                  </a:cubicBezTo>
                  <a:lnTo>
                    <a:pt x="692936" y="182610"/>
                  </a:lnTo>
                  <a:lnTo>
                    <a:pt x="69293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15" name="Freeform: Shape 114">
              <a:extLst>
                <a:ext uri="{FF2B5EF4-FFF2-40B4-BE49-F238E27FC236}">
                  <a16:creationId xmlns:a16="http://schemas.microsoft.com/office/drawing/2014/main" id="{01864E2F-2224-4B8D-A54C-010E70A5006D}"/>
                </a:ext>
              </a:extLst>
            </p:cNvPr>
            <p:cNvSpPr/>
            <p:nvPr/>
          </p:nvSpPr>
          <p:spPr>
            <a:xfrm>
              <a:off x="-1" y="1304902"/>
              <a:ext cx="733596" cy="182880"/>
            </a:xfrm>
            <a:custGeom>
              <a:avLst/>
              <a:gdLst>
                <a:gd name="connsiteX0" fmla="*/ 0 w 733596"/>
                <a:gd name="connsiteY0" fmla="*/ 0 h 182880"/>
                <a:gd name="connsiteX1" fmla="*/ 642156 w 733596"/>
                <a:gd name="connsiteY1" fmla="*/ 0 h 182880"/>
                <a:gd name="connsiteX2" fmla="*/ 733596 w 733596"/>
                <a:gd name="connsiteY2" fmla="*/ 91440 h 182880"/>
                <a:gd name="connsiteX3" fmla="*/ 642156 w 733596"/>
                <a:gd name="connsiteY3" fmla="*/ 182880 h 182880"/>
                <a:gd name="connsiteX4" fmla="*/ 0 w 733596"/>
                <a:gd name="connsiteY4" fmla="*/ 182880 h 182880"/>
                <a:gd name="connsiteX5" fmla="*/ 0 w 733596"/>
                <a:gd name="connsiteY5" fmla="*/ 0 h 1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3596" h="182880">
                  <a:moveTo>
                    <a:pt x="0" y="0"/>
                  </a:moveTo>
                  <a:lnTo>
                    <a:pt x="642156" y="0"/>
                  </a:lnTo>
                  <a:cubicBezTo>
                    <a:pt x="692657" y="0"/>
                    <a:pt x="733596" y="40939"/>
                    <a:pt x="733596" y="91440"/>
                  </a:cubicBezTo>
                  <a:cubicBezTo>
                    <a:pt x="733596" y="141941"/>
                    <a:pt x="692657" y="182880"/>
                    <a:pt x="642156" y="182880"/>
                  </a:cubicBezTo>
                  <a:lnTo>
                    <a:pt x="0" y="182880"/>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18" name="Freeform: Shape 117">
              <a:extLst>
                <a:ext uri="{FF2B5EF4-FFF2-40B4-BE49-F238E27FC236}">
                  <a16:creationId xmlns:a16="http://schemas.microsoft.com/office/drawing/2014/main" id="{8652EA3D-B91A-4960-BC33-8380D943F8F9}"/>
                </a:ext>
              </a:extLst>
            </p:cNvPr>
            <p:cNvSpPr/>
            <p:nvPr/>
          </p:nvSpPr>
          <p:spPr>
            <a:xfrm>
              <a:off x="0" y="1649603"/>
              <a:ext cx="550424" cy="183006"/>
            </a:xfrm>
            <a:custGeom>
              <a:avLst/>
              <a:gdLst>
                <a:gd name="connsiteX0" fmla="*/ 0 w 550424"/>
                <a:gd name="connsiteY0" fmla="*/ 0 h 183006"/>
                <a:gd name="connsiteX1" fmla="*/ 456956 w 550424"/>
                <a:gd name="connsiteY1" fmla="*/ 0 h 183006"/>
                <a:gd name="connsiteX2" fmla="*/ 456956 w 550424"/>
                <a:gd name="connsiteY2" fmla="*/ 397 h 183006"/>
                <a:gd name="connsiteX3" fmla="*/ 458921 w 550424"/>
                <a:gd name="connsiteY3" fmla="*/ 0 h 183006"/>
                <a:gd name="connsiteX4" fmla="*/ 550424 w 550424"/>
                <a:gd name="connsiteY4" fmla="*/ 91503 h 183006"/>
                <a:gd name="connsiteX5" fmla="*/ 458921 w 550424"/>
                <a:gd name="connsiteY5" fmla="*/ 183006 h 183006"/>
                <a:gd name="connsiteX6" fmla="*/ 456956 w 550424"/>
                <a:gd name="connsiteY6" fmla="*/ 182609 h 183006"/>
                <a:gd name="connsiteX7" fmla="*/ 456956 w 550424"/>
                <a:gd name="connsiteY7" fmla="*/ 183006 h 183006"/>
                <a:gd name="connsiteX8" fmla="*/ 0 w 550424"/>
                <a:gd name="connsiteY8" fmla="*/ 183006 h 183006"/>
                <a:gd name="connsiteX9" fmla="*/ 0 w 550424"/>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424" h="183006">
                  <a:moveTo>
                    <a:pt x="0" y="0"/>
                  </a:moveTo>
                  <a:lnTo>
                    <a:pt x="456956" y="0"/>
                  </a:lnTo>
                  <a:lnTo>
                    <a:pt x="456956" y="397"/>
                  </a:lnTo>
                  <a:lnTo>
                    <a:pt x="458921" y="0"/>
                  </a:lnTo>
                  <a:cubicBezTo>
                    <a:pt x="509457" y="0"/>
                    <a:pt x="550424" y="40967"/>
                    <a:pt x="550424" y="91503"/>
                  </a:cubicBezTo>
                  <a:cubicBezTo>
                    <a:pt x="550424" y="142039"/>
                    <a:pt x="509457" y="183006"/>
                    <a:pt x="458921" y="183006"/>
                  </a:cubicBezTo>
                  <a:lnTo>
                    <a:pt x="456956" y="182609"/>
                  </a:lnTo>
                  <a:lnTo>
                    <a:pt x="45695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09019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able of Contents_Two Column - IQVIA">
    <p:bg>
      <p:bgPr>
        <a:solidFill>
          <a:schemeClr val="bg1"/>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38658025-8660-B74C-8ED5-6D1A405A1A70}"/>
              </a:ext>
            </a:extLst>
          </p:cNvPr>
          <p:cNvSpPr/>
          <p:nvPr/>
        </p:nvSpPr>
        <p:spPr bwMode="gray">
          <a:xfrm>
            <a:off x="353568" y="0"/>
            <a:ext cx="11484864" cy="6858000"/>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a:p>
        </p:txBody>
      </p:sp>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accent1"/>
              </a:buClr>
              <a:buFont typeface="System Font Regular"/>
              <a:buChar char="+"/>
              <a:defRPr sz="1800">
                <a:solidFill>
                  <a:schemeClr val="tx1"/>
                </a:solidFill>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defRPr>
            </a:lvl2pPr>
            <a:lvl3pPr marL="548640" indent="-182880">
              <a:lnSpc>
                <a:spcPct val="100000"/>
              </a:lnSpc>
              <a:spcBef>
                <a:spcPts val="800"/>
              </a:spcBef>
              <a:buClrTx/>
              <a:buFont typeface="Arial" panose="020B0604020202020204" pitchFamily="34" charset="0"/>
              <a:buChar char="›"/>
              <a:defRPr sz="1600">
                <a:solidFill>
                  <a:schemeClr val="tx1"/>
                </a:solidFill>
              </a:defRPr>
            </a:lvl3pPr>
            <a:lvl4pPr marL="731520" indent="-182880">
              <a:lnSpc>
                <a:spcPct val="100000"/>
              </a:lnSpc>
              <a:spcBef>
                <a:spcPts val="800"/>
              </a:spcBef>
              <a:buClrTx/>
              <a:buFont typeface="Arial" panose="020B0604020202020204" pitchFamily="34" charset="0"/>
              <a:buChar char="»"/>
              <a:defRPr sz="1600">
                <a:solidFill>
                  <a:schemeClr val="tx1"/>
                </a:solidFill>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defRPr>
            </a:lvl5pPr>
          </a:lstStyle>
          <a:p>
            <a:pPr lvl="0"/>
            <a:r>
              <a:rPr lang="en-US"/>
              <a:t>Arial 18pt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a:p>
            <a:pPr lvl="0"/>
            <a:r>
              <a:rPr lang="en-US"/>
              <a:t>Arial 18pt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anchor="ctr"/>
          <a:lstStyle>
            <a:lvl1pPr>
              <a:defRPr sz="3200" b="1">
                <a:solidFill>
                  <a:schemeClr val="accent1"/>
                </a:solidFill>
              </a:defRPr>
            </a:lvl1pPr>
          </a:lstStyle>
          <a:p>
            <a:r>
              <a:rPr lang="en-US"/>
              <a:t>Table of contents or Agenda</a:t>
            </a:r>
          </a:p>
        </p:txBody>
      </p:sp>
      <p:grpSp>
        <p:nvGrpSpPr>
          <p:cNvPr id="4" name="Group 3">
            <a:extLst>
              <a:ext uri="{FF2B5EF4-FFF2-40B4-BE49-F238E27FC236}">
                <a16:creationId xmlns:a16="http://schemas.microsoft.com/office/drawing/2014/main" id="{6A1CD0AD-A634-4EA6-AE67-C63B52CE7B06}"/>
              </a:ext>
            </a:extLst>
          </p:cNvPr>
          <p:cNvGrpSpPr/>
          <p:nvPr/>
        </p:nvGrpSpPr>
        <p:grpSpPr>
          <a:xfrm>
            <a:off x="-1" y="260324"/>
            <a:ext cx="1250388" cy="1575820"/>
            <a:chOff x="-1" y="260324"/>
            <a:chExt cx="1250388" cy="1575820"/>
          </a:xfrm>
          <a:solidFill>
            <a:schemeClr val="accent1"/>
          </a:solidFill>
        </p:grpSpPr>
        <p:grpSp>
          <p:nvGrpSpPr>
            <p:cNvPr id="78" name="Group 77">
              <a:extLst>
                <a:ext uri="{FF2B5EF4-FFF2-40B4-BE49-F238E27FC236}">
                  <a16:creationId xmlns:a16="http://schemas.microsoft.com/office/drawing/2014/main" id="{B2E777F5-EFF3-457A-8259-AC8F3FAFC249}"/>
                </a:ext>
              </a:extLst>
            </p:cNvPr>
            <p:cNvGrpSpPr/>
            <p:nvPr/>
          </p:nvGrpSpPr>
          <p:grpSpPr>
            <a:xfrm>
              <a:off x="686264" y="1652391"/>
              <a:ext cx="564123" cy="183753"/>
              <a:chOff x="876236" y="5534957"/>
              <a:chExt cx="1674271" cy="545364"/>
            </a:xfrm>
            <a:grpFill/>
          </p:grpSpPr>
          <p:sp>
            <p:nvSpPr>
              <p:cNvPr id="96" name="Rectangle 95">
                <a:extLst>
                  <a:ext uri="{FF2B5EF4-FFF2-40B4-BE49-F238E27FC236}">
                    <a16:creationId xmlns:a16="http://schemas.microsoft.com/office/drawing/2014/main" id="{B117E7E6-D510-412B-8045-21F2179CDBFD}"/>
                  </a:ext>
                </a:extLst>
              </p:cNvPr>
              <p:cNvSpPr/>
              <p:nvPr/>
            </p:nvSpPr>
            <p:spPr>
              <a:xfrm>
                <a:off x="1154393" y="5534957"/>
                <a:ext cx="1117582"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7" name="Oval 96">
                <a:extLst>
                  <a:ext uri="{FF2B5EF4-FFF2-40B4-BE49-F238E27FC236}">
                    <a16:creationId xmlns:a16="http://schemas.microsoft.com/office/drawing/2014/main" id="{79A544B5-B37E-40F9-A3D1-E4A00DF6E89F}"/>
                  </a:ext>
                </a:extLst>
              </p:cNvPr>
              <p:cNvSpPr/>
              <p:nvPr/>
            </p:nvSpPr>
            <p:spPr>
              <a:xfrm>
                <a:off x="2005143"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8" name="Oval 97">
                <a:extLst>
                  <a:ext uri="{FF2B5EF4-FFF2-40B4-BE49-F238E27FC236}">
                    <a16:creationId xmlns:a16="http://schemas.microsoft.com/office/drawing/2014/main" id="{EF1038BB-A4E9-41A9-B2F4-23E7F5CD6621}"/>
                  </a:ext>
                </a:extLst>
              </p:cNvPr>
              <p:cNvSpPr/>
              <p:nvPr/>
            </p:nvSpPr>
            <p:spPr>
              <a:xfrm>
                <a:off x="876236"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79" name="Group 78">
              <a:extLst>
                <a:ext uri="{FF2B5EF4-FFF2-40B4-BE49-F238E27FC236}">
                  <a16:creationId xmlns:a16="http://schemas.microsoft.com/office/drawing/2014/main" id="{029BE464-4CCF-4D58-8077-7337778D29CA}"/>
                </a:ext>
              </a:extLst>
            </p:cNvPr>
            <p:cNvGrpSpPr/>
            <p:nvPr/>
          </p:nvGrpSpPr>
          <p:grpSpPr>
            <a:xfrm>
              <a:off x="864211" y="1304375"/>
              <a:ext cx="386176" cy="183753"/>
              <a:chOff x="1404367" y="4502072"/>
              <a:chExt cx="1146140" cy="545364"/>
            </a:xfrm>
            <a:grpFill/>
          </p:grpSpPr>
          <p:sp>
            <p:nvSpPr>
              <p:cNvPr id="93" name="Rectangle 92">
                <a:extLst>
                  <a:ext uri="{FF2B5EF4-FFF2-40B4-BE49-F238E27FC236}">
                    <a16:creationId xmlns:a16="http://schemas.microsoft.com/office/drawing/2014/main" id="{D0DC8CC7-4C81-439E-B602-330616AC3184}"/>
                  </a:ext>
                </a:extLst>
              </p:cNvPr>
              <p:cNvSpPr/>
              <p:nvPr/>
            </p:nvSpPr>
            <p:spPr>
              <a:xfrm>
                <a:off x="1682197" y="4502072"/>
                <a:ext cx="589775"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4" name="Oval 93">
                <a:extLst>
                  <a:ext uri="{FF2B5EF4-FFF2-40B4-BE49-F238E27FC236}">
                    <a16:creationId xmlns:a16="http://schemas.microsoft.com/office/drawing/2014/main" id="{ECB59EFB-5B99-4637-9821-186308CA811D}"/>
                  </a:ext>
                </a:extLst>
              </p:cNvPr>
              <p:cNvSpPr/>
              <p:nvPr/>
            </p:nvSpPr>
            <p:spPr>
              <a:xfrm>
                <a:off x="2005143"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5" name="Oval 94">
                <a:extLst>
                  <a:ext uri="{FF2B5EF4-FFF2-40B4-BE49-F238E27FC236}">
                    <a16:creationId xmlns:a16="http://schemas.microsoft.com/office/drawing/2014/main" id="{7060CC02-8F6C-45AF-9DBE-33B4EAA77FAE}"/>
                  </a:ext>
                </a:extLst>
              </p:cNvPr>
              <p:cNvSpPr/>
              <p:nvPr/>
            </p:nvSpPr>
            <p:spPr>
              <a:xfrm>
                <a:off x="1404367"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80" name="Group 79">
              <a:extLst>
                <a:ext uri="{FF2B5EF4-FFF2-40B4-BE49-F238E27FC236}">
                  <a16:creationId xmlns:a16="http://schemas.microsoft.com/office/drawing/2014/main" id="{EDBE8CF3-142D-438A-880B-7423D1E442C5}"/>
                </a:ext>
              </a:extLst>
            </p:cNvPr>
            <p:cNvGrpSpPr/>
            <p:nvPr/>
          </p:nvGrpSpPr>
          <p:grpSpPr>
            <a:xfrm>
              <a:off x="917753" y="956358"/>
              <a:ext cx="332634" cy="183753"/>
              <a:chOff x="1560101" y="3469185"/>
              <a:chExt cx="987231" cy="545364"/>
            </a:xfrm>
            <a:grpFill/>
          </p:grpSpPr>
          <p:sp>
            <p:nvSpPr>
              <p:cNvPr id="90" name="Oval 89">
                <a:extLst>
                  <a:ext uri="{FF2B5EF4-FFF2-40B4-BE49-F238E27FC236}">
                    <a16:creationId xmlns:a16="http://schemas.microsoft.com/office/drawing/2014/main" id="{61D9E7AA-5FDE-45C3-B7AC-F8C06B142069}"/>
                  </a:ext>
                </a:extLst>
              </p:cNvPr>
              <p:cNvSpPr/>
              <p:nvPr/>
            </p:nvSpPr>
            <p:spPr>
              <a:xfrm>
                <a:off x="1560101"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1" name="Rectangle 90">
                <a:extLst>
                  <a:ext uri="{FF2B5EF4-FFF2-40B4-BE49-F238E27FC236}">
                    <a16:creationId xmlns:a16="http://schemas.microsoft.com/office/drawing/2014/main" id="{13502E5E-1590-4501-977E-A406C72F35D0}"/>
                  </a:ext>
                </a:extLst>
              </p:cNvPr>
              <p:cNvSpPr/>
              <p:nvPr/>
            </p:nvSpPr>
            <p:spPr>
              <a:xfrm>
                <a:off x="1825936" y="3469185"/>
                <a:ext cx="446037"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92" name="Oval 91">
                <a:extLst>
                  <a:ext uri="{FF2B5EF4-FFF2-40B4-BE49-F238E27FC236}">
                    <a16:creationId xmlns:a16="http://schemas.microsoft.com/office/drawing/2014/main" id="{9849375F-4430-4BAF-8CD8-BABE2895B0CD}"/>
                  </a:ext>
                </a:extLst>
              </p:cNvPr>
              <p:cNvSpPr/>
              <p:nvPr/>
            </p:nvSpPr>
            <p:spPr>
              <a:xfrm>
                <a:off x="2001968"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81" name="Group 80">
              <a:extLst>
                <a:ext uri="{FF2B5EF4-FFF2-40B4-BE49-F238E27FC236}">
                  <a16:creationId xmlns:a16="http://schemas.microsoft.com/office/drawing/2014/main" id="{7C368109-07EC-4B00-B53E-7AA055EEDBEE}"/>
                </a:ext>
              </a:extLst>
            </p:cNvPr>
            <p:cNvGrpSpPr/>
            <p:nvPr/>
          </p:nvGrpSpPr>
          <p:grpSpPr>
            <a:xfrm>
              <a:off x="868078" y="608341"/>
              <a:ext cx="382309" cy="183753"/>
              <a:chOff x="1415887" y="2436300"/>
              <a:chExt cx="1134663" cy="545364"/>
            </a:xfrm>
            <a:grpFill/>
          </p:grpSpPr>
          <p:sp>
            <p:nvSpPr>
              <p:cNvPr id="87" name="Oval 86">
                <a:extLst>
                  <a:ext uri="{FF2B5EF4-FFF2-40B4-BE49-F238E27FC236}">
                    <a16:creationId xmlns:a16="http://schemas.microsoft.com/office/drawing/2014/main" id="{458E032A-AC8B-4235-848E-250F4190B814}"/>
                  </a:ext>
                </a:extLst>
              </p:cNvPr>
              <p:cNvSpPr/>
              <p:nvPr/>
            </p:nvSpPr>
            <p:spPr>
              <a:xfrm>
                <a:off x="2005186"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8" name="Oval 87">
                <a:extLst>
                  <a:ext uri="{FF2B5EF4-FFF2-40B4-BE49-F238E27FC236}">
                    <a16:creationId xmlns:a16="http://schemas.microsoft.com/office/drawing/2014/main" id="{6E7F926D-F5AA-4D9E-9C81-33784AC45D52}"/>
                  </a:ext>
                </a:extLst>
              </p:cNvPr>
              <p:cNvSpPr/>
              <p:nvPr/>
            </p:nvSpPr>
            <p:spPr>
              <a:xfrm>
                <a:off x="1415887"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9" name="Rectangle 88">
                <a:extLst>
                  <a:ext uri="{FF2B5EF4-FFF2-40B4-BE49-F238E27FC236}">
                    <a16:creationId xmlns:a16="http://schemas.microsoft.com/office/drawing/2014/main" id="{C1912F97-C2EB-4275-9791-4E9C64D9ACD9}"/>
                  </a:ext>
                </a:extLst>
              </p:cNvPr>
              <p:cNvSpPr/>
              <p:nvPr/>
            </p:nvSpPr>
            <p:spPr>
              <a:xfrm>
                <a:off x="1682240" y="2436300"/>
                <a:ext cx="58973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82" name="Group 81">
              <a:extLst>
                <a:ext uri="{FF2B5EF4-FFF2-40B4-BE49-F238E27FC236}">
                  <a16:creationId xmlns:a16="http://schemas.microsoft.com/office/drawing/2014/main" id="{C16323A1-198A-411C-8014-263092240122}"/>
                </a:ext>
              </a:extLst>
            </p:cNvPr>
            <p:cNvGrpSpPr/>
            <p:nvPr/>
          </p:nvGrpSpPr>
          <p:grpSpPr>
            <a:xfrm>
              <a:off x="693506" y="260324"/>
              <a:ext cx="556881" cy="183753"/>
              <a:chOff x="898206" y="1403413"/>
              <a:chExt cx="1652778" cy="545364"/>
            </a:xfrm>
            <a:grpFill/>
          </p:grpSpPr>
          <p:sp>
            <p:nvSpPr>
              <p:cNvPr id="84" name="Oval 83">
                <a:extLst>
                  <a:ext uri="{FF2B5EF4-FFF2-40B4-BE49-F238E27FC236}">
                    <a16:creationId xmlns:a16="http://schemas.microsoft.com/office/drawing/2014/main" id="{EBCE0676-4E25-4F10-A07B-A47F92C7CF81}"/>
                  </a:ext>
                </a:extLst>
              </p:cNvPr>
              <p:cNvSpPr/>
              <p:nvPr/>
            </p:nvSpPr>
            <p:spPr>
              <a:xfrm>
                <a:off x="2005620"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5" name="Oval 84">
                <a:extLst>
                  <a:ext uri="{FF2B5EF4-FFF2-40B4-BE49-F238E27FC236}">
                    <a16:creationId xmlns:a16="http://schemas.microsoft.com/office/drawing/2014/main" id="{54E9DB86-0937-4D11-B319-669FF994439C}"/>
                  </a:ext>
                </a:extLst>
              </p:cNvPr>
              <p:cNvSpPr/>
              <p:nvPr/>
            </p:nvSpPr>
            <p:spPr>
              <a:xfrm>
                <a:off x="898206"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6" name="Rectangle 85">
                <a:extLst>
                  <a:ext uri="{FF2B5EF4-FFF2-40B4-BE49-F238E27FC236}">
                    <a16:creationId xmlns:a16="http://schemas.microsoft.com/office/drawing/2014/main" id="{3D6AB82A-C88A-4E42-B5CF-C687B3371284}"/>
                  </a:ext>
                </a:extLst>
              </p:cNvPr>
              <p:cNvSpPr/>
              <p:nvPr/>
            </p:nvSpPr>
            <p:spPr>
              <a:xfrm>
                <a:off x="1164538" y="1403413"/>
                <a:ext cx="111758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sp>
          <p:nvSpPr>
            <p:cNvPr id="103" name="Freeform: Shape 102">
              <a:extLst>
                <a:ext uri="{FF2B5EF4-FFF2-40B4-BE49-F238E27FC236}">
                  <a16:creationId xmlns:a16="http://schemas.microsoft.com/office/drawing/2014/main" id="{754DFB64-FFE8-4762-8BD2-6D5B67A56394}"/>
                </a:ext>
              </a:extLst>
            </p:cNvPr>
            <p:cNvSpPr/>
            <p:nvPr/>
          </p:nvSpPr>
          <p:spPr>
            <a:xfrm>
              <a:off x="0" y="260324"/>
              <a:ext cx="550424" cy="183006"/>
            </a:xfrm>
            <a:custGeom>
              <a:avLst/>
              <a:gdLst>
                <a:gd name="connsiteX0" fmla="*/ 0 w 550424"/>
                <a:gd name="connsiteY0" fmla="*/ 0 h 183006"/>
                <a:gd name="connsiteX1" fmla="*/ 456956 w 550424"/>
                <a:gd name="connsiteY1" fmla="*/ 0 h 183006"/>
                <a:gd name="connsiteX2" fmla="*/ 456956 w 550424"/>
                <a:gd name="connsiteY2" fmla="*/ 397 h 183006"/>
                <a:gd name="connsiteX3" fmla="*/ 458921 w 550424"/>
                <a:gd name="connsiteY3" fmla="*/ 0 h 183006"/>
                <a:gd name="connsiteX4" fmla="*/ 550424 w 550424"/>
                <a:gd name="connsiteY4" fmla="*/ 91503 h 183006"/>
                <a:gd name="connsiteX5" fmla="*/ 458921 w 550424"/>
                <a:gd name="connsiteY5" fmla="*/ 183006 h 183006"/>
                <a:gd name="connsiteX6" fmla="*/ 456956 w 550424"/>
                <a:gd name="connsiteY6" fmla="*/ 182609 h 183006"/>
                <a:gd name="connsiteX7" fmla="*/ 456956 w 550424"/>
                <a:gd name="connsiteY7" fmla="*/ 183006 h 183006"/>
                <a:gd name="connsiteX8" fmla="*/ 0 w 550424"/>
                <a:gd name="connsiteY8" fmla="*/ 183006 h 183006"/>
                <a:gd name="connsiteX9" fmla="*/ 0 w 550424"/>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424" h="183006">
                  <a:moveTo>
                    <a:pt x="0" y="0"/>
                  </a:moveTo>
                  <a:lnTo>
                    <a:pt x="456956" y="0"/>
                  </a:lnTo>
                  <a:lnTo>
                    <a:pt x="456956" y="397"/>
                  </a:lnTo>
                  <a:lnTo>
                    <a:pt x="458921" y="0"/>
                  </a:lnTo>
                  <a:cubicBezTo>
                    <a:pt x="509457" y="0"/>
                    <a:pt x="550424" y="40967"/>
                    <a:pt x="550424" y="91503"/>
                  </a:cubicBezTo>
                  <a:cubicBezTo>
                    <a:pt x="550424" y="142039"/>
                    <a:pt x="509457" y="183006"/>
                    <a:pt x="458921" y="183006"/>
                  </a:cubicBezTo>
                  <a:lnTo>
                    <a:pt x="456956" y="182609"/>
                  </a:lnTo>
                  <a:lnTo>
                    <a:pt x="45695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06" name="Freeform: Shape 105">
              <a:extLst>
                <a:ext uri="{FF2B5EF4-FFF2-40B4-BE49-F238E27FC236}">
                  <a16:creationId xmlns:a16="http://schemas.microsoft.com/office/drawing/2014/main" id="{82D6BF1B-7B4E-4715-B3AA-0137D5565B61}"/>
                </a:ext>
              </a:extLst>
            </p:cNvPr>
            <p:cNvSpPr/>
            <p:nvPr/>
          </p:nvSpPr>
          <p:spPr>
            <a:xfrm>
              <a:off x="-1" y="608341"/>
              <a:ext cx="733596" cy="182880"/>
            </a:xfrm>
            <a:custGeom>
              <a:avLst/>
              <a:gdLst>
                <a:gd name="connsiteX0" fmla="*/ 0 w 733596"/>
                <a:gd name="connsiteY0" fmla="*/ 0 h 182880"/>
                <a:gd name="connsiteX1" fmla="*/ 642156 w 733596"/>
                <a:gd name="connsiteY1" fmla="*/ 0 h 182880"/>
                <a:gd name="connsiteX2" fmla="*/ 733596 w 733596"/>
                <a:gd name="connsiteY2" fmla="*/ 91440 h 182880"/>
                <a:gd name="connsiteX3" fmla="*/ 642156 w 733596"/>
                <a:gd name="connsiteY3" fmla="*/ 182880 h 182880"/>
                <a:gd name="connsiteX4" fmla="*/ 0 w 733596"/>
                <a:gd name="connsiteY4" fmla="*/ 182880 h 182880"/>
                <a:gd name="connsiteX5" fmla="*/ 0 w 733596"/>
                <a:gd name="connsiteY5" fmla="*/ 0 h 1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3596" h="182880">
                  <a:moveTo>
                    <a:pt x="0" y="0"/>
                  </a:moveTo>
                  <a:lnTo>
                    <a:pt x="642156" y="0"/>
                  </a:lnTo>
                  <a:cubicBezTo>
                    <a:pt x="692657" y="0"/>
                    <a:pt x="733596" y="40939"/>
                    <a:pt x="733596" y="91440"/>
                  </a:cubicBezTo>
                  <a:cubicBezTo>
                    <a:pt x="733596" y="141941"/>
                    <a:pt x="692657" y="182880"/>
                    <a:pt x="642156" y="182880"/>
                  </a:cubicBezTo>
                  <a:lnTo>
                    <a:pt x="0" y="182880"/>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12" name="Freeform: Shape 111">
              <a:extLst>
                <a:ext uri="{FF2B5EF4-FFF2-40B4-BE49-F238E27FC236}">
                  <a16:creationId xmlns:a16="http://schemas.microsoft.com/office/drawing/2014/main" id="{DFFECD78-AD3E-430A-825C-361F3F0A6DF1}"/>
                </a:ext>
              </a:extLst>
            </p:cNvPr>
            <p:cNvSpPr/>
            <p:nvPr/>
          </p:nvSpPr>
          <p:spPr>
            <a:xfrm>
              <a:off x="0" y="952508"/>
              <a:ext cx="786403" cy="183006"/>
            </a:xfrm>
            <a:custGeom>
              <a:avLst/>
              <a:gdLst>
                <a:gd name="connsiteX0" fmla="*/ 0 w 786403"/>
                <a:gd name="connsiteY0" fmla="*/ 0 h 183006"/>
                <a:gd name="connsiteX1" fmla="*/ 692936 w 786403"/>
                <a:gd name="connsiteY1" fmla="*/ 0 h 183006"/>
                <a:gd name="connsiteX2" fmla="*/ 692936 w 786403"/>
                <a:gd name="connsiteY2" fmla="*/ 397 h 183006"/>
                <a:gd name="connsiteX3" fmla="*/ 694900 w 786403"/>
                <a:gd name="connsiteY3" fmla="*/ 0 h 183006"/>
                <a:gd name="connsiteX4" fmla="*/ 786403 w 786403"/>
                <a:gd name="connsiteY4" fmla="*/ 91503 h 183006"/>
                <a:gd name="connsiteX5" fmla="*/ 694900 w 786403"/>
                <a:gd name="connsiteY5" fmla="*/ 183006 h 183006"/>
                <a:gd name="connsiteX6" fmla="*/ 692936 w 786403"/>
                <a:gd name="connsiteY6" fmla="*/ 182610 h 183006"/>
                <a:gd name="connsiteX7" fmla="*/ 692936 w 786403"/>
                <a:gd name="connsiteY7" fmla="*/ 183006 h 183006"/>
                <a:gd name="connsiteX8" fmla="*/ 0 w 786403"/>
                <a:gd name="connsiteY8" fmla="*/ 183006 h 183006"/>
                <a:gd name="connsiteX9" fmla="*/ 0 w 786403"/>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6403" h="183006">
                  <a:moveTo>
                    <a:pt x="0" y="0"/>
                  </a:moveTo>
                  <a:lnTo>
                    <a:pt x="692936" y="0"/>
                  </a:lnTo>
                  <a:lnTo>
                    <a:pt x="692936" y="397"/>
                  </a:lnTo>
                  <a:lnTo>
                    <a:pt x="694900" y="0"/>
                  </a:lnTo>
                  <a:cubicBezTo>
                    <a:pt x="745436" y="0"/>
                    <a:pt x="786403" y="40967"/>
                    <a:pt x="786403" y="91503"/>
                  </a:cubicBezTo>
                  <a:cubicBezTo>
                    <a:pt x="786403" y="142039"/>
                    <a:pt x="745436" y="183006"/>
                    <a:pt x="694900" y="183006"/>
                  </a:cubicBezTo>
                  <a:lnTo>
                    <a:pt x="692936" y="182610"/>
                  </a:lnTo>
                  <a:lnTo>
                    <a:pt x="69293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15" name="Freeform: Shape 114">
              <a:extLst>
                <a:ext uri="{FF2B5EF4-FFF2-40B4-BE49-F238E27FC236}">
                  <a16:creationId xmlns:a16="http://schemas.microsoft.com/office/drawing/2014/main" id="{01864E2F-2224-4B8D-A54C-010E70A5006D}"/>
                </a:ext>
              </a:extLst>
            </p:cNvPr>
            <p:cNvSpPr/>
            <p:nvPr/>
          </p:nvSpPr>
          <p:spPr>
            <a:xfrm>
              <a:off x="-1" y="1304902"/>
              <a:ext cx="733596" cy="182880"/>
            </a:xfrm>
            <a:custGeom>
              <a:avLst/>
              <a:gdLst>
                <a:gd name="connsiteX0" fmla="*/ 0 w 733596"/>
                <a:gd name="connsiteY0" fmla="*/ 0 h 182880"/>
                <a:gd name="connsiteX1" fmla="*/ 642156 w 733596"/>
                <a:gd name="connsiteY1" fmla="*/ 0 h 182880"/>
                <a:gd name="connsiteX2" fmla="*/ 733596 w 733596"/>
                <a:gd name="connsiteY2" fmla="*/ 91440 h 182880"/>
                <a:gd name="connsiteX3" fmla="*/ 642156 w 733596"/>
                <a:gd name="connsiteY3" fmla="*/ 182880 h 182880"/>
                <a:gd name="connsiteX4" fmla="*/ 0 w 733596"/>
                <a:gd name="connsiteY4" fmla="*/ 182880 h 182880"/>
                <a:gd name="connsiteX5" fmla="*/ 0 w 733596"/>
                <a:gd name="connsiteY5" fmla="*/ 0 h 1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3596" h="182880">
                  <a:moveTo>
                    <a:pt x="0" y="0"/>
                  </a:moveTo>
                  <a:lnTo>
                    <a:pt x="642156" y="0"/>
                  </a:lnTo>
                  <a:cubicBezTo>
                    <a:pt x="692657" y="0"/>
                    <a:pt x="733596" y="40939"/>
                    <a:pt x="733596" y="91440"/>
                  </a:cubicBezTo>
                  <a:cubicBezTo>
                    <a:pt x="733596" y="141941"/>
                    <a:pt x="692657" y="182880"/>
                    <a:pt x="642156" y="182880"/>
                  </a:cubicBezTo>
                  <a:lnTo>
                    <a:pt x="0" y="182880"/>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18" name="Freeform: Shape 117">
              <a:extLst>
                <a:ext uri="{FF2B5EF4-FFF2-40B4-BE49-F238E27FC236}">
                  <a16:creationId xmlns:a16="http://schemas.microsoft.com/office/drawing/2014/main" id="{8652EA3D-B91A-4960-BC33-8380D943F8F9}"/>
                </a:ext>
              </a:extLst>
            </p:cNvPr>
            <p:cNvSpPr/>
            <p:nvPr/>
          </p:nvSpPr>
          <p:spPr>
            <a:xfrm>
              <a:off x="0" y="1649603"/>
              <a:ext cx="550424" cy="183006"/>
            </a:xfrm>
            <a:custGeom>
              <a:avLst/>
              <a:gdLst>
                <a:gd name="connsiteX0" fmla="*/ 0 w 550424"/>
                <a:gd name="connsiteY0" fmla="*/ 0 h 183006"/>
                <a:gd name="connsiteX1" fmla="*/ 456956 w 550424"/>
                <a:gd name="connsiteY1" fmla="*/ 0 h 183006"/>
                <a:gd name="connsiteX2" fmla="*/ 456956 w 550424"/>
                <a:gd name="connsiteY2" fmla="*/ 397 h 183006"/>
                <a:gd name="connsiteX3" fmla="*/ 458921 w 550424"/>
                <a:gd name="connsiteY3" fmla="*/ 0 h 183006"/>
                <a:gd name="connsiteX4" fmla="*/ 550424 w 550424"/>
                <a:gd name="connsiteY4" fmla="*/ 91503 h 183006"/>
                <a:gd name="connsiteX5" fmla="*/ 458921 w 550424"/>
                <a:gd name="connsiteY5" fmla="*/ 183006 h 183006"/>
                <a:gd name="connsiteX6" fmla="*/ 456956 w 550424"/>
                <a:gd name="connsiteY6" fmla="*/ 182609 h 183006"/>
                <a:gd name="connsiteX7" fmla="*/ 456956 w 550424"/>
                <a:gd name="connsiteY7" fmla="*/ 183006 h 183006"/>
                <a:gd name="connsiteX8" fmla="*/ 0 w 550424"/>
                <a:gd name="connsiteY8" fmla="*/ 183006 h 183006"/>
                <a:gd name="connsiteX9" fmla="*/ 0 w 550424"/>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424" h="183006">
                  <a:moveTo>
                    <a:pt x="0" y="0"/>
                  </a:moveTo>
                  <a:lnTo>
                    <a:pt x="456956" y="0"/>
                  </a:lnTo>
                  <a:lnTo>
                    <a:pt x="456956" y="397"/>
                  </a:lnTo>
                  <a:lnTo>
                    <a:pt x="458921" y="0"/>
                  </a:lnTo>
                  <a:cubicBezTo>
                    <a:pt x="509457" y="0"/>
                    <a:pt x="550424" y="40967"/>
                    <a:pt x="550424" y="91503"/>
                  </a:cubicBezTo>
                  <a:cubicBezTo>
                    <a:pt x="550424" y="142039"/>
                    <a:pt x="509457" y="183006"/>
                    <a:pt x="458921" y="183006"/>
                  </a:cubicBezTo>
                  <a:lnTo>
                    <a:pt x="456956" y="182609"/>
                  </a:lnTo>
                  <a:lnTo>
                    <a:pt x="45695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sp>
        <p:nvSpPr>
          <p:cNvPr id="34" name="Content Placeholder 2">
            <a:extLst>
              <a:ext uri="{FF2B5EF4-FFF2-40B4-BE49-F238E27FC236}">
                <a16:creationId xmlns:a16="http://schemas.microsoft.com/office/drawing/2014/main" id="{A38DDCEC-B402-6B40-82F9-F72F5C447EC7}"/>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accent1"/>
              </a:buClr>
              <a:buFont typeface="System Font Regular"/>
              <a:buChar char="+"/>
              <a:defRPr sz="1800">
                <a:solidFill>
                  <a:schemeClr val="tx1"/>
                </a:solidFill>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defRPr>
            </a:lvl2pPr>
            <a:lvl3pPr marL="548640" indent="-182880">
              <a:lnSpc>
                <a:spcPct val="100000"/>
              </a:lnSpc>
              <a:spcBef>
                <a:spcPts val="800"/>
              </a:spcBef>
              <a:buClrTx/>
              <a:buFont typeface="Arial" panose="020B0604020202020204" pitchFamily="34" charset="0"/>
              <a:buChar char="›"/>
              <a:defRPr sz="1600">
                <a:solidFill>
                  <a:schemeClr val="tx1"/>
                </a:solidFill>
              </a:defRPr>
            </a:lvl3pPr>
            <a:lvl4pPr marL="731520" indent="-182880">
              <a:lnSpc>
                <a:spcPct val="100000"/>
              </a:lnSpc>
              <a:spcBef>
                <a:spcPts val="800"/>
              </a:spcBef>
              <a:buClrTx/>
              <a:buFont typeface="Arial" panose="020B0604020202020204" pitchFamily="34" charset="0"/>
              <a:buChar char="»"/>
              <a:defRPr sz="1600">
                <a:solidFill>
                  <a:schemeClr val="tx1"/>
                </a:solidFill>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defRPr>
            </a:lvl5pPr>
          </a:lstStyle>
          <a:p>
            <a:pPr lvl="0"/>
            <a:r>
              <a:rPr lang="en-US"/>
              <a:t>Arial 18pt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a:p>
            <a:pPr lvl="0"/>
            <a:r>
              <a:rPr lang="en-US"/>
              <a:t>Arial 18pt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pic>
        <p:nvPicPr>
          <p:cNvPr id="35" name="Graphic 34">
            <a:extLst>
              <a:ext uri="{FF2B5EF4-FFF2-40B4-BE49-F238E27FC236}">
                <a16:creationId xmlns:a16="http://schemas.microsoft.com/office/drawing/2014/main" id="{9C8C25AB-04B1-1747-A689-D16DAAB4CDA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198468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Half Photo Left - IQVIA">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07A7498E-6C5A-334A-934D-1310A399752F}"/>
              </a:ext>
            </a:extLst>
          </p:cNvPr>
          <p:cNvSpPr>
            <a:spLocks noGrp="1"/>
          </p:cNvSpPr>
          <p:nvPr>
            <p:ph type="pic" sz="quarter" idx="12"/>
          </p:nvPr>
        </p:nvSpPr>
        <p:spPr>
          <a:xfrm>
            <a:off x="0" y="0"/>
            <a:ext cx="6108192" cy="6858000"/>
          </a:xfrm>
          <a:prstGeom prst="rect">
            <a:avLst/>
          </a:prstGeom>
          <a:blipFill>
            <a:blip r:embed="rId2"/>
            <a:stretch>
              <a:fillRect l="1"/>
            </a:stretch>
          </a:blipFill>
          <a:effectLst/>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6000" b="1">
                <a:solidFill>
                  <a:srgbClr val="DA291C"/>
                </a:solidFill>
              </a:defRPr>
            </a:lvl1pPr>
          </a:lstStyle>
          <a:p>
            <a:r>
              <a:rPr lang="en-US"/>
              <a:t>Click icon to add picture</a:t>
            </a:r>
          </a:p>
        </p:txBody>
      </p:sp>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503691" y="2079330"/>
            <a:ext cx="5219563" cy="4201154"/>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14" name="Title 1"/>
          <p:cNvSpPr>
            <a:spLocks noGrp="1"/>
          </p:cNvSpPr>
          <p:nvPr>
            <p:ph type="title" hasCustomPrompt="1"/>
          </p:nvPr>
        </p:nvSpPr>
        <p:spPr>
          <a:xfrm>
            <a:off x="6485711" y="1079592"/>
            <a:ext cx="5237542" cy="768263"/>
          </a:xfrm>
          <a:prstGeom prst="rect">
            <a:avLst/>
          </a:prstGeom>
        </p:spPr>
        <p:txBody>
          <a:bodyPr anchor="b" anchorCtr="0"/>
          <a:lstStyle>
            <a:lvl1pPr>
              <a:defRPr sz="2000" b="1">
                <a:solidFill>
                  <a:schemeClr val="tx1"/>
                </a:solidFill>
              </a:defRPr>
            </a:lvl1pPr>
          </a:lstStyle>
          <a:p>
            <a:r>
              <a:rPr lang="en-US"/>
              <a:t>Headlines are 20pt Arial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6485710" y="6387858"/>
            <a:ext cx="3184467"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sp>
        <p:nvSpPr>
          <p:cNvPr id="11" name="Text Placeholder 21">
            <a:extLst>
              <a:ext uri="{FF2B5EF4-FFF2-40B4-BE49-F238E27FC236}">
                <a16:creationId xmlns:a16="http://schemas.microsoft.com/office/drawing/2014/main" id="{0A3F7CAF-2DCF-AE44-8B02-C3A9F59943CD}"/>
              </a:ext>
            </a:extLst>
          </p:cNvPr>
          <p:cNvSpPr>
            <a:spLocks noGrp="1"/>
          </p:cNvSpPr>
          <p:nvPr>
            <p:ph type="body" sz="quarter" idx="11" hasCustomPrompt="1"/>
          </p:nvPr>
        </p:nvSpPr>
        <p:spPr>
          <a:xfrm>
            <a:off x="0" y="6969760"/>
            <a:ext cx="8016949" cy="302910"/>
          </a:xfrm>
          <a:prstGeom prst="rect">
            <a:avLst/>
          </a:prstGeom>
          <a:solidFill>
            <a:srgbClr val="DA291C"/>
          </a:solidFill>
        </p:spPr>
        <p:txBody>
          <a:bodyPr anchor="ctr">
            <a:noAutofit/>
          </a:bodyPr>
          <a:lstStyle>
            <a:lvl1pPr marL="0" indent="0" algn="ctr">
              <a:lnSpc>
                <a:spcPct val="100000"/>
              </a:lnSpc>
              <a:spcBef>
                <a:spcPts val="0"/>
              </a:spcBef>
              <a:buNone/>
              <a:defRPr sz="1400" b="0" i="0">
                <a:solidFill>
                  <a:schemeClr val="bg1"/>
                </a:solidFill>
              </a:defRPr>
            </a:lvl1pPr>
          </a:lstStyle>
          <a:p>
            <a:pPr lvl="0"/>
            <a:r>
              <a:rPr lang="en-US"/>
              <a:t>NOTE: All photos used in this layout must be cropped to 6.68” wide X 7.5” tall at 150dpi resolution</a:t>
            </a:r>
          </a:p>
        </p:txBody>
      </p:sp>
      <p:pic>
        <p:nvPicPr>
          <p:cNvPr id="12" name="Graphic 11">
            <a:extLst>
              <a:ext uri="{FF2B5EF4-FFF2-40B4-BE49-F238E27FC236}">
                <a16:creationId xmlns:a16="http://schemas.microsoft.com/office/drawing/2014/main" id="{BB9E4976-132F-F449-8124-B504F37C987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845493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Half Photo Right - IQVIA">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08ABCCBF-3981-0241-8287-3903E6249049}"/>
              </a:ext>
            </a:extLst>
          </p:cNvPr>
          <p:cNvSpPr>
            <a:spLocks noGrp="1"/>
          </p:cNvSpPr>
          <p:nvPr>
            <p:ph type="pic" sz="quarter" idx="12"/>
          </p:nvPr>
        </p:nvSpPr>
        <p:spPr>
          <a:xfrm>
            <a:off x="6083808" y="0"/>
            <a:ext cx="6108192" cy="6858000"/>
          </a:xfrm>
          <a:prstGeom prst="rect">
            <a:avLst/>
          </a:prstGeom>
          <a:blipFill>
            <a:blip r:embed="rId2"/>
            <a:stretch>
              <a:fillRect l="1"/>
            </a:stretch>
          </a:blipFill>
          <a:effectLst/>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6000" b="1">
                <a:solidFill>
                  <a:srgbClr val="DA291C"/>
                </a:solidFill>
              </a:defRPr>
            </a:lvl1pPr>
          </a:lstStyle>
          <a:p>
            <a:r>
              <a:rPr lang="en-US"/>
              <a:t>Click icon to add picture</a:t>
            </a:r>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chemeClr val="bg1"/>
                </a:solidFill>
              </a:rPr>
              <a:t>‹#›</a:t>
            </a:fld>
            <a:endParaRPr lang="en-US" sz="800" b="0">
              <a:solidFill>
                <a:schemeClr val="bg1"/>
              </a:solidFill>
            </a:endParaRPr>
          </a:p>
        </p:txBody>
      </p:sp>
      <p:sp>
        <p:nvSpPr>
          <p:cNvPr id="11" name="Text Placeholder 21">
            <a:extLst>
              <a:ext uri="{FF2B5EF4-FFF2-40B4-BE49-F238E27FC236}">
                <a16:creationId xmlns:a16="http://schemas.microsoft.com/office/drawing/2014/main" id="{0A3F7CAF-2DCF-AE44-8B02-C3A9F59943CD}"/>
              </a:ext>
            </a:extLst>
          </p:cNvPr>
          <p:cNvSpPr>
            <a:spLocks noGrp="1"/>
          </p:cNvSpPr>
          <p:nvPr>
            <p:ph type="body" sz="quarter" idx="11" hasCustomPrompt="1"/>
          </p:nvPr>
        </p:nvSpPr>
        <p:spPr>
          <a:xfrm>
            <a:off x="0" y="6969760"/>
            <a:ext cx="8016949" cy="302910"/>
          </a:xfrm>
          <a:prstGeom prst="rect">
            <a:avLst/>
          </a:prstGeom>
          <a:solidFill>
            <a:srgbClr val="DA291C"/>
          </a:solidFill>
        </p:spPr>
        <p:txBody>
          <a:bodyPr anchor="ctr">
            <a:noAutofit/>
          </a:bodyPr>
          <a:lstStyle>
            <a:lvl1pPr marL="0" indent="0" algn="ctr">
              <a:lnSpc>
                <a:spcPct val="100000"/>
              </a:lnSpc>
              <a:spcBef>
                <a:spcPts val="0"/>
              </a:spcBef>
              <a:buNone/>
              <a:defRPr sz="1400" b="0" i="0">
                <a:solidFill>
                  <a:schemeClr val="bg1"/>
                </a:solidFill>
              </a:defRPr>
            </a:lvl1pPr>
          </a:lstStyle>
          <a:p>
            <a:pPr lvl="0"/>
            <a:r>
              <a:rPr lang="en-US"/>
              <a:t>NOTE: All photos used in this layout must be cropped to 6.68” wide X 7.5” tall at 150dpi resolution</a:t>
            </a:r>
          </a:p>
        </p:txBody>
      </p:sp>
      <p:sp>
        <p:nvSpPr>
          <p:cNvPr id="13" name="Title 1">
            <a:extLst>
              <a:ext uri="{FF2B5EF4-FFF2-40B4-BE49-F238E27FC236}">
                <a16:creationId xmlns:a16="http://schemas.microsoft.com/office/drawing/2014/main" id="{DB8F1DF2-27A3-8249-8796-6A002E0D8CF0}"/>
              </a:ext>
            </a:extLst>
          </p:cNvPr>
          <p:cNvSpPr>
            <a:spLocks noGrp="1"/>
          </p:cNvSpPr>
          <p:nvPr>
            <p:ph type="title" hasCustomPrompt="1"/>
          </p:nvPr>
        </p:nvSpPr>
        <p:spPr>
          <a:xfrm>
            <a:off x="384694" y="1079592"/>
            <a:ext cx="5237543" cy="768263"/>
          </a:xfrm>
          <a:prstGeom prst="rect">
            <a:avLst/>
          </a:prstGeom>
        </p:spPr>
        <p:txBody>
          <a:bodyPr anchor="b" anchorCtr="0"/>
          <a:lstStyle>
            <a:lvl1pPr>
              <a:defRPr sz="2000" b="1">
                <a:solidFill>
                  <a:schemeClr val="tx1"/>
                </a:solidFill>
              </a:defRPr>
            </a:lvl1pPr>
          </a:lstStyle>
          <a:p>
            <a:r>
              <a:rPr lang="en-US"/>
              <a:t>Headlines are 20pt Arial Bold sentence case</a:t>
            </a:r>
          </a:p>
        </p:txBody>
      </p:sp>
      <p:sp>
        <p:nvSpPr>
          <p:cNvPr id="15" name="Footer Placeholder 4">
            <a:extLst>
              <a:ext uri="{FF2B5EF4-FFF2-40B4-BE49-F238E27FC236}">
                <a16:creationId xmlns:a16="http://schemas.microsoft.com/office/drawing/2014/main" id="{9DD56D8B-7A45-7247-92A2-DECA0DA4B2B6}"/>
              </a:ext>
            </a:extLst>
          </p:cNvPr>
          <p:cNvSpPr>
            <a:spLocks noGrp="1"/>
          </p:cNvSpPr>
          <p:nvPr>
            <p:ph type="ftr" sz="quarter" idx="3"/>
          </p:nvPr>
        </p:nvSpPr>
        <p:spPr bwMode="gray">
          <a:xfrm>
            <a:off x="384694" y="6387858"/>
            <a:ext cx="5237543"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8" name="Content Placeholder 2">
            <a:extLst>
              <a:ext uri="{FF2B5EF4-FFF2-40B4-BE49-F238E27FC236}">
                <a16:creationId xmlns:a16="http://schemas.microsoft.com/office/drawing/2014/main" id="{04B5D617-8638-9248-B078-99CA6D58FCAF}"/>
              </a:ext>
            </a:extLst>
          </p:cNvPr>
          <p:cNvSpPr>
            <a:spLocks noGrp="1"/>
          </p:cNvSpPr>
          <p:nvPr>
            <p:ph idx="19" hasCustomPrompt="1"/>
          </p:nvPr>
        </p:nvSpPr>
        <p:spPr>
          <a:xfrm>
            <a:off x="402674" y="2079330"/>
            <a:ext cx="5219563" cy="4201154"/>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Tree>
    <p:extLst>
      <p:ext uri="{BB962C8B-B14F-4D97-AF65-F5344CB8AC3E}">
        <p14:creationId xmlns:p14="http://schemas.microsoft.com/office/powerpoint/2010/main" val="1011871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Divider Photo Left - IQVIA">
    <p:bg>
      <p:bgPr>
        <a:solidFill>
          <a:schemeClr val="bg1"/>
        </a:solidFill>
        <a:effectLst/>
      </p:bgPr>
    </p:bg>
    <p:spTree>
      <p:nvGrpSpPr>
        <p:cNvPr id="1" name=""/>
        <p:cNvGrpSpPr/>
        <p:nvPr/>
      </p:nvGrpSpPr>
      <p:grpSpPr>
        <a:xfrm>
          <a:off x="0" y="0"/>
          <a:ext cx="0" cy="0"/>
          <a:chOff x="0" y="0"/>
          <a:chExt cx="0" cy="0"/>
        </a:xfrm>
      </p:grpSpPr>
      <p:sp>
        <p:nvSpPr>
          <p:cNvPr id="7" name="Picture Placeholder 8">
            <a:extLst>
              <a:ext uri="{FF2B5EF4-FFF2-40B4-BE49-F238E27FC236}">
                <a16:creationId xmlns:a16="http://schemas.microsoft.com/office/drawing/2014/main" id="{1EBA7B86-AF66-5642-80C5-A8A4D9FEB9C2}"/>
              </a:ext>
            </a:extLst>
          </p:cNvPr>
          <p:cNvSpPr>
            <a:spLocks noGrp="1"/>
          </p:cNvSpPr>
          <p:nvPr>
            <p:ph type="pic" sz="quarter" idx="13"/>
          </p:nvPr>
        </p:nvSpPr>
        <p:spPr>
          <a:xfrm>
            <a:off x="0" y="0"/>
            <a:ext cx="12192000" cy="6858000"/>
          </a:xfrm>
          <a:prstGeom prst="rect">
            <a:avLst/>
          </a:prstGeom>
          <a:blipFill dpi="0" rotWithShape="1">
            <a:blip r:embed="rId2"/>
            <a:srcRect/>
            <a:stretch>
              <a:fillRect/>
            </a:stretch>
          </a:blipFill>
          <a:effectLst/>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6000" b="1">
                <a:solidFill>
                  <a:srgbClr val="DA291C"/>
                </a:solidFill>
              </a:defRPr>
            </a:lvl1pPr>
          </a:lstStyle>
          <a:p>
            <a:r>
              <a:rPr lang="en-US"/>
              <a:t>Click icon to add picture</a:t>
            </a:r>
          </a:p>
        </p:txBody>
      </p:sp>
      <p:sp>
        <p:nvSpPr>
          <p:cNvPr id="10" name="Title 1">
            <a:extLst>
              <a:ext uri="{FF2B5EF4-FFF2-40B4-BE49-F238E27FC236}">
                <a16:creationId xmlns:a16="http://schemas.microsoft.com/office/drawing/2014/main" id="{43B40F6B-0093-4E4E-93B6-688B272C1086}"/>
              </a:ext>
            </a:extLst>
          </p:cNvPr>
          <p:cNvSpPr>
            <a:spLocks noGrp="1"/>
          </p:cNvSpPr>
          <p:nvPr>
            <p:ph type="title" hasCustomPrompt="1"/>
          </p:nvPr>
        </p:nvSpPr>
        <p:spPr bwMode="white">
          <a:xfrm>
            <a:off x="1044112" y="0"/>
            <a:ext cx="4114799" cy="2971800"/>
          </a:xfrm>
          <a:prstGeom prst="rect">
            <a:avLst/>
          </a:prstGeom>
          <a:solidFill>
            <a:srgbClr val="F4F4F4"/>
          </a:solidFill>
          <a:ln>
            <a:noFill/>
          </a:ln>
        </p:spPr>
        <p:txBody>
          <a:bodyPr lIns="274320" anchor="ctr" anchorCtr="0"/>
          <a:lstStyle>
            <a:lvl1pPr>
              <a:lnSpc>
                <a:spcPct val="100000"/>
              </a:lnSpc>
              <a:defRPr sz="3600" b="1">
                <a:solidFill>
                  <a:schemeClr val="accent1"/>
                </a:solidFill>
              </a:defRPr>
            </a:lvl1pPr>
          </a:lstStyle>
          <a:p>
            <a:r>
              <a:rPr lang="en-US"/>
              <a:t>Photo dividers with text on left 36pt Arial Bold sentence case</a:t>
            </a:r>
          </a:p>
        </p:txBody>
      </p:sp>
      <p:sp>
        <p:nvSpPr>
          <p:cNvPr id="5" name="Slide Number Placeholder 5">
            <a:extLst>
              <a:ext uri="{FF2B5EF4-FFF2-40B4-BE49-F238E27FC236}">
                <a16:creationId xmlns:a16="http://schemas.microsoft.com/office/drawing/2014/main" id="{7D62E9D9-E5C1-F84F-9915-F25709579CD2}"/>
              </a:ext>
            </a:extLst>
          </p:cNvPr>
          <p:cNvSpPr txBox="1">
            <a:spLocks/>
          </p:cNvSpPr>
          <p:nvPr/>
        </p:nvSpPr>
        <p:spPr bwMode="white">
          <a:xfrm>
            <a:off x="11708455" y="6548145"/>
            <a:ext cx="3678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chemeClr val="bg1"/>
                </a:solidFill>
              </a:rPr>
              <a:t>‹#›</a:t>
            </a:fld>
            <a:endParaRPr lang="en-US" sz="800" b="0">
              <a:solidFill>
                <a:schemeClr val="bg1"/>
              </a:solidFill>
            </a:endParaRPr>
          </a:p>
        </p:txBody>
      </p:sp>
      <p:sp>
        <p:nvSpPr>
          <p:cNvPr id="6" name="Text Placeholder 21">
            <a:extLst>
              <a:ext uri="{FF2B5EF4-FFF2-40B4-BE49-F238E27FC236}">
                <a16:creationId xmlns:a16="http://schemas.microsoft.com/office/drawing/2014/main" id="{72E2FA7F-1AB5-4252-BF66-00A17FC6F030}"/>
              </a:ext>
            </a:extLst>
          </p:cNvPr>
          <p:cNvSpPr>
            <a:spLocks noGrp="1"/>
          </p:cNvSpPr>
          <p:nvPr>
            <p:ph type="body" sz="quarter" idx="11" hasCustomPrompt="1"/>
          </p:nvPr>
        </p:nvSpPr>
        <p:spPr>
          <a:xfrm>
            <a:off x="0" y="6969760"/>
            <a:ext cx="8016949" cy="302910"/>
          </a:xfrm>
          <a:prstGeom prst="rect">
            <a:avLst/>
          </a:prstGeom>
          <a:solidFill>
            <a:srgbClr val="DA291C"/>
          </a:solidFill>
        </p:spPr>
        <p:txBody>
          <a:bodyPr anchor="ctr">
            <a:noAutofit/>
          </a:bodyPr>
          <a:lstStyle>
            <a:lvl1pPr marL="0" indent="0" algn="ctr">
              <a:lnSpc>
                <a:spcPct val="100000"/>
              </a:lnSpc>
              <a:spcBef>
                <a:spcPts val="0"/>
              </a:spcBef>
              <a:buNone/>
              <a:defRPr sz="1400" b="0" i="0">
                <a:solidFill>
                  <a:schemeClr val="bg1"/>
                </a:solidFill>
              </a:defRPr>
            </a:lvl1pPr>
          </a:lstStyle>
          <a:p>
            <a:pPr lvl="0"/>
            <a:r>
              <a:rPr lang="en-US"/>
              <a:t>NOTE: All photos used in this layout must be cropped to 13.33” wide X 7.5” tall at 150dpi resolution</a:t>
            </a:r>
          </a:p>
        </p:txBody>
      </p:sp>
    </p:spTree>
    <p:extLst>
      <p:ext uri="{BB962C8B-B14F-4D97-AF65-F5344CB8AC3E}">
        <p14:creationId xmlns:p14="http://schemas.microsoft.com/office/powerpoint/2010/main" val="1934386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Divider Photo Right - IQVIA">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D8C96C06-AFDA-BB43-A8AD-9713C5A7978C}"/>
              </a:ext>
            </a:extLst>
          </p:cNvPr>
          <p:cNvSpPr>
            <a:spLocks noGrp="1" noChangeAspect="1"/>
          </p:cNvSpPr>
          <p:nvPr>
            <p:ph type="pic" sz="quarter" idx="13"/>
          </p:nvPr>
        </p:nvSpPr>
        <p:spPr>
          <a:xfrm>
            <a:off x="0" y="0"/>
            <a:ext cx="12192000" cy="6858000"/>
          </a:xfrm>
          <a:prstGeom prst="rect">
            <a:avLst/>
          </a:prstGeom>
          <a:blipFill dpi="0" rotWithShape="1">
            <a:blip r:embed="rId2"/>
            <a:srcRect/>
            <a:stretch>
              <a:fillRect/>
            </a:stretch>
          </a:blipFill>
          <a:effectLst/>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6000" b="1">
                <a:solidFill>
                  <a:srgbClr val="DA291C"/>
                </a:solidFill>
              </a:defRPr>
            </a:lvl1pPr>
          </a:lstStyle>
          <a:p>
            <a:r>
              <a:rPr lang="en-US"/>
              <a:t>Click icon to add picture</a:t>
            </a:r>
          </a:p>
        </p:txBody>
      </p:sp>
      <p:sp>
        <p:nvSpPr>
          <p:cNvPr id="6" name="Slide Number Placeholder 5">
            <a:extLst>
              <a:ext uri="{FF2B5EF4-FFF2-40B4-BE49-F238E27FC236}">
                <a16:creationId xmlns:a16="http://schemas.microsoft.com/office/drawing/2014/main" id="{29EE2810-5A25-4006-AC1A-C7724FC47010}"/>
              </a:ext>
            </a:extLst>
          </p:cNvPr>
          <p:cNvSpPr txBox="1">
            <a:spLocks/>
          </p:cNvSpPr>
          <p:nvPr/>
        </p:nvSpPr>
        <p:spPr bwMode="white">
          <a:xfrm>
            <a:off x="11708455" y="6548145"/>
            <a:ext cx="3678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chemeClr val="bg1"/>
                </a:solidFill>
              </a:rPr>
              <a:t>‹#›</a:t>
            </a:fld>
            <a:endParaRPr lang="en-US" sz="800" b="0">
              <a:solidFill>
                <a:schemeClr val="bg1"/>
              </a:solidFill>
            </a:endParaRPr>
          </a:p>
        </p:txBody>
      </p:sp>
      <p:sp>
        <p:nvSpPr>
          <p:cNvPr id="9" name="Title 1">
            <a:extLst>
              <a:ext uri="{FF2B5EF4-FFF2-40B4-BE49-F238E27FC236}">
                <a16:creationId xmlns:a16="http://schemas.microsoft.com/office/drawing/2014/main" id="{0E374672-D2D3-4DCE-8649-950F3EAEDBB8}"/>
              </a:ext>
            </a:extLst>
          </p:cNvPr>
          <p:cNvSpPr>
            <a:spLocks noGrp="1"/>
          </p:cNvSpPr>
          <p:nvPr>
            <p:ph type="title" hasCustomPrompt="1"/>
          </p:nvPr>
        </p:nvSpPr>
        <p:spPr bwMode="white">
          <a:xfrm>
            <a:off x="7033089" y="0"/>
            <a:ext cx="4114799" cy="2971800"/>
          </a:xfrm>
          <a:prstGeom prst="rect">
            <a:avLst/>
          </a:prstGeom>
          <a:solidFill>
            <a:srgbClr val="F4F4F4"/>
          </a:solidFill>
        </p:spPr>
        <p:txBody>
          <a:bodyPr lIns="274320" anchor="ctr" anchorCtr="0"/>
          <a:lstStyle>
            <a:lvl1pPr>
              <a:lnSpc>
                <a:spcPct val="100000"/>
              </a:lnSpc>
              <a:defRPr sz="3600" b="1">
                <a:solidFill>
                  <a:schemeClr val="accent1"/>
                </a:solidFill>
              </a:defRPr>
            </a:lvl1pPr>
          </a:lstStyle>
          <a:p>
            <a:r>
              <a:rPr lang="en-US"/>
              <a:t>Photo dividers with text on right 36pt Arial Bold sentence case</a:t>
            </a:r>
          </a:p>
        </p:txBody>
      </p:sp>
      <p:sp>
        <p:nvSpPr>
          <p:cNvPr id="7" name="Text Placeholder 21">
            <a:extLst>
              <a:ext uri="{FF2B5EF4-FFF2-40B4-BE49-F238E27FC236}">
                <a16:creationId xmlns:a16="http://schemas.microsoft.com/office/drawing/2014/main" id="{24BBE5E7-5805-45C0-A8D8-6F96062DEC21}"/>
              </a:ext>
            </a:extLst>
          </p:cNvPr>
          <p:cNvSpPr>
            <a:spLocks noGrp="1"/>
          </p:cNvSpPr>
          <p:nvPr>
            <p:ph type="body" sz="quarter" idx="11" hasCustomPrompt="1"/>
          </p:nvPr>
        </p:nvSpPr>
        <p:spPr>
          <a:xfrm>
            <a:off x="0" y="6969760"/>
            <a:ext cx="8016949" cy="302910"/>
          </a:xfrm>
          <a:prstGeom prst="rect">
            <a:avLst/>
          </a:prstGeom>
          <a:solidFill>
            <a:srgbClr val="DA291C"/>
          </a:solidFill>
        </p:spPr>
        <p:txBody>
          <a:bodyPr anchor="ctr">
            <a:noAutofit/>
          </a:bodyPr>
          <a:lstStyle>
            <a:lvl1pPr marL="0" indent="0" algn="ctr">
              <a:lnSpc>
                <a:spcPct val="100000"/>
              </a:lnSpc>
              <a:spcBef>
                <a:spcPts val="0"/>
              </a:spcBef>
              <a:buNone/>
              <a:defRPr sz="1400" b="0" i="0">
                <a:solidFill>
                  <a:schemeClr val="bg1"/>
                </a:solidFill>
              </a:defRPr>
            </a:lvl1pPr>
          </a:lstStyle>
          <a:p>
            <a:pPr lvl="0"/>
            <a:r>
              <a:rPr lang="en-US"/>
              <a:t>NOTE: All photos used in this layout must be cropped to 13.33” wide X 7.5” tall at 150dpi resolution</a:t>
            </a:r>
          </a:p>
        </p:txBody>
      </p:sp>
    </p:spTree>
    <p:extLst>
      <p:ext uri="{BB962C8B-B14F-4D97-AF65-F5344CB8AC3E}">
        <p14:creationId xmlns:p14="http://schemas.microsoft.com/office/powerpoint/2010/main" val="218115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Divider - IQVIA">
    <p:bg>
      <p:bgPr>
        <a:gradFill>
          <a:gsLst>
            <a:gs pos="20000">
              <a:schemeClr val="tx1"/>
            </a:gs>
            <a:gs pos="80000">
              <a:srgbClr val="606B71"/>
            </a:gs>
          </a:gsLst>
          <a:lin ang="2700000" scaled="1"/>
        </a:gradFill>
        <a:effectLst/>
      </p:bgPr>
    </p:bg>
    <p:spTree>
      <p:nvGrpSpPr>
        <p:cNvPr id="1" name=""/>
        <p:cNvGrpSpPr/>
        <p:nvPr/>
      </p:nvGrpSpPr>
      <p:grpSpPr>
        <a:xfrm>
          <a:off x="0" y="0"/>
          <a:ext cx="0" cy="0"/>
          <a:chOff x="0" y="0"/>
          <a:chExt cx="0" cy="0"/>
        </a:xfrm>
      </p:grpSpPr>
      <p:sp>
        <p:nvSpPr>
          <p:cNvPr id="60" name="Title 1">
            <a:extLst>
              <a:ext uri="{FF2B5EF4-FFF2-40B4-BE49-F238E27FC236}">
                <a16:creationId xmlns:a16="http://schemas.microsoft.com/office/drawing/2014/main" id="{B8567F05-315D-614C-B916-932362171A20}"/>
              </a:ext>
            </a:extLst>
          </p:cNvPr>
          <p:cNvSpPr>
            <a:spLocks noGrp="1"/>
          </p:cNvSpPr>
          <p:nvPr>
            <p:ph type="title" hasCustomPrompt="1"/>
          </p:nvPr>
        </p:nvSpPr>
        <p:spPr bwMode="white">
          <a:xfrm>
            <a:off x="1036858" y="1795535"/>
            <a:ext cx="5588846" cy="4341936"/>
          </a:xfrm>
          <a:prstGeom prst="rect">
            <a:avLst/>
          </a:prstGeom>
        </p:spPr>
        <p:txBody>
          <a:bodyPr anchor="ctr" anchorCtr="0"/>
          <a:lstStyle>
            <a:lvl1pPr>
              <a:lnSpc>
                <a:spcPct val="100000"/>
              </a:lnSpc>
              <a:defRPr sz="3600" b="1">
                <a:solidFill>
                  <a:schemeClr val="bg1"/>
                </a:solidFill>
              </a:defRPr>
            </a:lvl1pPr>
          </a:lstStyle>
          <a:p>
            <a:r>
              <a:rPr lang="en-US"/>
              <a:t>Dividers are 36pt Arial Bold sentence case</a:t>
            </a:r>
          </a:p>
        </p:txBody>
      </p:sp>
      <p:sp>
        <p:nvSpPr>
          <p:cNvPr id="11" name="Slide Number Placeholder 5">
            <a:extLst>
              <a:ext uri="{FF2B5EF4-FFF2-40B4-BE49-F238E27FC236}">
                <a16:creationId xmlns:a16="http://schemas.microsoft.com/office/drawing/2014/main" id="{C58BFCDA-FC31-2A4E-97D4-B728D66FDDB6}"/>
              </a:ext>
            </a:extLst>
          </p:cNvPr>
          <p:cNvSpPr txBox="1">
            <a:spLocks/>
          </p:cNvSpPr>
          <p:nvPr/>
        </p:nvSpPr>
        <p:spPr bwMode="white">
          <a:xfrm>
            <a:off x="11708455" y="6548145"/>
            <a:ext cx="3678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chemeClr val="bg1"/>
                </a:solidFill>
              </a:rPr>
              <a:t>‹#›</a:t>
            </a:fld>
            <a:endParaRPr lang="en-US" sz="800" b="0">
              <a:solidFill>
                <a:schemeClr val="bg1"/>
              </a:solidFill>
            </a:endParaRPr>
          </a:p>
        </p:txBody>
      </p:sp>
      <p:grpSp>
        <p:nvGrpSpPr>
          <p:cNvPr id="57" name="Group 56">
            <a:extLst>
              <a:ext uri="{FF2B5EF4-FFF2-40B4-BE49-F238E27FC236}">
                <a16:creationId xmlns:a16="http://schemas.microsoft.com/office/drawing/2014/main" id="{4BAD41B1-1630-BD43-A04E-438392C529EA}"/>
              </a:ext>
            </a:extLst>
          </p:cNvPr>
          <p:cNvGrpSpPr/>
          <p:nvPr/>
        </p:nvGrpSpPr>
        <p:grpSpPr>
          <a:xfrm>
            <a:off x="7036244" y="2752016"/>
            <a:ext cx="5155756" cy="3703320"/>
            <a:chOff x="7036244" y="2752016"/>
            <a:chExt cx="5155756" cy="3703320"/>
          </a:xfrm>
          <a:solidFill>
            <a:schemeClr val="accent1"/>
          </a:solidFill>
        </p:grpSpPr>
        <p:sp>
          <p:nvSpPr>
            <p:cNvPr id="58" name="Freeform 57">
              <a:extLst>
                <a:ext uri="{FF2B5EF4-FFF2-40B4-BE49-F238E27FC236}">
                  <a16:creationId xmlns:a16="http://schemas.microsoft.com/office/drawing/2014/main" id="{E44435BD-EEDE-4C41-A1F2-ABC0999A168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59" name="Freeform 58">
              <a:extLst>
                <a:ext uri="{FF2B5EF4-FFF2-40B4-BE49-F238E27FC236}">
                  <a16:creationId xmlns:a16="http://schemas.microsoft.com/office/drawing/2014/main" id="{1C4729E5-C07B-2441-A6B5-D4DA9E028AEC}"/>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68" name="Freeform 67">
              <a:extLst>
                <a:ext uri="{FF2B5EF4-FFF2-40B4-BE49-F238E27FC236}">
                  <a16:creationId xmlns:a16="http://schemas.microsoft.com/office/drawing/2014/main" id="{C3C7C95F-71E5-2D48-9ED1-A6A7A40FCE53}"/>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69" name="Freeform 68">
              <a:extLst>
                <a:ext uri="{FF2B5EF4-FFF2-40B4-BE49-F238E27FC236}">
                  <a16:creationId xmlns:a16="http://schemas.microsoft.com/office/drawing/2014/main" id="{8D53D1E7-5120-0F4B-B38C-FAE533E99835}"/>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pic>
        <p:nvPicPr>
          <p:cNvPr id="12" name="Graphic 11">
            <a:extLst>
              <a:ext uri="{FF2B5EF4-FFF2-40B4-BE49-F238E27FC236}">
                <a16:creationId xmlns:a16="http://schemas.microsoft.com/office/drawing/2014/main" id="{B9A207CB-7D3D-2245-B4EB-AB96C5D60EA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Tree>
    <p:extLst>
      <p:ext uri="{BB962C8B-B14F-4D97-AF65-F5344CB8AC3E}">
        <p14:creationId xmlns:p14="http://schemas.microsoft.com/office/powerpoint/2010/main" val="588268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Divider Light Grey - IQVIA">
    <p:bg>
      <p:bgPr>
        <a:solidFill>
          <a:srgbClr val="F4F4F4"/>
        </a:solidFill>
        <a:effectLst/>
      </p:bgPr>
    </p:bg>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C0F63227-657D-4706-8FAB-F4C17696833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
        <p:nvSpPr>
          <p:cNvPr id="60" name="Title 1">
            <a:extLst>
              <a:ext uri="{FF2B5EF4-FFF2-40B4-BE49-F238E27FC236}">
                <a16:creationId xmlns:a16="http://schemas.microsoft.com/office/drawing/2014/main" id="{B8567F05-315D-614C-B916-932362171A20}"/>
              </a:ext>
            </a:extLst>
          </p:cNvPr>
          <p:cNvSpPr>
            <a:spLocks noGrp="1"/>
          </p:cNvSpPr>
          <p:nvPr>
            <p:ph type="title" hasCustomPrompt="1"/>
          </p:nvPr>
        </p:nvSpPr>
        <p:spPr bwMode="white">
          <a:xfrm>
            <a:off x="1036858" y="1795535"/>
            <a:ext cx="5588846" cy="4341936"/>
          </a:xfrm>
          <a:prstGeom prst="rect">
            <a:avLst/>
          </a:prstGeom>
        </p:spPr>
        <p:txBody>
          <a:bodyPr anchor="ctr" anchorCtr="0"/>
          <a:lstStyle>
            <a:lvl1pPr>
              <a:lnSpc>
                <a:spcPct val="100000"/>
              </a:lnSpc>
              <a:defRPr sz="3600" b="1">
                <a:solidFill>
                  <a:schemeClr val="accent2"/>
                </a:solidFill>
              </a:defRPr>
            </a:lvl1pPr>
          </a:lstStyle>
          <a:p>
            <a:r>
              <a:rPr lang="en-US"/>
              <a:t>Dividers are 36pt Arial Bold sentence case</a:t>
            </a:r>
          </a:p>
        </p:txBody>
      </p:sp>
      <p:sp>
        <p:nvSpPr>
          <p:cNvPr id="11" name="Slide Number Placeholder 5">
            <a:extLst>
              <a:ext uri="{FF2B5EF4-FFF2-40B4-BE49-F238E27FC236}">
                <a16:creationId xmlns:a16="http://schemas.microsoft.com/office/drawing/2014/main" id="{C58BFCDA-FC31-2A4E-97D4-B728D66FDDB6}"/>
              </a:ext>
            </a:extLst>
          </p:cNvPr>
          <p:cNvSpPr txBox="1">
            <a:spLocks/>
          </p:cNvSpPr>
          <p:nvPr/>
        </p:nvSpPr>
        <p:spPr bwMode="white">
          <a:xfrm>
            <a:off x="11708455" y="6548145"/>
            <a:ext cx="3678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chemeClr val="bg1"/>
                </a:solidFill>
              </a:rPr>
              <a:t>‹#›</a:t>
            </a:fld>
            <a:endParaRPr lang="en-US" sz="800" b="0">
              <a:solidFill>
                <a:schemeClr val="bg1"/>
              </a:solidFill>
            </a:endParaRPr>
          </a:p>
        </p:txBody>
      </p:sp>
      <p:grpSp>
        <p:nvGrpSpPr>
          <p:cNvPr id="57" name="Group 56">
            <a:extLst>
              <a:ext uri="{FF2B5EF4-FFF2-40B4-BE49-F238E27FC236}">
                <a16:creationId xmlns:a16="http://schemas.microsoft.com/office/drawing/2014/main" id="{4BAD41B1-1630-BD43-A04E-438392C529EA}"/>
              </a:ext>
            </a:extLst>
          </p:cNvPr>
          <p:cNvGrpSpPr/>
          <p:nvPr/>
        </p:nvGrpSpPr>
        <p:grpSpPr>
          <a:xfrm>
            <a:off x="7036244" y="2752016"/>
            <a:ext cx="5155756" cy="3703320"/>
            <a:chOff x="7036244" y="2752016"/>
            <a:chExt cx="5155756" cy="3703320"/>
          </a:xfrm>
          <a:solidFill>
            <a:schemeClr val="accent1"/>
          </a:solidFill>
        </p:grpSpPr>
        <p:sp>
          <p:nvSpPr>
            <p:cNvPr id="58" name="Freeform 57">
              <a:extLst>
                <a:ext uri="{FF2B5EF4-FFF2-40B4-BE49-F238E27FC236}">
                  <a16:creationId xmlns:a16="http://schemas.microsoft.com/office/drawing/2014/main" id="{E44435BD-EEDE-4C41-A1F2-ABC0999A168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59" name="Freeform 58">
              <a:extLst>
                <a:ext uri="{FF2B5EF4-FFF2-40B4-BE49-F238E27FC236}">
                  <a16:creationId xmlns:a16="http://schemas.microsoft.com/office/drawing/2014/main" id="{1C4729E5-C07B-2441-A6B5-D4DA9E028AEC}"/>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68" name="Freeform 67">
              <a:extLst>
                <a:ext uri="{FF2B5EF4-FFF2-40B4-BE49-F238E27FC236}">
                  <a16:creationId xmlns:a16="http://schemas.microsoft.com/office/drawing/2014/main" id="{C3C7C95F-71E5-2D48-9ED1-A6A7A40FCE53}"/>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69" name="Freeform 68">
              <a:extLst>
                <a:ext uri="{FF2B5EF4-FFF2-40B4-BE49-F238E27FC236}">
                  <a16:creationId xmlns:a16="http://schemas.microsoft.com/office/drawing/2014/main" id="{8D53D1E7-5120-0F4B-B38C-FAE533E99835}"/>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spTree>
    <p:extLst>
      <p:ext uri="{BB962C8B-B14F-4D97-AF65-F5344CB8AC3E}">
        <p14:creationId xmlns:p14="http://schemas.microsoft.com/office/powerpoint/2010/main" val="35042979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Quote - IQVIA">
    <p:spTree>
      <p:nvGrpSpPr>
        <p:cNvPr id="1" name=""/>
        <p:cNvGrpSpPr/>
        <p:nvPr/>
      </p:nvGrpSpPr>
      <p:grpSpPr>
        <a:xfrm>
          <a:off x="0" y="0"/>
          <a:ext cx="0" cy="0"/>
          <a:chOff x="0" y="0"/>
          <a:chExt cx="0" cy="0"/>
        </a:xfrm>
      </p:grpSpPr>
      <p:sp>
        <p:nvSpPr>
          <p:cNvPr id="68" name="Rectangle 67">
            <a:extLst>
              <a:ext uri="{FF2B5EF4-FFF2-40B4-BE49-F238E27FC236}">
                <a16:creationId xmlns:a16="http://schemas.microsoft.com/office/drawing/2014/main" id="{4E85BE28-1C3E-4A79-9B84-3BC2D0438DD8}"/>
              </a:ext>
            </a:extLst>
          </p:cNvPr>
          <p:cNvSpPr/>
          <p:nvPr/>
        </p:nvSpPr>
        <p:spPr bwMode="gray">
          <a:xfrm>
            <a:off x="353877" y="-1"/>
            <a:ext cx="11484246" cy="6858001"/>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nvGrpSpPr>
          <p:cNvPr id="84" name="Group 83">
            <a:extLst>
              <a:ext uri="{FF2B5EF4-FFF2-40B4-BE49-F238E27FC236}">
                <a16:creationId xmlns:a16="http://schemas.microsoft.com/office/drawing/2014/main" id="{B2BC05FF-F7B1-2643-B9FF-FE7362631CA8}"/>
              </a:ext>
            </a:extLst>
          </p:cNvPr>
          <p:cNvGrpSpPr/>
          <p:nvPr/>
        </p:nvGrpSpPr>
        <p:grpSpPr>
          <a:xfrm>
            <a:off x="7036244" y="2752016"/>
            <a:ext cx="5155756" cy="3703320"/>
            <a:chOff x="7036244" y="2752016"/>
            <a:chExt cx="5155756" cy="3703320"/>
          </a:xfrm>
          <a:solidFill>
            <a:schemeClr val="accent1"/>
          </a:solidFill>
        </p:grpSpPr>
        <p:sp>
          <p:nvSpPr>
            <p:cNvPr id="85" name="Freeform 84">
              <a:extLst>
                <a:ext uri="{FF2B5EF4-FFF2-40B4-BE49-F238E27FC236}">
                  <a16:creationId xmlns:a16="http://schemas.microsoft.com/office/drawing/2014/main" id="{54AF320E-9B8F-3143-935B-C21387DC95B0}"/>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86" name="Freeform 85">
              <a:extLst>
                <a:ext uri="{FF2B5EF4-FFF2-40B4-BE49-F238E27FC236}">
                  <a16:creationId xmlns:a16="http://schemas.microsoft.com/office/drawing/2014/main" id="{4B250C1E-384C-5A4D-B493-4F16109AFBFE}"/>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87" name="Freeform 86">
              <a:extLst>
                <a:ext uri="{FF2B5EF4-FFF2-40B4-BE49-F238E27FC236}">
                  <a16:creationId xmlns:a16="http://schemas.microsoft.com/office/drawing/2014/main" id="{5A2F5A00-A48E-1A46-9393-ED80FF031B14}"/>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8" name="Freeform 87">
              <a:extLst>
                <a:ext uri="{FF2B5EF4-FFF2-40B4-BE49-F238E27FC236}">
                  <a16:creationId xmlns:a16="http://schemas.microsoft.com/office/drawing/2014/main" id="{796862EF-B16A-7B49-B5EF-1F789A62F17C}"/>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sp>
        <p:nvSpPr>
          <p:cNvPr id="82" name="Text Placeholder 3">
            <a:extLst>
              <a:ext uri="{FF2B5EF4-FFF2-40B4-BE49-F238E27FC236}">
                <a16:creationId xmlns:a16="http://schemas.microsoft.com/office/drawing/2014/main" id="{43B517CD-81B5-1241-9C7C-2B8168938CD4}"/>
              </a:ext>
            </a:extLst>
          </p:cNvPr>
          <p:cNvSpPr>
            <a:spLocks noGrp="1"/>
          </p:cNvSpPr>
          <p:nvPr>
            <p:ph type="body" sz="quarter" idx="10" hasCustomPrompt="1"/>
          </p:nvPr>
        </p:nvSpPr>
        <p:spPr>
          <a:xfrm>
            <a:off x="1082212" y="4988527"/>
            <a:ext cx="5381689" cy="365760"/>
          </a:xfrm>
          <a:prstGeom prst="rect">
            <a:avLst/>
          </a:prstGeom>
        </p:spPr>
        <p:txBody>
          <a:bodyPr/>
          <a:lstStyle>
            <a:lvl1pPr marL="0" indent="0" algn="r">
              <a:lnSpc>
                <a:spcPct val="100000"/>
              </a:lnSpc>
              <a:buNone/>
              <a:defRPr sz="1800" b="0" i="1">
                <a:solidFill>
                  <a:schemeClr val="accent2"/>
                </a:solidFill>
              </a:defRPr>
            </a:lvl1pPr>
          </a:lstStyle>
          <a:p>
            <a:pPr lvl="0"/>
            <a:r>
              <a:rPr lang="en-US"/>
              <a:t>— Attribution Line</a:t>
            </a:r>
          </a:p>
        </p:txBody>
      </p:sp>
      <p:sp>
        <p:nvSpPr>
          <p:cNvPr id="2" name="Title 1"/>
          <p:cNvSpPr>
            <a:spLocks noGrp="1"/>
          </p:cNvSpPr>
          <p:nvPr>
            <p:ph type="ctrTitle" hasCustomPrompt="1"/>
          </p:nvPr>
        </p:nvSpPr>
        <p:spPr>
          <a:xfrm>
            <a:off x="1082212" y="1809398"/>
            <a:ext cx="5785628" cy="2970500"/>
          </a:xfrm>
          <a:prstGeom prst="rect">
            <a:avLst/>
          </a:prstGeom>
        </p:spPr>
        <p:txBody>
          <a:bodyPr anchor="t" anchorCtr="0"/>
          <a:lstStyle>
            <a:lvl1pPr marL="0" marR="0" indent="0" algn="l" defTabSz="914400" rtl="0" eaLnBrk="1" fontAlgn="auto" latinLnBrk="0" hangingPunct="1">
              <a:lnSpc>
                <a:spcPct val="100000"/>
              </a:lnSpc>
              <a:spcBef>
                <a:spcPct val="0"/>
              </a:spcBef>
              <a:spcAft>
                <a:spcPts val="0"/>
              </a:spcAft>
              <a:buClrTx/>
              <a:buSzTx/>
              <a:buFontTx/>
              <a:buNone/>
              <a:tabLst/>
              <a:defRPr sz="3200" b="0" i="0" baseline="0">
                <a:solidFill>
                  <a:schemeClr val="accent2"/>
                </a:solidFill>
              </a:defRPr>
            </a:lvl1pPr>
          </a:lstStyle>
          <a:p>
            <a:r>
              <a:rPr lang="en-US"/>
              <a:t>Place quote here in 32pt Arial sentence case with quote attribution. Up to 6 lines of text can be used.”</a:t>
            </a:r>
          </a:p>
        </p:txBody>
      </p:sp>
      <p:sp>
        <p:nvSpPr>
          <p:cNvPr id="75" name="TextBox 74">
            <a:extLst>
              <a:ext uri="{FF2B5EF4-FFF2-40B4-BE49-F238E27FC236}">
                <a16:creationId xmlns:a16="http://schemas.microsoft.com/office/drawing/2014/main" id="{6A04865E-13FE-4711-97A9-D413EE17A679}"/>
              </a:ext>
            </a:extLst>
          </p:cNvPr>
          <p:cNvSpPr txBox="1"/>
          <p:nvPr/>
        </p:nvSpPr>
        <p:spPr>
          <a:xfrm>
            <a:off x="379147" y="1416103"/>
            <a:ext cx="937240" cy="1569660"/>
          </a:xfrm>
          <a:custGeom>
            <a:avLst/>
            <a:gdLst>
              <a:gd name="connsiteX0" fmla="*/ 0 w 937240"/>
              <a:gd name="connsiteY0" fmla="*/ 0 h 1862048"/>
              <a:gd name="connsiteX1" fmla="*/ 937240 w 937240"/>
              <a:gd name="connsiteY1" fmla="*/ 0 h 1862048"/>
              <a:gd name="connsiteX2" fmla="*/ 937240 w 937240"/>
              <a:gd name="connsiteY2" fmla="*/ 1862048 h 1862048"/>
              <a:gd name="connsiteX3" fmla="*/ 0 w 937240"/>
              <a:gd name="connsiteY3" fmla="*/ 1862048 h 1862048"/>
              <a:gd name="connsiteX4" fmla="*/ 0 w 937240"/>
              <a:gd name="connsiteY4" fmla="*/ 0 h 1862048"/>
              <a:gd name="connsiteX0" fmla="*/ 0 w 937240"/>
              <a:gd name="connsiteY0" fmla="*/ 0 h 1862048"/>
              <a:gd name="connsiteX1" fmla="*/ 937240 w 937240"/>
              <a:gd name="connsiteY1" fmla="*/ 0 h 1862048"/>
              <a:gd name="connsiteX2" fmla="*/ 698700 w 937240"/>
              <a:gd name="connsiteY2" fmla="*/ 1225944 h 1862048"/>
              <a:gd name="connsiteX3" fmla="*/ 0 w 937240"/>
              <a:gd name="connsiteY3" fmla="*/ 1862048 h 1862048"/>
              <a:gd name="connsiteX4" fmla="*/ 0 w 937240"/>
              <a:gd name="connsiteY4" fmla="*/ 0 h 1862048"/>
              <a:gd name="connsiteX0" fmla="*/ 0 w 937240"/>
              <a:gd name="connsiteY0" fmla="*/ 0 h 1225944"/>
              <a:gd name="connsiteX1" fmla="*/ 937240 w 937240"/>
              <a:gd name="connsiteY1" fmla="*/ 0 h 1225944"/>
              <a:gd name="connsiteX2" fmla="*/ 698700 w 937240"/>
              <a:gd name="connsiteY2" fmla="*/ 1225944 h 1225944"/>
              <a:gd name="connsiteX3" fmla="*/ 53009 w 937240"/>
              <a:gd name="connsiteY3" fmla="*/ 960901 h 1225944"/>
              <a:gd name="connsiteX4" fmla="*/ 0 w 937240"/>
              <a:gd name="connsiteY4" fmla="*/ 0 h 1225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7240" h="1225944">
                <a:moveTo>
                  <a:pt x="0" y="0"/>
                </a:moveTo>
                <a:lnTo>
                  <a:pt x="937240" y="0"/>
                </a:lnTo>
                <a:lnTo>
                  <a:pt x="698700" y="1225944"/>
                </a:lnTo>
                <a:lnTo>
                  <a:pt x="53009" y="960901"/>
                </a:lnTo>
                <a:lnTo>
                  <a:pt x="0" y="0"/>
                </a:lnTo>
                <a:close/>
              </a:path>
            </a:pathLst>
          </a:custGeom>
          <a:noFill/>
        </p:spPr>
        <p:txBody>
          <a:bodyPr wrap="square" rtlCol="0">
            <a:spAutoFit/>
          </a:bodyPr>
          <a:lstStyle/>
          <a:p>
            <a:r>
              <a:rPr lang="en-US" sz="9600" b="1">
                <a:solidFill>
                  <a:schemeClr val="accent2"/>
                </a:solidFill>
                <a:latin typeface="Arial" panose="020B0604020202020204" pitchFamily="34" charset="0"/>
                <a:cs typeface="Arial" panose="020B0604020202020204" pitchFamily="34" charset="0"/>
              </a:rPr>
              <a:t>“</a:t>
            </a:r>
          </a:p>
        </p:txBody>
      </p:sp>
      <p:sp>
        <p:nvSpPr>
          <p:cNvPr id="65" name="Footer Placeholder 4">
            <a:extLst>
              <a:ext uri="{FF2B5EF4-FFF2-40B4-BE49-F238E27FC236}">
                <a16:creationId xmlns:a16="http://schemas.microsoft.com/office/drawing/2014/main" id="{2B5EAC86-5955-6C44-B473-E9638CE45BEE}"/>
              </a:ext>
            </a:extLst>
          </p:cNvPr>
          <p:cNvSpPr>
            <a:spLocks noGrp="1"/>
          </p:cNvSpPr>
          <p:nvPr>
            <p:ph type="ftr" sz="quarter" idx="3"/>
          </p:nvPr>
        </p:nvSpPr>
        <p:spPr bwMode="gray">
          <a:xfrm>
            <a:off x="1082212" y="6387858"/>
            <a:ext cx="8587966"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66" name="Slide Number Placeholder 5">
            <a:extLst>
              <a:ext uri="{FF2B5EF4-FFF2-40B4-BE49-F238E27FC236}">
                <a16:creationId xmlns:a16="http://schemas.microsoft.com/office/drawing/2014/main" id="{0B8041C5-D44C-8F4A-BD08-5435D5173B91}"/>
              </a:ext>
            </a:extLst>
          </p:cNvPr>
          <p:cNvSpPr txBox="1">
            <a:spLocks/>
          </p:cNvSpPr>
          <p:nvPr/>
        </p:nvSpPr>
        <p:spPr bwMode="white">
          <a:xfrm>
            <a:off x="11708455" y="6548145"/>
            <a:ext cx="3678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7F7F7F"/>
                </a:solidFill>
              </a:rPr>
              <a:t>‹#›</a:t>
            </a:fld>
            <a:endParaRPr lang="en-US" sz="800" b="0">
              <a:solidFill>
                <a:srgbClr val="7F7F7F"/>
              </a:solidFill>
            </a:endParaRPr>
          </a:p>
        </p:txBody>
      </p:sp>
      <p:pic>
        <p:nvPicPr>
          <p:cNvPr id="15" name="Graphic 14">
            <a:extLst>
              <a:ext uri="{FF2B5EF4-FFF2-40B4-BE49-F238E27FC236}">
                <a16:creationId xmlns:a16="http://schemas.microsoft.com/office/drawing/2014/main" id="{5676FBE2-B43F-5C47-8389-AD3C99D975C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Tree>
    <p:extLst>
      <p:ext uri="{BB962C8B-B14F-4D97-AF65-F5344CB8AC3E}">
        <p14:creationId xmlns:p14="http://schemas.microsoft.com/office/powerpoint/2010/main" val="483215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hought Slide - IQVIA">
    <p:bg>
      <p:bgPr>
        <a:gradFill>
          <a:gsLst>
            <a:gs pos="20000">
              <a:schemeClr val="accent2"/>
            </a:gs>
            <a:gs pos="80000">
              <a:schemeClr val="accent1"/>
            </a:gs>
          </a:gsLst>
          <a:lin ang="2700000" scaled="1"/>
        </a:gra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E54A23A-653F-044A-872E-96D84FA8FBB7}"/>
              </a:ext>
            </a:extLst>
          </p:cNvPr>
          <p:cNvGrpSpPr/>
          <p:nvPr/>
        </p:nvGrpSpPr>
        <p:grpSpPr>
          <a:xfrm>
            <a:off x="0" y="1460563"/>
            <a:ext cx="2550984" cy="4676908"/>
            <a:chOff x="0" y="1403413"/>
            <a:chExt cx="2550984" cy="4676908"/>
          </a:xfrm>
          <a:solidFill>
            <a:schemeClr val="accent1"/>
          </a:solidFill>
        </p:grpSpPr>
        <p:grpSp>
          <p:nvGrpSpPr>
            <p:cNvPr id="9" name="Group 8">
              <a:extLst>
                <a:ext uri="{FF2B5EF4-FFF2-40B4-BE49-F238E27FC236}">
                  <a16:creationId xmlns:a16="http://schemas.microsoft.com/office/drawing/2014/main" id="{844260B0-4CB4-D64E-9C92-5124265DA7A3}"/>
                </a:ext>
              </a:extLst>
            </p:cNvPr>
            <p:cNvGrpSpPr/>
            <p:nvPr/>
          </p:nvGrpSpPr>
          <p:grpSpPr>
            <a:xfrm>
              <a:off x="1" y="4502072"/>
              <a:ext cx="1013573" cy="545364"/>
              <a:chOff x="1" y="4502072"/>
              <a:chExt cx="1013573" cy="545364"/>
            </a:xfrm>
            <a:grpFill/>
          </p:grpSpPr>
          <p:sp>
            <p:nvSpPr>
              <p:cNvPr id="64" name="Rectangle 63">
                <a:extLst>
                  <a:ext uri="{FF2B5EF4-FFF2-40B4-BE49-F238E27FC236}">
                    <a16:creationId xmlns:a16="http://schemas.microsoft.com/office/drawing/2014/main" id="{AFE54BDC-92F7-FF47-96F4-48A8CED3C760}"/>
                  </a:ext>
                </a:extLst>
              </p:cNvPr>
              <p:cNvSpPr/>
              <p:nvPr/>
            </p:nvSpPr>
            <p:spPr>
              <a:xfrm>
                <a:off x="1" y="4502072"/>
                <a:ext cx="735042"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65" name="Oval 64">
                <a:extLst>
                  <a:ext uri="{FF2B5EF4-FFF2-40B4-BE49-F238E27FC236}">
                    <a16:creationId xmlns:a16="http://schemas.microsoft.com/office/drawing/2014/main" id="{BBC52103-9224-6C4C-89DA-F8113C00854E}"/>
                  </a:ext>
                </a:extLst>
              </p:cNvPr>
              <p:cNvSpPr/>
              <p:nvPr/>
            </p:nvSpPr>
            <p:spPr>
              <a:xfrm>
                <a:off x="468210"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8" name="Group 7">
              <a:extLst>
                <a:ext uri="{FF2B5EF4-FFF2-40B4-BE49-F238E27FC236}">
                  <a16:creationId xmlns:a16="http://schemas.microsoft.com/office/drawing/2014/main" id="{A0C066D0-213A-4E42-B2BA-FB39C744A96E}"/>
                </a:ext>
              </a:extLst>
            </p:cNvPr>
            <p:cNvGrpSpPr/>
            <p:nvPr/>
          </p:nvGrpSpPr>
          <p:grpSpPr>
            <a:xfrm>
              <a:off x="0" y="3469185"/>
              <a:ext cx="1162174" cy="545364"/>
              <a:chOff x="0" y="3469185"/>
              <a:chExt cx="1162174" cy="545364"/>
            </a:xfrm>
            <a:grpFill/>
          </p:grpSpPr>
          <p:sp>
            <p:nvSpPr>
              <p:cNvPr id="66" name="Rectangle 65">
                <a:extLst>
                  <a:ext uri="{FF2B5EF4-FFF2-40B4-BE49-F238E27FC236}">
                    <a16:creationId xmlns:a16="http://schemas.microsoft.com/office/drawing/2014/main" id="{DA67A407-7D4D-3749-9A23-617DCB2CC42B}"/>
                  </a:ext>
                </a:extLst>
              </p:cNvPr>
              <p:cNvSpPr/>
              <p:nvPr/>
            </p:nvSpPr>
            <p:spPr>
              <a:xfrm>
                <a:off x="0" y="3469185"/>
                <a:ext cx="883637"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67" name="Oval 66">
                <a:extLst>
                  <a:ext uri="{FF2B5EF4-FFF2-40B4-BE49-F238E27FC236}">
                    <a16:creationId xmlns:a16="http://schemas.microsoft.com/office/drawing/2014/main" id="{35FFBBA7-854B-B748-B093-1CE3952BB1BD}"/>
                  </a:ext>
                </a:extLst>
              </p:cNvPr>
              <p:cNvSpPr/>
              <p:nvPr/>
            </p:nvSpPr>
            <p:spPr>
              <a:xfrm>
                <a:off x="616810"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7" name="Group 6">
              <a:extLst>
                <a:ext uri="{FF2B5EF4-FFF2-40B4-BE49-F238E27FC236}">
                  <a16:creationId xmlns:a16="http://schemas.microsoft.com/office/drawing/2014/main" id="{30143330-49E8-4D4D-A683-BA5AC4536F35}"/>
                </a:ext>
              </a:extLst>
            </p:cNvPr>
            <p:cNvGrpSpPr/>
            <p:nvPr/>
          </p:nvGrpSpPr>
          <p:grpSpPr>
            <a:xfrm>
              <a:off x="0" y="2436300"/>
              <a:ext cx="1023436" cy="545364"/>
              <a:chOff x="0" y="2440184"/>
              <a:chExt cx="1023436" cy="545364"/>
            </a:xfrm>
            <a:grpFill/>
          </p:grpSpPr>
          <p:sp>
            <p:nvSpPr>
              <p:cNvPr id="68" name="Rectangle 67">
                <a:extLst>
                  <a:ext uri="{FF2B5EF4-FFF2-40B4-BE49-F238E27FC236}">
                    <a16:creationId xmlns:a16="http://schemas.microsoft.com/office/drawing/2014/main" id="{8036A379-1707-5D4E-AAD8-4CD10718D475}"/>
                  </a:ext>
                </a:extLst>
              </p:cNvPr>
              <p:cNvSpPr/>
              <p:nvPr/>
            </p:nvSpPr>
            <p:spPr>
              <a:xfrm>
                <a:off x="0" y="2440184"/>
                <a:ext cx="744067"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69" name="Oval 68">
                <a:extLst>
                  <a:ext uri="{FF2B5EF4-FFF2-40B4-BE49-F238E27FC236}">
                    <a16:creationId xmlns:a16="http://schemas.microsoft.com/office/drawing/2014/main" id="{EB1666CD-BEF0-4D4B-BA70-902CCBD452A2}"/>
                  </a:ext>
                </a:extLst>
              </p:cNvPr>
              <p:cNvSpPr/>
              <p:nvPr/>
            </p:nvSpPr>
            <p:spPr>
              <a:xfrm>
                <a:off x="478072" y="2440184"/>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6" name="Group 5">
              <a:extLst>
                <a:ext uri="{FF2B5EF4-FFF2-40B4-BE49-F238E27FC236}">
                  <a16:creationId xmlns:a16="http://schemas.microsoft.com/office/drawing/2014/main" id="{C6437A27-019B-564D-B996-C91C1F5CC2C9}"/>
                </a:ext>
              </a:extLst>
            </p:cNvPr>
            <p:cNvGrpSpPr/>
            <p:nvPr/>
          </p:nvGrpSpPr>
          <p:grpSpPr>
            <a:xfrm>
              <a:off x="876713" y="5534957"/>
              <a:ext cx="1674271" cy="545364"/>
              <a:chOff x="876236" y="5534957"/>
              <a:chExt cx="1674271" cy="545364"/>
            </a:xfrm>
            <a:grpFill/>
          </p:grpSpPr>
          <p:sp>
            <p:nvSpPr>
              <p:cNvPr id="70" name="Rectangle 69">
                <a:extLst>
                  <a:ext uri="{FF2B5EF4-FFF2-40B4-BE49-F238E27FC236}">
                    <a16:creationId xmlns:a16="http://schemas.microsoft.com/office/drawing/2014/main" id="{AA63EA5C-5E6E-BC4A-9E7A-94DE3B6280E8}"/>
                  </a:ext>
                </a:extLst>
              </p:cNvPr>
              <p:cNvSpPr/>
              <p:nvPr/>
            </p:nvSpPr>
            <p:spPr>
              <a:xfrm>
                <a:off x="1154393" y="5534957"/>
                <a:ext cx="1117582"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71" name="Oval 70">
                <a:extLst>
                  <a:ext uri="{FF2B5EF4-FFF2-40B4-BE49-F238E27FC236}">
                    <a16:creationId xmlns:a16="http://schemas.microsoft.com/office/drawing/2014/main" id="{7A0BB5E6-BAD7-3F49-A359-BE26A2F6BE4C}"/>
                  </a:ext>
                </a:extLst>
              </p:cNvPr>
              <p:cNvSpPr/>
              <p:nvPr/>
            </p:nvSpPr>
            <p:spPr>
              <a:xfrm>
                <a:off x="2005143"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72" name="Oval 71">
                <a:extLst>
                  <a:ext uri="{FF2B5EF4-FFF2-40B4-BE49-F238E27FC236}">
                    <a16:creationId xmlns:a16="http://schemas.microsoft.com/office/drawing/2014/main" id="{1C16252C-42E7-844C-86B3-C65D63364C8F}"/>
                  </a:ext>
                </a:extLst>
              </p:cNvPr>
              <p:cNvSpPr/>
              <p:nvPr/>
            </p:nvSpPr>
            <p:spPr>
              <a:xfrm>
                <a:off x="876236"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5" name="Group 4">
              <a:extLst>
                <a:ext uri="{FF2B5EF4-FFF2-40B4-BE49-F238E27FC236}">
                  <a16:creationId xmlns:a16="http://schemas.microsoft.com/office/drawing/2014/main" id="{ADF5CA18-ACA9-2A42-A4F3-CA7027AC1183}"/>
                </a:ext>
              </a:extLst>
            </p:cNvPr>
            <p:cNvGrpSpPr/>
            <p:nvPr/>
          </p:nvGrpSpPr>
          <p:grpSpPr>
            <a:xfrm>
              <a:off x="1404844" y="4502072"/>
              <a:ext cx="1146140" cy="545364"/>
              <a:chOff x="1404367" y="4502072"/>
              <a:chExt cx="1146140" cy="545364"/>
            </a:xfrm>
            <a:grpFill/>
          </p:grpSpPr>
          <p:sp>
            <p:nvSpPr>
              <p:cNvPr id="73" name="Rectangle 72">
                <a:extLst>
                  <a:ext uri="{FF2B5EF4-FFF2-40B4-BE49-F238E27FC236}">
                    <a16:creationId xmlns:a16="http://schemas.microsoft.com/office/drawing/2014/main" id="{EF9009F8-F40E-4142-9FD4-5F82D827183E}"/>
                  </a:ext>
                </a:extLst>
              </p:cNvPr>
              <p:cNvSpPr/>
              <p:nvPr/>
            </p:nvSpPr>
            <p:spPr>
              <a:xfrm>
                <a:off x="1682197" y="4502072"/>
                <a:ext cx="589775"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74" name="Oval 73">
                <a:extLst>
                  <a:ext uri="{FF2B5EF4-FFF2-40B4-BE49-F238E27FC236}">
                    <a16:creationId xmlns:a16="http://schemas.microsoft.com/office/drawing/2014/main" id="{F656972E-4EE4-B440-BF3B-7C50C2F4AFD2}"/>
                  </a:ext>
                </a:extLst>
              </p:cNvPr>
              <p:cNvSpPr/>
              <p:nvPr/>
            </p:nvSpPr>
            <p:spPr>
              <a:xfrm>
                <a:off x="2005143"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75" name="Oval 74">
                <a:extLst>
                  <a:ext uri="{FF2B5EF4-FFF2-40B4-BE49-F238E27FC236}">
                    <a16:creationId xmlns:a16="http://schemas.microsoft.com/office/drawing/2014/main" id="{856FC643-92EC-5446-B635-5272B44ABBC4}"/>
                  </a:ext>
                </a:extLst>
              </p:cNvPr>
              <p:cNvSpPr/>
              <p:nvPr/>
            </p:nvSpPr>
            <p:spPr>
              <a:xfrm>
                <a:off x="1404367"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4" name="Group 3">
              <a:extLst>
                <a:ext uri="{FF2B5EF4-FFF2-40B4-BE49-F238E27FC236}">
                  <a16:creationId xmlns:a16="http://schemas.microsoft.com/office/drawing/2014/main" id="{57F13C1C-5A0B-E349-81D8-289CF597EFF6}"/>
                </a:ext>
              </a:extLst>
            </p:cNvPr>
            <p:cNvGrpSpPr/>
            <p:nvPr/>
          </p:nvGrpSpPr>
          <p:grpSpPr>
            <a:xfrm>
              <a:off x="1563753" y="3469185"/>
              <a:ext cx="987231" cy="545364"/>
              <a:chOff x="1560101" y="3469185"/>
              <a:chExt cx="987231" cy="545364"/>
            </a:xfrm>
            <a:grpFill/>
          </p:grpSpPr>
          <p:sp>
            <p:nvSpPr>
              <p:cNvPr id="76" name="Oval 75">
                <a:extLst>
                  <a:ext uri="{FF2B5EF4-FFF2-40B4-BE49-F238E27FC236}">
                    <a16:creationId xmlns:a16="http://schemas.microsoft.com/office/drawing/2014/main" id="{B4037E36-7ECF-7242-B733-14F93EF6E7A7}"/>
                  </a:ext>
                </a:extLst>
              </p:cNvPr>
              <p:cNvSpPr/>
              <p:nvPr/>
            </p:nvSpPr>
            <p:spPr>
              <a:xfrm>
                <a:off x="1560101"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77" name="Rectangle 76">
                <a:extLst>
                  <a:ext uri="{FF2B5EF4-FFF2-40B4-BE49-F238E27FC236}">
                    <a16:creationId xmlns:a16="http://schemas.microsoft.com/office/drawing/2014/main" id="{13A075E0-B627-254E-A4FB-378B4E95EDE4}"/>
                  </a:ext>
                </a:extLst>
              </p:cNvPr>
              <p:cNvSpPr/>
              <p:nvPr/>
            </p:nvSpPr>
            <p:spPr>
              <a:xfrm>
                <a:off x="1825936" y="3469185"/>
                <a:ext cx="446037"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78" name="Oval 77">
                <a:extLst>
                  <a:ext uri="{FF2B5EF4-FFF2-40B4-BE49-F238E27FC236}">
                    <a16:creationId xmlns:a16="http://schemas.microsoft.com/office/drawing/2014/main" id="{B2AE0DCE-94BE-7947-8768-92F78F9D7213}"/>
                  </a:ext>
                </a:extLst>
              </p:cNvPr>
              <p:cNvSpPr/>
              <p:nvPr/>
            </p:nvSpPr>
            <p:spPr>
              <a:xfrm>
                <a:off x="2001968"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3" name="Group 2">
              <a:extLst>
                <a:ext uri="{FF2B5EF4-FFF2-40B4-BE49-F238E27FC236}">
                  <a16:creationId xmlns:a16="http://schemas.microsoft.com/office/drawing/2014/main" id="{16D361C0-AC3B-D84D-9A88-5FC411D00470}"/>
                </a:ext>
              </a:extLst>
            </p:cNvPr>
            <p:cNvGrpSpPr/>
            <p:nvPr/>
          </p:nvGrpSpPr>
          <p:grpSpPr>
            <a:xfrm>
              <a:off x="1416321" y="2436300"/>
              <a:ext cx="1134663" cy="545364"/>
              <a:chOff x="1415887" y="2436300"/>
              <a:chExt cx="1134663" cy="545364"/>
            </a:xfrm>
            <a:grpFill/>
          </p:grpSpPr>
          <p:sp>
            <p:nvSpPr>
              <p:cNvPr id="79" name="Oval 78">
                <a:extLst>
                  <a:ext uri="{FF2B5EF4-FFF2-40B4-BE49-F238E27FC236}">
                    <a16:creationId xmlns:a16="http://schemas.microsoft.com/office/drawing/2014/main" id="{1603488A-FE35-DC44-B59F-D73A4174124C}"/>
                  </a:ext>
                </a:extLst>
              </p:cNvPr>
              <p:cNvSpPr/>
              <p:nvPr/>
            </p:nvSpPr>
            <p:spPr>
              <a:xfrm>
                <a:off x="2005186"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0" name="Oval 79">
                <a:extLst>
                  <a:ext uri="{FF2B5EF4-FFF2-40B4-BE49-F238E27FC236}">
                    <a16:creationId xmlns:a16="http://schemas.microsoft.com/office/drawing/2014/main" id="{F562BC2A-8E8F-8F4A-AF64-D93514A83DE2}"/>
                  </a:ext>
                </a:extLst>
              </p:cNvPr>
              <p:cNvSpPr/>
              <p:nvPr/>
            </p:nvSpPr>
            <p:spPr>
              <a:xfrm>
                <a:off x="1415887"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1" name="Rectangle 80">
                <a:extLst>
                  <a:ext uri="{FF2B5EF4-FFF2-40B4-BE49-F238E27FC236}">
                    <a16:creationId xmlns:a16="http://schemas.microsoft.com/office/drawing/2014/main" id="{45DA935B-E728-D449-B962-9C993F9194C3}"/>
                  </a:ext>
                </a:extLst>
              </p:cNvPr>
              <p:cNvSpPr/>
              <p:nvPr/>
            </p:nvSpPr>
            <p:spPr>
              <a:xfrm>
                <a:off x="1682240" y="2436300"/>
                <a:ext cx="58973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grpSp>
          <p:nvGrpSpPr>
            <p:cNvPr id="2" name="Group 1">
              <a:extLst>
                <a:ext uri="{FF2B5EF4-FFF2-40B4-BE49-F238E27FC236}">
                  <a16:creationId xmlns:a16="http://schemas.microsoft.com/office/drawing/2014/main" id="{37C5B5FC-28F8-6A43-9D03-F89AA5DADC09}"/>
                </a:ext>
              </a:extLst>
            </p:cNvPr>
            <p:cNvGrpSpPr/>
            <p:nvPr/>
          </p:nvGrpSpPr>
          <p:grpSpPr>
            <a:xfrm>
              <a:off x="898206" y="1403413"/>
              <a:ext cx="1652778" cy="545364"/>
              <a:chOff x="898206" y="1403413"/>
              <a:chExt cx="1652778" cy="545364"/>
            </a:xfrm>
            <a:grpFill/>
          </p:grpSpPr>
          <p:sp>
            <p:nvSpPr>
              <p:cNvPr id="82" name="Oval 81">
                <a:extLst>
                  <a:ext uri="{FF2B5EF4-FFF2-40B4-BE49-F238E27FC236}">
                    <a16:creationId xmlns:a16="http://schemas.microsoft.com/office/drawing/2014/main" id="{B34D7784-E348-154F-80D9-BA83F6D4D68E}"/>
                  </a:ext>
                </a:extLst>
              </p:cNvPr>
              <p:cNvSpPr/>
              <p:nvPr/>
            </p:nvSpPr>
            <p:spPr>
              <a:xfrm>
                <a:off x="2005620"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3" name="Oval 82">
                <a:extLst>
                  <a:ext uri="{FF2B5EF4-FFF2-40B4-BE49-F238E27FC236}">
                    <a16:creationId xmlns:a16="http://schemas.microsoft.com/office/drawing/2014/main" id="{2849EC6B-F9A7-F742-813C-BBB1639B37A5}"/>
                  </a:ext>
                </a:extLst>
              </p:cNvPr>
              <p:cNvSpPr/>
              <p:nvPr/>
            </p:nvSpPr>
            <p:spPr>
              <a:xfrm>
                <a:off x="898206"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4" name="Rectangle 83">
                <a:extLst>
                  <a:ext uri="{FF2B5EF4-FFF2-40B4-BE49-F238E27FC236}">
                    <a16:creationId xmlns:a16="http://schemas.microsoft.com/office/drawing/2014/main" id="{81DB5796-D137-AF40-AB92-A11E96841BD6}"/>
                  </a:ext>
                </a:extLst>
              </p:cNvPr>
              <p:cNvSpPr/>
              <p:nvPr/>
            </p:nvSpPr>
            <p:spPr>
              <a:xfrm>
                <a:off x="1164538" y="1403413"/>
                <a:ext cx="111758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sp>
          <p:nvSpPr>
            <p:cNvPr id="85" name="Freeform 84">
              <a:extLst>
                <a:ext uri="{FF2B5EF4-FFF2-40B4-BE49-F238E27FC236}">
                  <a16:creationId xmlns:a16="http://schemas.microsoft.com/office/drawing/2014/main" id="{2606B288-B2E5-CB4F-9CD4-6304B4259D84}"/>
                </a:ext>
              </a:extLst>
            </p:cNvPr>
            <p:cNvSpPr/>
            <p:nvPr/>
          </p:nvSpPr>
          <p:spPr>
            <a:xfrm>
              <a:off x="1945" y="5534957"/>
              <a:ext cx="476127" cy="545364"/>
            </a:xfrm>
            <a:custGeom>
              <a:avLst/>
              <a:gdLst>
                <a:gd name="connsiteX0" fmla="*/ 0 w 476127"/>
                <a:gd name="connsiteY0" fmla="*/ 0 h 545364"/>
                <a:gd name="connsiteX1" fmla="*/ 197590 w 476127"/>
                <a:gd name="connsiteY1" fmla="*/ 0 h 545364"/>
                <a:gd name="connsiteX2" fmla="*/ 197590 w 476127"/>
                <a:gd name="connsiteY2" fmla="*/ 590 h 545364"/>
                <a:gd name="connsiteX3" fmla="*/ 203445 w 476127"/>
                <a:gd name="connsiteY3" fmla="*/ 0 h 545364"/>
                <a:gd name="connsiteX4" fmla="*/ 476127 w 476127"/>
                <a:gd name="connsiteY4" fmla="*/ 272682 h 545364"/>
                <a:gd name="connsiteX5" fmla="*/ 203445 w 476127"/>
                <a:gd name="connsiteY5" fmla="*/ 545364 h 545364"/>
                <a:gd name="connsiteX6" fmla="*/ 197590 w 476127"/>
                <a:gd name="connsiteY6" fmla="*/ 544774 h 545364"/>
                <a:gd name="connsiteX7" fmla="*/ 197590 w 476127"/>
                <a:gd name="connsiteY7" fmla="*/ 545364 h 545364"/>
                <a:gd name="connsiteX8" fmla="*/ 0 w 476127"/>
                <a:gd name="connsiteY8" fmla="*/ 545364 h 545364"/>
                <a:gd name="connsiteX9" fmla="*/ 0 w 476127"/>
                <a:gd name="connsiteY9" fmla="*/ 452614 h 545364"/>
                <a:gd name="connsiteX10" fmla="*/ 0 w 476127"/>
                <a:gd name="connsiteY10" fmla="*/ 92750 h 545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6127" h="545364">
                  <a:moveTo>
                    <a:pt x="0" y="0"/>
                  </a:moveTo>
                  <a:lnTo>
                    <a:pt x="197590" y="0"/>
                  </a:lnTo>
                  <a:lnTo>
                    <a:pt x="197590" y="590"/>
                  </a:lnTo>
                  <a:lnTo>
                    <a:pt x="203445" y="0"/>
                  </a:lnTo>
                  <a:cubicBezTo>
                    <a:pt x="354043" y="0"/>
                    <a:pt x="476127" y="122084"/>
                    <a:pt x="476127" y="272682"/>
                  </a:cubicBezTo>
                  <a:cubicBezTo>
                    <a:pt x="476127" y="423280"/>
                    <a:pt x="354043" y="545364"/>
                    <a:pt x="203445" y="545364"/>
                  </a:cubicBezTo>
                  <a:lnTo>
                    <a:pt x="197590" y="544774"/>
                  </a:lnTo>
                  <a:lnTo>
                    <a:pt x="197590" y="545364"/>
                  </a:lnTo>
                  <a:lnTo>
                    <a:pt x="0" y="545364"/>
                  </a:lnTo>
                  <a:lnTo>
                    <a:pt x="0" y="452614"/>
                  </a:lnTo>
                  <a:lnTo>
                    <a:pt x="0" y="9275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86" name="Freeform 85">
              <a:extLst>
                <a:ext uri="{FF2B5EF4-FFF2-40B4-BE49-F238E27FC236}">
                  <a16:creationId xmlns:a16="http://schemas.microsoft.com/office/drawing/2014/main" id="{18324F76-739D-5A41-8026-F96B96947F97}"/>
                </a:ext>
              </a:extLst>
            </p:cNvPr>
            <p:cNvSpPr/>
            <p:nvPr/>
          </p:nvSpPr>
          <p:spPr>
            <a:xfrm>
              <a:off x="0" y="1403413"/>
              <a:ext cx="501699" cy="545364"/>
            </a:xfrm>
            <a:custGeom>
              <a:avLst/>
              <a:gdLst>
                <a:gd name="connsiteX0" fmla="*/ 1 w 501699"/>
                <a:gd name="connsiteY0" fmla="*/ 0 h 545364"/>
                <a:gd name="connsiteX1" fmla="*/ 223169 w 501699"/>
                <a:gd name="connsiteY1" fmla="*/ 0 h 545364"/>
                <a:gd name="connsiteX2" fmla="*/ 223169 w 501699"/>
                <a:gd name="connsiteY2" fmla="*/ 590 h 545364"/>
                <a:gd name="connsiteX3" fmla="*/ 229017 w 501699"/>
                <a:gd name="connsiteY3" fmla="*/ 0 h 545364"/>
                <a:gd name="connsiteX4" fmla="*/ 501699 w 501699"/>
                <a:gd name="connsiteY4" fmla="*/ 272682 h 545364"/>
                <a:gd name="connsiteX5" fmla="*/ 229017 w 501699"/>
                <a:gd name="connsiteY5" fmla="*/ 545364 h 545364"/>
                <a:gd name="connsiteX6" fmla="*/ 223169 w 501699"/>
                <a:gd name="connsiteY6" fmla="*/ 544775 h 545364"/>
                <a:gd name="connsiteX7" fmla="*/ 223169 w 501699"/>
                <a:gd name="connsiteY7" fmla="*/ 545364 h 545364"/>
                <a:gd name="connsiteX8" fmla="*/ 1 w 501699"/>
                <a:gd name="connsiteY8" fmla="*/ 545364 h 545364"/>
                <a:gd name="connsiteX9" fmla="*/ 1 w 501699"/>
                <a:gd name="connsiteY9" fmla="*/ 419791 h 545364"/>
                <a:gd name="connsiteX10" fmla="*/ 0 w 501699"/>
                <a:gd name="connsiteY10" fmla="*/ 419789 h 545364"/>
                <a:gd name="connsiteX11" fmla="*/ 0 w 501699"/>
                <a:gd name="connsiteY11" fmla="*/ 125575 h 545364"/>
                <a:gd name="connsiteX12" fmla="*/ 1 w 501699"/>
                <a:gd name="connsiteY12" fmla="*/ 125573 h 545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1699" h="545364">
                  <a:moveTo>
                    <a:pt x="1" y="0"/>
                  </a:moveTo>
                  <a:lnTo>
                    <a:pt x="223169" y="0"/>
                  </a:lnTo>
                  <a:lnTo>
                    <a:pt x="223169" y="590"/>
                  </a:lnTo>
                  <a:lnTo>
                    <a:pt x="229017" y="0"/>
                  </a:lnTo>
                  <a:cubicBezTo>
                    <a:pt x="379615" y="0"/>
                    <a:pt x="501699" y="122084"/>
                    <a:pt x="501699" y="272682"/>
                  </a:cubicBezTo>
                  <a:cubicBezTo>
                    <a:pt x="501699" y="423280"/>
                    <a:pt x="379615" y="545364"/>
                    <a:pt x="229017" y="545364"/>
                  </a:cubicBezTo>
                  <a:lnTo>
                    <a:pt x="223169" y="544775"/>
                  </a:lnTo>
                  <a:lnTo>
                    <a:pt x="223169" y="545364"/>
                  </a:lnTo>
                  <a:lnTo>
                    <a:pt x="1" y="545364"/>
                  </a:lnTo>
                  <a:lnTo>
                    <a:pt x="1" y="419791"/>
                  </a:lnTo>
                  <a:lnTo>
                    <a:pt x="0" y="419789"/>
                  </a:lnTo>
                  <a:lnTo>
                    <a:pt x="0" y="125575"/>
                  </a:lnTo>
                  <a:lnTo>
                    <a:pt x="1" y="12557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sp>
        <p:nvSpPr>
          <p:cNvPr id="60" name="Title 1">
            <a:extLst>
              <a:ext uri="{FF2B5EF4-FFF2-40B4-BE49-F238E27FC236}">
                <a16:creationId xmlns:a16="http://schemas.microsoft.com/office/drawing/2014/main" id="{99B32E9C-8531-8F42-88AC-648425B4B168}"/>
              </a:ext>
            </a:extLst>
          </p:cNvPr>
          <p:cNvSpPr>
            <a:spLocks noGrp="1"/>
          </p:cNvSpPr>
          <p:nvPr>
            <p:ph type="title" hasCustomPrompt="1"/>
          </p:nvPr>
        </p:nvSpPr>
        <p:spPr bwMode="white">
          <a:xfrm>
            <a:off x="3393370" y="1460563"/>
            <a:ext cx="7988504" cy="4676908"/>
          </a:xfrm>
          <a:prstGeom prst="rect">
            <a:avLst/>
          </a:prstGeom>
        </p:spPr>
        <p:txBody>
          <a:bodyPr anchor="ctr" anchorCtr="0"/>
          <a:lstStyle>
            <a:lvl1pPr marL="0" marR="0" indent="0" algn="l" defTabSz="914400" rtl="0" eaLnBrk="1" fontAlgn="auto" latinLnBrk="0" hangingPunct="1">
              <a:lnSpc>
                <a:spcPct val="100000"/>
              </a:lnSpc>
              <a:spcBef>
                <a:spcPct val="0"/>
              </a:spcBef>
              <a:spcAft>
                <a:spcPts val="0"/>
              </a:spcAft>
              <a:buClrTx/>
              <a:buSzTx/>
              <a:buFontTx/>
              <a:buNone/>
              <a:tabLst/>
              <a:defRPr sz="3600" b="1">
                <a:solidFill>
                  <a:schemeClr val="bg1"/>
                </a:solidFill>
              </a:defRPr>
            </a:lvl1pPr>
          </a:lstStyle>
          <a:p>
            <a:r>
              <a:rPr lang="en-US"/>
              <a:t>Thought slides are 36pt </a:t>
            </a:r>
            <a:br>
              <a:rPr lang="en-US"/>
            </a:br>
            <a:r>
              <a:rPr lang="en-US"/>
              <a:t>Arial Bold sentence case</a:t>
            </a:r>
          </a:p>
        </p:txBody>
      </p:sp>
      <p:sp>
        <p:nvSpPr>
          <p:cNvPr id="30" name="Slide Number Placeholder 5">
            <a:extLst>
              <a:ext uri="{FF2B5EF4-FFF2-40B4-BE49-F238E27FC236}">
                <a16:creationId xmlns:a16="http://schemas.microsoft.com/office/drawing/2014/main" id="{DBE3E6C0-8C36-8B43-957E-48824B0A0BBC}"/>
              </a:ext>
            </a:extLst>
          </p:cNvPr>
          <p:cNvSpPr txBox="1">
            <a:spLocks/>
          </p:cNvSpPr>
          <p:nvPr/>
        </p:nvSpPr>
        <p:spPr bwMode="white">
          <a:xfrm>
            <a:off x="11708455" y="6548145"/>
            <a:ext cx="3678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chemeClr val="bg1"/>
                </a:solidFill>
              </a:rPr>
              <a:t>‹#›</a:t>
            </a:fld>
            <a:endParaRPr lang="en-US" sz="800" b="0">
              <a:solidFill>
                <a:schemeClr val="bg1"/>
              </a:solidFill>
            </a:endParaRPr>
          </a:p>
        </p:txBody>
      </p:sp>
    </p:spTree>
    <p:extLst>
      <p:ext uri="{BB962C8B-B14F-4D97-AF65-F5344CB8AC3E}">
        <p14:creationId xmlns:p14="http://schemas.microsoft.com/office/powerpoint/2010/main" val="181401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Closing - IQVIA">
    <p:bg>
      <p:bgPr>
        <a:gradFill>
          <a:gsLst>
            <a:gs pos="20000">
              <a:schemeClr val="tx1"/>
            </a:gs>
            <a:gs pos="80000">
              <a:srgbClr val="606B71"/>
            </a:gs>
          </a:gsLst>
          <a:lin ang="2700000" scaled="1"/>
        </a:gradFill>
        <a:effectLst/>
      </p:bgPr>
    </p:bg>
    <p:spTree>
      <p:nvGrpSpPr>
        <p:cNvPr id="1" name=""/>
        <p:cNvGrpSpPr/>
        <p:nvPr/>
      </p:nvGrpSpPr>
      <p:grpSpPr>
        <a:xfrm>
          <a:off x="0" y="0"/>
          <a:ext cx="0" cy="0"/>
          <a:chOff x="0" y="0"/>
          <a:chExt cx="0" cy="0"/>
        </a:xfrm>
      </p:grpSpPr>
      <p:sp>
        <p:nvSpPr>
          <p:cNvPr id="60" name="Content Placeholder 2">
            <a:extLst>
              <a:ext uri="{FF2B5EF4-FFF2-40B4-BE49-F238E27FC236}">
                <a16:creationId xmlns:a16="http://schemas.microsoft.com/office/drawing/2014/main" id="{117F4479-AB2F-544F-914C-7C68ABE310F0}"/>
              </a:ext>
            </a:extLst>
          </p:cNvPr>
          <p:cNvSpPr>
            <a:spLocks noGrp="1"/>
          </p:cNvSpPr>
          <p:nvPr>
            <p:ph idx="10" hasCustomPrompt="1"/>
          </p:nvPr>
        </p:nvSpPr>
        <p:spPr>
          <a:xfrm>
            <a:off x="1036859" y="3208148"/>
            <a:ext cx="5588846" cy="2929323"/>
          </a:xfrm>
          <a:prstGeom prst="rect">
            <a:avLst/>
          </a:prstGeom>
        </p:spPr>
        <p:txBody>
          <a:bodyPr/>
          <a:lstStyle>
            <a:lvl1pPr marL="274320" indent="-274320">
              <a:lnSpc>
                <a:spcPct val="100000"/>
              </a:lnSpc>
              <a:spcBef>
                <a:spcPts val="1000"/>
              </a:spcBef>
              <a:defRPr sz="2400">
                <a:solidFill>
                  <a:schemeClr val="bg1"/>
                </a:solidFill>
              </a:defRPr>
            </a:lvl1pPr>
            <a:lvl2pPr marL="548640" indent="-274320">
              <a:lnSpc>
                <a:spcPct val="100000"/>
              </a:lnSpc>
              <a:spcBef>
                <a:spcPts val="800"/>
              </a:spcBef>
              <a:buFont typeface="Arial" panose="020B0604020202020204" pitchFamily="34" charset="0"/>
              <a:buChar char="-"/>
              <a:defRPr sz="2400">
                <a:solidFill>
                  <a:schemeClr val="bg1"/>
                </a:solidFill>
              </a:defRPr>
            </a:lvl2pPr>
            <a:lvl3pPr marL="822960" indent="-274320">
              <a:lnSpc>
                <a:spcPct val="100000"/>
              </a:lnSpc>
              <a:spcBef>
                <a:spcPts val="800"/>
              </a:spcBef>
              <a:buFont typeface="Arial" panose="020B0604020202020204" pitchFamily="34" charset="0"/>
              <a:buChar char="›"/>
              <a:defRPr sz="2400">
                <a:solidFill>
                  <a:schemeClr val="bg1"/>
                </a:solidFill>
              </a:defRPr>
            </a:lvl3pPr>
            <a:lvl4pPr marL="1097280" indent="-274320">
              <a:lnSpc>
                <a:spcPct val="100000"/>
              </a:lnSpc>
              <a:spcBef>
                <a:spcPts val="800"/>
              </a:spcBef>
              <a:buFont typeface="Arial" panose="020B0604020202020204" pitchFamily="34" charset="0"/>
              <a:buChar char="»"/>
              <a:defRPr sz="2400">
                <a:solidFill>
                  <a:schemeClr val="bg1"/>
                </a:solidFill>
              </a:defRPr>
            </a:lvl4pPr>
            <a:lvl5pPr marL="1371600" indent="-274320">
              <a:lnSpc>
                <a:spcPct val="100000"/>
              </a:lnSpc>
              <a:spcBef>
                <a:spcPts val="800"/>
              </a:spcBef>
              <a:buSzPct val="75000"/>
              <a:buFont typeface="Wingdings" panose="05000000000000000000" pitchFamily="2" charset="2"/>
              <a:buChar char="§"/>
              <a:defRPr sz="2400">
                <a:solidFill>
                  <a:schemeClr val="bg1"/>
                </a:solidFill>
              </a:defRPr>
            </a:lvl5pPr>
          </a:lstStyle>
          <a:p>
            <a:pPr lvl="0"/>
            <a:r>
              <a:rPr lang="en-US"/>
              <a:t>Arial 24pt bullet level 1</a:t>
            </a:r>
          </a:p>
          <a:p>
            <a:pPr lvl="1"/>
            <a:r>
              <a:rPr lang="en-US"/>
              <a:t>Arial 24pt bullet level 2</a:t>
            </a:r>
          </a:p>
          <a:p>
            <a:pPr lvl="2"/>
            <a:r>
              <a:rPr lang="en-US"/>
              <a:t>Arial 24pt bullet level 3</a:t>
            </a:r>
          </a:p>
          <a:p>
            <a:pPr lvl="3"/>
            <a:r>
              <a:rPr lang="en-US"/>
              <a:t>Arial 24pt bullet level 4</a:t>
            </a:r>
          </a:p>
          <a:p>
            <a:pPr lvl="4"/>
            <a:r>
              <a:rPr lang="en-US"/>
              <a:t>Arial 24pt bullet level 5</a:t>
            </a: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1034320" y="1795534"/>
            <a:ext cx="7631698" cy="1174627"/>
          </a:xfrm>
          <a:prstGeom prst="rect">
            <a:avLst/>
          </a:prstGeom>
        </p:spPr>
        <p:txBody>
          <a:bodyPr anchor="b" anchorCtr="0"/>
          <a:lstStyle>
            <a:lvl1pPr>
              <a:defRPr sz="3600" b="1">
                <a:solidFill>
                  <a:schemeClr val="bg1"/>
                </a:solidFill>
              </a:defRPr>
            </a:lvl1pPr>
          </a:lstStyle>
          <a:p>
            <a:r>
              <a:rPr lang="en-US"/>
              <a:t>Closing slides are 36pt Arial Bold sentence case</a:t>
            </a:r>
          </a:p>
        </p:txBody>
      </p:sp>
      <p:grpSp>
        <p:nvGrpSpPr>
          <p:cNvPr id="12" name="Group 11">
            <a:extLst>
              <a:ext uri="{FF2B5EF4-FFF2-40B4-BE49-F238E27FC236}">
                <a16:creationId xmlns:a16="http://schemas.microsoft.com/office/drawing/2014/main" id="{C364B443-1067-8D4E-8347-69E3D88570DB}"/>
              </a:ext>
            </a:extLst>
          </p:cNvPr>
          <p:cNvGrpSpPr/>
          <p:nvPr/>
        </p:nvGrpSpPr>
        <p:grpSpPr>
          <a:xfrm>
            <a:off x="7036244" y="2752016"/>
            <a:ext cx="5155756" cy="3703320"/>
            <a:chOff x="7036244" y="2752016"/>
            <a:chExt cx="5155756" cy="3703320"/>
          </a:xfrm>
          <a:solidFill>
            <a:schemeClr val="accent1"/>
          </a:solidFill>
        </p:grpSpPr>
        <p:sp>
          <p:nvSpPr>
            <p:cNvPr id="13" name="Freeform 12">
              <a:extLst>
                <a:ext uri="{FF2B5EF4-FFF2-40B4-BE49-F238E27FC236}">
                  <a16:creationId xmlns:a16="http://schemas.microsoft.com/office/drawing/2014/main" id="{E23B4D94-914D-6A47-AF73-BDD6ABF78CB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14" name="Freeform 13">
              <a:extLst>
                <a:ext uri="{FF2B5EF4-FFF2-40B4-BE49-F238E27FC236}">
                  <a16:creationId xmlns:a16="http://schemas.microsoft.com/office/drawing/2014/main" id="{E941EA1A-7BCD-E547-9195-3AF3CBAB9DED}"/>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a:p>
          </p:txBody>
        </p:sp>
        <p:sp>
          <p:nvSpPr>
            <p:cNvPr id="15" name="Freeform 14">
              <a:extLst>
                <a:ext uri="{FF2B5EF4-FFF2-40B4-BE49-F238E27FC236}">
                  <a16:creationId xmlns:a16="http://schemas.microsoft.com/office/drawing/2014/main" id="{09BF4E84-D8C8-3340-8821-E170F38BCB95}"/>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16" name="Freeform 15">
              <a:extLst>
                <a:ext uri="{FF2B5EF4-FFF2-40B4-BE49-F238E27FC236}">
                  <a16:creationId xmlns:a16="http://schemas.microsoft.com/office/drawing/2014/main" id="{04358390-5EFC-484C-9E81-E6E1DFD520E7}"/>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grpSp>
      <p:pic>
        <p:nvPicPr>
          <p:cNvPr id="11" name="Graphic 10">
            <a:extLst>
              <a:ext uri="{FF2B5EF4-FFF2-40B4-BE49-F238E27FC236}">
                <a16:creationId xmlns:a16="http://schemas.microsoft.com/office/drawing/2014/main" id="{29E62D4C-ACB0-644F-9042-ADF3C890FE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99917" y="735457"/>
            <a:ext cx="2247900" cy="406400"/>
          </a:xfrm>
          <a:prstGeom prst="rect">
            <a:avLst/>
          </a:prstGeom>
        </p:spPr>
      </p:pic>
    </p:spTree>
    <p:extLst>
      <p:ext uri="{BB962C8B-B14F-4D97-AF65-F5344CB8AC3E}">
        <p14:creationId xmlns:p14="http://schemas.microsoft.com/office/powerpoint/2010/main" val="3702847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29" Type="http://schemas.openxmlformats.org/officeDocument/2006/relationships/tags" Target="../tags/tag3.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theme" Target="../theme/theme2.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31" Type="http://schemas.openxmlformats.org/officeDocument/2006/relationships/image" Target="../media/image1.emf"/><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oleObject" Target="../embeddings/oleObject2.bin"/></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18" Type="http://schemas.openxmlformats.org/officeDocument/2006/relationships/slideLayout" Target="../slideLayouts/slideLayout72.xml"/><Relationship Id="rId26" Type="http://schemas.openxmlformats.org/officeDocument/2006/relationships/slideLayout" Target="../slideLayouts/slideLayout80.xml"/><Relationship Id="rId3" Type="http://schemas.openxmlformats.org/officeDocument/2006/relationships/slideLayout" Target="../slideLayouts/slideLayout57.xml"/><Relationship Id="rId21" Type="http://schemas.openxmlformats.org/officeDocument/2006/relationships/slideLayout" Target="../slideLayouts/slideLayout75.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5" Type="http://schemas.openxmlformats.org/officeDocument/2006/relationships/slideLayout" Target="../slideLayouts/slideLayout79.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20" Type="http://schemas.openxmlformats.org/officeDocument/2006/relationships/slideLayout" Target="../slideLayouts/slideLayout74.xml"/><Relationship Id="rId29" Type="http://schemas.openxmlformats.org/officeDocument/2006/relationships/tags" Target="../tags/tag4.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24" Type="http://schemas.openxmlformats.org/officeDocument/2006/relationships/slideLayout" Target="../slideLayouts/slideLayout78.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23" Type="http://schemas.openxmlformats.org/officeDocument/2006/relationships/slideLayout" Target="../slideLayouts/slideLayout77.xml"/><Relationship Id="rId28" Type="http://schemas.openxmlformats.org/officeDocument/2006/relationships/theme" Target="../theme/theme3.xml"/><Relationship Id="rId10" Type="http://schemas.openxmlformats.org/officeDocument/2006/relationships/slideLayout" Target="../slideLayouts/slideLayout64.xml"/><Relationship Id="rId19" Type="http://schemas.openxmlformats.org/officeDocument/2006/relationships/slideLayout" Target="../slideLayouts/slideLayout73.xml"/><Relationship Id="rId31" Type="http://schemas.openxmlformats.org/officeDocument/2006/relationships/image" Target="../media/image19.emf"/><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 Id="rId22" Type="http://schemas.openxmlformats.org/officeDocument/2006/relationships/slideLayout" Target="../slideLayouts/slideLayout76.xml"/><Relationship Id="rId27" Type="http://schemas.openxmlformats.org/officeDocument/2006/relationships/slideLayout" Target="../slideLayouts/slideLayout81.xml"/><Relationship Id="rId30" Type="http://schemas.openxmlformats.org/officeDocument/2006/relationships/oleObject" Target="../embeddings/oleObject3.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807869EF-925F-4153-B463-BF80CD61DF19}"/>
              </a:ext>
            </a:extLst>
          </p:cNvPr>
          <p:cNvGraphicFramePr>
            <a:graphicFrameLocks noChangeAspect="1"/>
          </p:cNvGraphicFramePr>
          <p:nvPr userDrawn="1">
            <p:custDataLst>
              <p:tags r:id="rId29"/>
            </p:custDataLst>
            <p:extLst>
              <p:ext uri="{D42A27DB-BD31-4B8C-83A1-F6EECF244321}">
                <p14:modId xmlns:p14="http://schemas.microsoft.com/office/powerpoint/2010/main" val="30008044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0" imgW="395" imgH="396" progId="TCLayout.ActiveDocument.1">
                  <p:embed/>
                </p:oleObj>
              </mc:Choice>
              <mc:Fallback>
                <p:oleObj name="think-cell Slide" r:id="rId30" imgW="395" imgH="396" progId="TCLayout.ActiveDocument.1">
                  <p:embed/>
                  <p:pic>
                    <p:nvPicPr>
                      <p:cNvPr id="2" name="Object 1" hidden="1">
                        <a:extLst>
                          <a:ext uri="{FF2B5EF4-FFF2-40B4-BE49-F238E27FC236}">
                            <a16:creationId xmlns:a16="http://schemas.microsoft.com/office/drawing/2014/main" id="{807869EF-925F-4153-B463-BF80CD61DF19}"/>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bwMode="gray">
          <a:xfrm>
            <a:off x="384694" y="6387858"/>
            <a:ext cx="929030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dirty="0"/>
          </a:p>
        </p:txBody>
      </p:sp>
      <p:sp>
        <p:nvSpPr>
          <p:cNvPr id="44" name="TextBox 43">
            <a:extLst>
              <a:ext uri="{FF2B5EF4-FFF2-40B4-BE49-F238E27FC236}">
                <a16:creationId xmlns:a16="http://schemas.microsoft.com/office/drawing/2014/main" id="{3CC58985-6F6A-8540-ABC2-450EF4A8FB42}"/>
              </a:ext>
            </a:extLst>
          </p:cNvPr>
          <p:cNvSpPr txBox="1"/>
          <p:nvPr/>
        </p:nvSpPr>
        <p:spPr bwMode="black">
          <a:xfrm>
            <a:off x="6096000" y="6858000"/>
            <a:ext cx="6096001" cy="276999"/>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b="1" i="0" u="none" strike="noStrike" kern="1200" dirty="0">
                <a:solidFill>
                  <a:schemeClr val="bg1">
                    <a:lumMod val="50000"/>
                  </a:schemeClr>
                </a:solidFill>
                <a:effectLst/>
                <a:latin typeface="+mn-lt"/>
                <a:ea typeface="+mn-ea"/>
                <a:cs typeface="+mn-cs"/>
              </a:rPr>
              <a:t>IQVIA Template (V2.1.0)</a:t>
            </a:r>
            <a:endParaRPr lang="en-US" sz="1000" kern="1200" dirty="0">
              <a:solidFill>
                <a:schemeClr val="bg1">
                  <a:lumMod val="50000"/>
                </a:schemeClr>
              </a:solidFill>
              <a:latin typeface="+mn-lt"/>
              <a:ea typeface="Arial" charset="0"/>
              <a:cs typeface="Arial" charset="0"/>
            </a:endParaRPr>
          </a:p>
        </p:txBody>
      </p:sp>
      <p:grpSp>
        <p:nvGrpSpPr>
          <p:cNvPr id="4" name="Group 3">
            <a:extLst>
              <a:ext uri="{FF2B5EF4-FFF2-40B4-BE49-F238E27FC236}">
                <a16:creationId xmlns:a16="http://schemas.microsoft.com/office/drawing/2014/main" id="{B907A176-04FF-4600-9428-258A4B331C28}"/>
              </a:ext>
            </a:extLst>
          </p:cNvPr>
          <p:cNvGrpSpPr/>
          <p:nvPr userDrawn="1"/>
        </p:nvGrpSpPr>
        <p:grpSpPr>
          <a:xfrm>
            <a:off x="12308084" y="0"/>
            <a:ext cx="851744" cy="3047787"/>
            <a:chOff x="12233656" y="25480"/>
            <a:chExt cx="851744" cy="3047787"/>
          </a:xfrm>
        </p:grpSpPr>
        <p:sp>
          <p:nvSpPr>
            <p:cNvPr id="46" name="Rectangle 45">
              <a:extLst>
                <a:ext uri="{FF2B5EF4-FFF2-40B4-BE49-F238E27FC236}">
                  <a16:creationId xmlns:a16="http://schemas.microsoft.com/office/drawing/2014/main" id="{B6790172-6CDB-486B-8C9C-5719F944A1E5}"/>
                </a:ext>
              </a:extLst>
            </p:cNvPr>
            <p:cNvSpPr/>
            <p:nvPr/>
          </p:nvSpPr>
          <p:spPr bwMode="gray">
            <a:xfrm>
              <a:off x="12233656" y="2584077"/>
              <a:ext cx="187184" cy="1871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47" name="Rectangle 46">
              <a:extLst>
                <a:ext uri="{FF2B5EF4-FFF2-40B4-BE49-F238E27FC236}">
                  <a16:creationId xmlns:a16="http://schemas.microsoft.com/office/drawing/2014/main" id="{E34110EB-1D9F-40AA-85D6-0DCE03E31FF6}"/>
                </a:ext>
              </a:extLst>
            </p:cNvPr>
            <p:cNvSpPr/>
            <p:nvPr/>
          </p:nvSpPr>
          <p:spPr bwMode="gray">
            <a:xfrm>
              <a:off x="12676696" y="2584077"/>
              <a:ext cx="187184" cy="187184"/>
            </a:xfrm>
            <a:prstGeom prst="rect">
              <a:avLst/>
            </a:prstGeom>
            <a:solidFill>
              <a:srgbClr val="606B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48" name="Rectangle 47">
              <a:extLst>
                <a:ext uri="{FF2B5EF4-FFF2-40B4-BE49-F238E27FC236}">
                  <a16:creationId xmlns:a16="http://schemas.microsoft.com/office/drawing/2014/main" id="{84C9A453-AE8F-4383-BD8F-32DA97D7AAF2}"/>
                </a:ext>
              </a:extLst>
            </p:cNvPr>
            <p:cNvSpPr/>
            <p:nvPr/>
          </p:nvSpPr>
          <p:spPr bwMode="gray">
            <a:xfrm>
              <a:off x="12898215" y="2584077"/>
              <a:ext cx="187184" cy="187184"/>
            </a:xfrm>
            <a:prstGeom prst="rect">
              <a:avLst/>
            </a:prstGeom>
            <a:solidFill>
              <a:srgbClr val="CACE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49" name="Rectangle 48">
              <a:extLst>
                <a:ext uri="{FF2B5EF4-FFF2-40B4-BE49-F238E27FC236}">
                  <a16:creationId xmlns:a16="http://schemas.microsoft.com/office/drawing/2014/main" id="{9E0FF7AE-5FC0-4FE9-B824-B5FD9D591486}"/>
                </a:ext>
              </a:extLst>
            </p:cNvPr>
            <p:cNvSpPr/>
            <p:nvPr/>
          </p:nvSpPr>
          <p:spPr bwMode="gray">
            <a:xfrm>
              <a:off x="12455176" y="2584077"/>
              <a:ext cx="187184" cy="187184"/>
            </a:xfrm>
            <a:prstGeom prst="rect">
              <a:avLst/>
            </a:prstGeom>
            <a:solidFill>
              <a:srgbClr val="959C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50" name="Rectangle 49">
              <a:extLst>
                <a:ext uri="{FF2B5EF4-FFF2-40B4-BE49-F238E27FC236}">
                  <a16:creationId xmlns:a16="http://schemas.microsoft.com/office/drawing/2014/main" id="{F0DA3666-914B-4B70-9285-AC745AC36DD8}"/>
                </a:ext>
              </a:extLst>
            </p:cNvPr>
            <p:cNvSpPr/>
            <p:nvPr/>
          </p:nvSpPr>
          <p:spPr bwMode="gray">
            <a:xfrm>
              <a:off x="12233656" y="1976453"/>
              <a:ext cx="187184" cy="187184"/>
            </a:xfrm>
            <a:prstGeom prst="rect">
              <a:avLst/>
            </a:prstGeom>
            <a:solidFill>
              <a:srgbClr val="8300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51" name="Rectangle 50">
              <a:extLst>
                <a:ext uri="{FF2B5EF4-FFF2-40B4-BE49-F238E27FC236}">
                  <a16:creationId xmlns:a16="http://schemas.microsoft.com/office/drawing/2014/main" id="{B5BBD6E4-2C3A-4BDE-91DF-83D595CE5D83}"/>
                </a:ext>
              </a:extLst>
            </p:cNvPr>
            <p:cNvSpPr/>
            <p:nvPr/>
          </p:nvSpPr>
          <p:spPr bwMode="gray">
            <a:xfrm>
              <a:off x="12233656" y="2282071"/>
              <a:ext cx="187184" cy="187184"/>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52" name="Rectangle 51">
              <a:extLst>
                <a:ext uri="{FF2B5EF4-FFF2-40B4-BE49-F238E27FC236}">
                  <a16:creationId xmlns:a16="http://schemas.microsoft.com/office/drawing/2014/main" id="{1EA34AC5-EFC7-4238-82A2-6B301C2DDE12}"/>
                </a:ext>
              </a:extLst>
            </p:cNvPr>
            <p:cNvSpPr/>
            <p:nvPr/>
          </p:nvSpPr>
          <p:spPr bwMode="gray">
            <a:xfrm>
              <a:off x="12455176" y="1976453"/>
              <a:ext cx="187184" cy="187184"/>
            </a:xfrm>
            <a:prstGeom prst="rect">
              <a:avLst/>
            </a:prstGeom>
            <a:solidFill>
              <a:srgbClr val="C17F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53" name="Rectangle 52">
              <a:extLst>
                <a:ext uri="{FF2B5EF4-FFF2-40B4-BE49-F238E27FC236}">
                  <a16:creationId xmlns:a16="http://schemas.microsoft.com/office/drawing/2014/main" id="{9C959C79-B003-4C43-BB55-D824D8433590}"/>
                </a:ext>
              </a:extLst>
            </p:cNvPr>
            <p:cNvSpPr/>
            <p:nvPr/>
          </p:nvSpPr>
          <p:spPr bwMode="gray">
            <a:xfrm>
              <a:off x="12676696" y="1976453"/>
              <a:ext cx="187184" cy="187184"/>
            </a:xfrm>
            <a:prstGeom prst="rect">
              <a:avLst/>
            </a:prstGeom>
            <a:solidFill>
              <a:srgbClr val="A24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54" name="Rectangle 53">
              <a:extLst>
                <a:ext uri="{FF2B5EF4-FFF2-40B4-BE49-F238E27FC236}">
                  <a16:creationId xmlns:a16="http://schemas.microsoft.com/office/drawing/2014/main" id="{2E2F109A-F3DB-4DF0-AE2F-90C6EA4CAB56}"/>
                </a:ext>
              </a:extLst>
            </p:cNvPr>
            <p:cNvSpPr/>
            <p:nvPr/>
          </p:nvSpPr>
          <p:spPr bwMode="gray">
            <a:xfrm>
              <a:off x="12898216" y="1976453"/>
              <a:ext cx="187184" cy="187184"/>
            </a:xfrm>
            <a:prstGeom prst="rect">
              <a:avLst/>
            </a:prstGeom>
            <a:solidFill>
              <a:srgbClr val="E0BF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55" name="TextBox 54">
              <a:extLst>
                <a:ext uri="{FF2B5EF4-FFF2-40B4-BE49-F238E27FC236}">
                  <a16:creationId xmlns:a16="http://schemas.microsoft.com/office/drawing/2014/main" id="{3A61E298-EB0A-4E17-BD09-A9BCC2649A12}"/>
                </a:ext>
              </a:extLst>
            </p:cNvPr>
            <p:cNvSpPr txBox="1"/>
            <p:nvPr/>
          </p:nvSpPr>
          <p:spPr>
            <a:xfrm>
              <a:off x="12233656" y="25480"/>
              <a:ext cx="851744" cy="184666"/>
            </a:xfrm>
            <a:prstGeom prst="rect">
              <a:avLst/>
            </a:prstGeom>
            <a:noFill/>
          </p:spPr>
          <p:txBody>
            <a:bodyPr wrap="square" lIns="0" rIns="0" rtlCol="0">
              <a:spAutoFit/>
            </a:bodyPr>
            <a:lstStyle/>
            <a:p>
              <a:pPr algn="ctr"/>
              <a:r>
                <a:rPr lang="en-US" sz="600" dirty="0">
                  <a:solidFill>
                    <a:schemeClr val="tx1"/>
                  </a:solidFill>
                </a:rPr>
                <a:t>100%  50%   75%   25%</a:t>
              </a:r>
            </a:p>
          </p:txBody>
        </p:sp>
        <p:sp>
          <p:nvSpPr>
            <p:cNvPr id="56" name="Rectangle 55">
              <a:extLst>
                <a:ext uri="{FF2B5EF4-FFF2-40B4-BE49-F238E27FC236}">
                  <a16:creationId xmlns:a16="http://schemas.microsoft.com/office/drawing/2014/main" id="{4705AA33-EE2E-4E4E-B109-36E236936840}"/>
                </a:ext>
              </a:extLst>
            </p:cNvPr>
            <p:cNvSpPr/>
            <p:nvPr/>
          </p:nvSpPr>
          <p:spPr bwMode="gray">
            <a:xfrm>
              <a:off x="12233656" y="2886083"/>
              <a:ext cx="187184" cy="187184"/>
            </a:xfrm>
            <a:prstGeom prst="rect">
              <a:avLst/>
            </a:prstGeom>
            <a:solidFill>
              <a:srgbClr val="F4F4F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58" name="Rectangle 57">
              <a:extLst>
                <a:ext uri="{FF2B5EF4-FFF2-40B4-BE49-F238E27FC236}">
                  <a16:creationId xmlns:a16="http://schemas.microsoft.com/office/drawing/2014/main" id="{5EEC58DC-2F2B-4BE2-B67F-07B125678C34}"/>
                </a:ext>
              </a:extLst>
            </p:cNvPr>
            <p:cNvSpPr/>
            <p:nvPr userDrawn="1"/>
          </p:nvSpPr>
          <p:spPr bwMode="gray">
            <a:xfrm>
              <a:off x="12233656" y="1765158"/>
              <a:ext cx="187184" cy="187184"/>
            </a:xfrm>
            <a:prstGeom prst="rect">
              <a:avLst/>
            </a:prstGeom>
            <a:solidFill>
              <a:srgbClr val="C627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59" name="Rectangle 58">
              <a:extLst>
                <a:ext uri="{FF2B5EF4-FFF2-40B4-BE49-F238E27FC236}">
                  <a16:creationId xmlns:a16="http://schemas.microsoft.com/office/drawing/2014/main" id="{8549ADF4-EEA9-43D1-8A2A-133C45DB1862}"/>
                </a:ext>
              </a:extLst>
            </p:cNvPr>
            <p:cNvSpPr/>
            <p:nvPr userDrawn="1"/>
          </p:nvSpPr>
          <p:spPr bwMode="gray">
            <a:xfrm>
              <a:off x="12455176" y="1765158"/>
              <a:ext cx="187184" cy="187184"/>
            </a:xfrm>
            <a:prstGeom prst="rect">
              <a:avLst/>
            </a:prstGeom>
            <a:solidFill>
              <a:srgbClr val="E99E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60" name="Rectangle 59">
              <a:extLst>
                <a:ext uri="{FF2B5EF4-FFF2-40B4-BE49-F238E27FC236}">
                  <a16:creationId xmlns:a16="http://schemas.microsoft.com/office/drawing/2014/main" id="{30543385-700D-4FD3-9403-942A7816AFF3}"/>
                </a:ext>
              </a:extLst>
            </p:cNvPr>
            <p:cNvSpPr/>
            <p:nvPr userDrawn="1"/>
          </p:nvSpPr>
          <p:spPr bwMode="gray">
            <a:xfrm>
              <a:off x="12676696" y="1765158"/>
              <a:ext cx="187184" cy="187184"/>
            </a:xfrm>
            <a:prstGeom prst="rect">
              <a:avLst/>
            </a:prstGeom>
            <a:solidFill>
              <a:srgbClr val="DB6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61" name="Rectangle 60">
              <a:extLst>
                <a:ext uri="{FF2B5EF4-FFF2-40B4-BE49-F238E27FC236}">
                  <a16:creationId xmlns:a16="http://schemas.microsoft.com/office/drawing/2014/main" id="{53C64855-B6D7-406E-A904-38AA3CAC33D1}"/>
                </a:ext>
              </a:extLst>
            </p:cNvPr>
            <p:cNvSpPr/>
            <p:nvPr userDrawn="1"/>
          </p:nvSpPr>
          <p:spPr bwMode="gray">
            <a:xfrm>
              <a:off x="12898216" y="1765158"/>
              <a:ext cx="187184" cy="187184"/>
            </a:xfrm>
            <a:prstGeom prst="rect">
              <a:avLst/>
            </a:prstGeom>
            <a:solidFill>
              <a:srgbClr val="F5C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74" name="Rectangle 73">
              <a:extLst>
                <a:ext uri="{FF2B5EF4-FFF2-40B4-BE49-F238E27FC236}">
                  <a16:creationId xmlns:a16="http://schemas.microsoft.com/office/drawing/2014/main" id="{F1671D4E-C545-4A51-AD54-465B655DA739}"/>
                </a:ext>
              </a:extLst>
            </p:cNvPr>
            <p:cNvSpPr/>
            <p:nvPr/>
          </p:nvSpPr>
          <p:spPr bwMode="gray">
            <a:xfrm>
              <a:off x="12455176" y="222423"/>
              <a:ext cx="187184" cy="187184"/>
            </a:xfrm>
            <a:prstGeom prst="rect">
              <a:avLst/>
            </a:prstGeom>
            <a:solidFill>
              <a:srgbClr val="7FD1E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75" name="Rectangle 74">
              <a:extLst>
                <a:ext uri="{FF2B5EF4-FFF2-40B4-BE49-F238E27FC236}">
                  <a16:creationId xmlns:a16="http://schemas.microsoft.com/office/drawing/2014/main" id="{2B621816-B34D-4C96-B96F-5C715C45829B}"/>
                </a:ext>
              </a:extLst>
            </p:cNvPr>
            <p:cNvSpPr/>
            <p:nvPr/>
          </p:nvSpPr>
          <p:spPr bwMode="gray">
            <a:xfrm>
              <a:off x="12455176" y="443728"/>
              <a:ext cx="187184" cy="187184"/>
            </a:xfrm>
            <a:prstGeom prst="rect">
              <a:avLst/>
            </a:prstGeom>
            <a:solidFill>
              <a:srgbClr val="7FAA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76" name="Rectangle 75">
              <a:extLst>
                <a:ext uri="{FF2B5EF4-FFF2-40B4-BE49-F238E27FC236}">
                  <a16:creationId xmlns:a16="http://schemas.microsoft.com/office/drawing/2014/main" id="{657F5CE8-B34F-444C-9F30-C4849266D875}"/>
                </a:ext>
              </a:extLst>
            </p:cNvPr>
            <p:cNvSpPr/>
            <p:nvPr/>
          </p:nvSpPr>
          <p:spPr bwMode="gray">
            <a:xfrm>
              <a:off x="12676695" y="222423"/>
              <a:ext cx="187184" cy="187184"/>
            </a:xfrm>
            <a:prstGeom prst="rect">
              <a:avLst/>
            </a:prstGeom>
            <a:solidFill>
              <a:srgbClr val="40BAE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77" name="Rectangle 76">
              <a:extLst>
                <a:ext uri="{FF2B5EF4-FFF2-40B4-BE49-F238E27FC236}">
                  <a16:creationId xmlns:a16="http://schemas.microsoft.com/office/drawing/2014/main" id="{03D284D6-CF6C-4BFC-8BAA-4E3DEFF9F379}"/>
                </a:ext>
              </a:extLst>
            </p:cNvPr>
            <p:cNvSpPr/>
            <p:nvPr/>
          </p:nvSpPr>
          <p:spPr bwMode="gray">
            <a:xfrm>
              <a:off x="12676695" y="443728"/>
              <a:ext cx="187184" cy="187184"/>
            </a:xfrm>
            <a:prstGeom prst="rect">
              <a:avLst/>
            </a:prstGeom>
            <a:solidFill>
              <a:srgbClr val="4080A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78" name="Rectangle 77">
              <a:extLst>
                <a:ext uri="{FF2B5EF4-FFF2-40B4-BE49-F238E27FC236}">
                  <a16:creationId xmlns:a16="http://schemas.microsoft.com/office/drawing/2014/main" id="{F2017C50-180E-4CF0-9C26-E8CEE97041A3}"/>
                </a:ext>
              </a:extLst>
            </p:cNvPr>
            <p:cNvSpPr/>
            <p:nvPr/>
          </p:nvSpPr>
          <p:spPr bwMode="gray">
            <a:xfrm>
              <a:off x="12898215" y="222423"/>
              <a:ext cx="187184" cy="187184"/>
            </a:xfrm>
            <a:prstGeom prst="rect">
              <a:avLst/>
            </a:prstGeom>
            <a:solidFill>
              <a:srgbClr val="BFE8F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79" name="Rectangle 78">
              <a:extLst>
                <a:ext uri="{FF2B5EF4-FFF2-40B4-BE49-F238E27FC236}">
                  <a16:creationId xmlns:a16="http://schemas.microsoft.com/office/drawing/2014/main" id="{B85309A6-0A06-430D-BC25-9F084A978BC1}"/>
                </a:ext>
              </a:extLst>
            </p:cNvPr>
            <p:cNvSpPr/>
            <p:nvPr/>
          </p:nvSpPr>
          <p:spPr bwMode="gray">
            <a:xfrm>
              <a:off x="12898215" y="443728"/>
              <a:ext cx="187184" cy="187184"/>
            </a:xfrm>
            <a:prstGeom prst="rect">
              <a:avLst/>
            </a:prstGeom>
            <a:solidFill>
              <a:srgbClr val="BFD4E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80" name="Rectangle 79">
              <a:extLst>
                <a:ext uri="{FF2B5EF4-FFF2-40B4-BE49-F238E27FC236}">
                  <a16:creationId xmlns:a16="http://schemas.microsoft.com/office/drawing/2014/main" id="{602F1061-646D-4F4A-BF71-63529009C779}"/>
                </a:ext>
              </a:extLst>
            </p:cNvPr>
            <p:cNvSpPr/>
            <p:nvPr/>
          </p:nvSpPr>
          <p:spPr bwMode="gray">
            <a:xfrm>
              <a:off x="12233656" y="666550"/>
              <a:ext cx="187184" cy="187184"/>
            </a:xfrm>
            <a:prstGeom prst="rect">
              <a:avLst/>
            </a:prstGeom>
            <a:solidFill>
              <a:srgbClr val="43B0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81" name="Rectangle 80">
              <a:extLst>
                <a:ext uri="{FF2B5EF4-FFF2-40B4-BE49-F238E27FC236}">
                  <a16:creationId xmlns:a16="http://schemas.microsoft.com/office/drawing/2014/main" id="{C0E5BBAC-94C9-4F7F-9287-47DCDACCDED5}"/>
                </a:ext>
              </a:extLst>
            </p:cNvPr>
            <p:cNvSpPr/>
            <p:nvPr/>
          </p:nvSpPr>
          <p:spPr bwMode="gray">
            <a:xfrm>
              <a:off x="12455176" y="1329200"/>
              <a:ext cx="187184" cy="187184"/>
            </a:xfrm>
            <a:prstGeom prst="rect">
              <a:avLst/>
            </a:prstGeom>
            <a:solidFill>
              <a:srgbClr val="F7D9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82" name="Rectangle 81">
              <a:extLst>
                <a:ext uri="{FF2B5EF4-FFF2-40B4-BE49-F238E27FC236}">
                  <a16:creationId xmlns:a16="http://schemas.microsoft.com/office/drawing/2014/main" id="{8D882D5B-CA7B-4921-A5C7-C2A02ADC6E9E}"/>
                </a:ext>
              </a:extLst>
            </p:cNvPr>
            <p:cNvSpPr/>
            <p:nvPr/>
          </p:nvSpPr>
          <p:spPr bwMode="gray">
            <a:xfrm>
              <a:off x="12676695" y="1329200"/>
              <a:ext cx="187184" cy="187184"/>
            </a:xfrm>
            <a:prstGeom prst="rect">
              <a:avLst/>
            </a:prstGeom>
            <a:solidFill>
              <a:srgbClr val="F4C6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83" name="Rectangle 82">
              <a:extLst>
                <a:ext uri="{FF2B5EF4-FFF2-40B4-BE49-F238E27FC236}">
                  <a16:creationId xmlns:a16="http://schemas.microsoft.com/office/drawing/2014/main" id="{B9E1E4DF-D2F6-452C-B668-F445C5207AE8}"/>
                </a:ext>
              </a:extLst>
            </p:cNvPr>
            <p:cNvSpPr/>
            <p:nvPr/>
          </p:nvSpPr>
          <p:spPr bwMode="gray">
            <a:xfrm>
              <a:off x="12898215" y="1329200"/>
              <a:ext cx="187184" cy="187184"/>
            </a:xfrm>
            <a:prstGeom prst="rect">
              <a:avLst/>
            </a:prstGeom>
            <a:solidFill>
              <a:srgbClr val="FBEC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84" name="Rectangle 83">
              <a:extLst>
                <a:ext uri="{FF2B5EF4-FFF2-40B4-BE49-F238E27FC236}">
                  <a16:creationId xmlns:a16="http://schemas.microsoft.com/office/drawing/2014/main" id="{B817B419-0520-447A-99C5-2445CD25CBC7}"/>
                </a:ext>
              </a:extLst>
            </p:cNvPr>
            <p:cNvSpPr/>
            <p:nvPr/>
          </p:nvSpPr>
          <p:spPr bwMode="gray">
            <a:xfrm>
              <a:off x="12233656" y="445182"/>
              <a:ext cx="187184" cy="187184"/>
            </a:xfrm>
            <a:prstGeom prst="rect">
              <a:avLst/>
            </a:prstGeom>
            <a:solidFill>
              <a:srgbClr val="0055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85" name="Rectangle 84">
              <a:extLst>
                <a:ext uri="{FF2B5EF4-FFF2-40B4-BE49-F238E27FC236}">
                  <a16:creationId xmlns:a16="http://schemas.microsoft.com/office/drawing/2014/main" id="{EAAAD1C3-AC65-4E7F-95B0-0904DA748A91}"/>
                </a:ext>
              </a:extLst>
            </p:cNvPr>
            <p:cNvSpPr/>
            <p:nvPr/>
          </p:nvSpPr>
          <p:spPr bwMode="gray">
            <a:xfrm>
              <a:off x="12455176" y="1550568"/>
              <a:ext cx="187184" cy="187184"/>
            </a:xfrm>
            <a:prstGeom prst="rect">
              <a:avLst/>
            </a:prstGeom>
            <a:solidFill>
              <a:srgbClr val="FEC48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86" name="Rectangle 85">
              <a:extLst>
                <a:ext uri="{FF2B5EF4-FFF2-40B4-BE49-F238E27FC236}">
                  <a16:creationId xmlns:a16="http://schemas.microsoft.com/office/drawing/2014/main" id="{93E25F0A-706F-4DD8-A3DC-8BA19EF80FF9}"/>
                </a:ext>
              </a:extLst>
            </p:cNvPr>
            <p:cNvSpPr/>
            <p:nvPr/>
          </p:nvSpPr>
          <p:spPr bwMode="gray">
            <a:xfrm>
              <a:off x="12676695" y="1550568"/>
              <a:ext cx="187184" cy="187184"/>
            </a:xfrm>
            <a:prstGeom prst="rect">
              <a:avLst/>
            </a:prstGeom>
            <a:solidFill>
              <a:srgbClr val="FEA74D"/>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87" name="Rectangle 86">
              <a:extLst>
                <a:ext uri="{FF2B5EF4-FFF2-40B4-BE49-F238E27FC236}">
                  <a16:creationId xmlns:a16="http://schemas.microsoft.com/office/drawing/2014/main" id="{9F5CD6E0-1E3E-40C5-A52C-E38D01328967}"/>
                </a:ext>
              </a:extLst>
            </p:cNvPr>
            <p:cNvSpPr/>
            <p:nvPr/>
          </p:nvSpPr>
          <p:spPr bwMode="gray">
            <a:xfrm>
              <a:off x="12898215" y="1550568"/>
              <a:ext cx="187184" cy="187184"/>
            </a:xfrm>
            <a:prstGeom prst="rect">
              <a:avLst/>
            </a:prstGeom>
            <a:solidFill>
              <a:srgbClr val="FFE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88" name="Rectangle 87">
              <a:extLst>
                <a:ext uri="{FF2B5EF4-FFF2-40B4-BE49-F238E27FC236}">
                  <a16:creationId xmlns:a16="http://schemas.microsoft.com/office/drawing/2014/main" id="{7F4C58CC-4DF8-4296-B3D0-140D4877D04D}"/>
                </a:ext>
              </a:extLst>
            </p:cNvPr>
            <p:cNvSpPr/>
            <p:nvPr/>
          </p:nvSpPr>
          <p:spPr bwMode="gray">
            <a:xfrm>
              <a:off x="12233656" y="222423"/>
              <a:ext cx="187184" cy="187184"/>
            </a:xfrm>
            <a:prstGeom prst="rect">
              <a:avLst/>
            </a:prstGeom>
            <a:solidFill>
              <a:srgbClr val="00A3E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89" name="Rectangle 88">
              <a:extLst>
                <a:ext uri="{FF2B5EF4-FFF2-40B4-BE49-F238E27FC236}">
                  <a16:creationId xmlns:a16="http://schemas.microsoft.com/office/drawing/2014/main" id="{8A8BD596-AF6E-430B-BB6B-EABDF5AEDD8E}"/>
                </a:ext>
              </a:extLst>
            </p:cNvPr>
            <p:cNvSpPr/>
            <p:nvPr/>
          </p:nvSpPr>
          <p:spPr bwMode="gray">
            <a:xfrm>
              <a:off x="12455176" y="1106378"/>
              <a:ext cx="187184" cy="187184"/>
            </a:xfrm>
            <a:prstGeom prst="rect">
              <a:avLst/>
            </a:prstGeom>
            <a:solidFill>
              <a:srgbClr val="7FD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0" name="Rectangle 89">
              <a:extLst>
                <a:ext uri="{FF2B5EF4-FFF2-40B4-BE49-F238E27FC236}">
                  <a16:creationId xmlns:a16="http://schemas.microsoft.com/office/drawing/2014/main" id="{831B3C34-B7AB-4090-8ECF-586A4E0A931D}"/>
                </a:ext>
              </a:extLst>
            </p:cNvPr>
            <p:cNvSpPr/>
            <p:nvPr/>
          </p:nvSpPr>
          <p:spPr bwMode="gray">
            <a:xfrm>
              <a:off x="12676695" y="1106378"/>
              <a:ext cx="187184" cy="187184"/>
            </a:xfrm>
            <a:prstGeom prst="rect">
              <a:avLst/>
            </a:prstGeom>
            <a:solidFill>
              <a:srgbClr val="40CFC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1" name="Rectangle 90">
              <a:extLst>
                <a:ext uri="{FF2B5EF4-FFF2-40B4-BE49-F238E27FC236}">
                  <a16:creationId xmlns:a16="http://schemas.microsoft.com/office/drawing/2014/main" id="{9BC3DFDA-BB56-4A0D-A846-DFCB8EF88D81}"/>
                </a:ext>
              </a:extLst>
            </p:cNvPr>
            <p:cNvSpPr/>
            <p:nvPr/>
          </p:nvSpPr>
          <p:spPr bwMode="gray">
            <a:xfrm>
              <a:off x="12898215" y="1106378"/>
              <a:ext cx="187184" cy="187184"/>
            </a:xfrm>
            <a:prstGeom prst="rect">
              <a:avLst/>
            </a:prstGeom>
            <a:solidFill>
              <a:srgbClr val="BFEFE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2" name="Rectangle 91">
              <a:extLst>
                <a:ext uri="{FF2B5EF4-FFF2-40B4-BE49-F238E27FC236}">
                  <a16:creationId xmlns:a16="http://schemas.microsoft.com/office/drawing/2014/main" id="{9B4C1DB7-696A-41FA-B3FE-4C10635D8931}"/>
                </a:ext>
              </a:extLst>
            </p:cNvPr>
            <p:cNvSpPr/>
            <p:nvPr/>
          </p:nvSpPr>
          <p:spPr bwMode="gray">
            <a:xfrm>
              <a:off x="12233656" y="1330654"/>
              <a:ext cx="187184" cy="187184"/>
            </a:xfrm>
            <a:prstGeom prst="rect">
              <a:avLst/>
            </a:prstGeom>
            <a:solidFill>
              <a:srgbClr val="F0B32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3" name="Rectangle 92">
              <a:extLst>
                <a:ext uri="{FF2B5EF4-FFF2-40B4-BE49-F238E27FC236}">
                  <a16:creationId xmlns:a16="http://schemas.microsoft.com/office/drawing/2014/main" id="{C2A2C519-863C-4FFE-885E-34C8AB2B023E}"/>
                </a:ext>
              </a:extLst>
            </p:cNvPr>
            <p:cNvSpPr/>
            <p:nvPr/>
          </p:nvSpPr>
          <p:spPr bwMode="gray">
            <a:xfrm>
              <a:off x="12233656" y="1550568"/>
              <a:ext cx="187184" cy="187184"/>
            </a:xfrm>
            <a:prstGeom prst="rect">
              <a:avLst/>
            </a:prstGeom>
            <a:solidFill>
              <a:srgbClr val="FE8A1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4" name="Rectangle 93">
              <a:extLst>
                <a:ext uri="{FF2B5EF4-FFF2-40B4-BE49-F238E27FC236}">
                  <a16:creationId xmlns:a16="http://schemas.microsoft.com/office/drawing/2014/main" id="{00299C38-075C-4023-BA01-5FBB57E7B93E}"/>
                </a:ext>
              </a:extLst>
            </p:cNvPr>
            <p:cNvSpPr/>
            <p:nvPr/>
          </p:nvSpPr>
          <p:spPr bwMode="gray">
            <a:xfrm>
              <a:off x="12233656" y="1109286"/>
              <a:ext cx="187184" cy="187184"/>
            </a:xfrm>
            <a:prstGeom prst="rect">
              <a:avLst/>
            </a:prstGeom>
            <a:solidFill>
              <a:srgbClr val="00BFB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5" name="Rectangle 94">
              <a:extLst>
                <a:ext uri="{FF2B5EF4-FFF2-40B4-BE49-F238E27FC236}">
                  <a16:creationId xmlns:a16="http://schemas.microsoft.com/office/drawing/2014/main" id="{D230E707-137B-4479-8F7E-1687687A179F}"/>
                </a:ext>
              </a:extLst>
            </p:cNvPr>
            <p:cNvSpPr/>
            <p:nvPr/>
          </p:nvSpPr>
          <p:spPr bwMode="gray">
            <a:xfrm>
              <a:off x="12233656" y="887918"/>
              <a:ext cx="187184" cy="187184"/>
            </a:xfrm>
            <a:prstGeom prst="rect">
              <a:avLst/>
            </a:prstGeom>
            <a:solidFill>
              <a:srgbClr val="02712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6" name="Rectangle 95">
              <a:extLst>
                <a:ext uri="{FF2B5EF4-FFF2-40B4-BE49-F238E27FC236}">
                  <a16:creationId xmlns:a16="http://schemas.microsoft.com/office/drawing/2014/main" id="{930CCC58-FAA5-4900-A5F9-0B899F2A0460}"/>
                </a:ext>
              </a:extLst>
            </p:cNvPr>
            <p:cNvSpPr/>
            <p:nvPr/>
          </p:nvSpPr>
          <p:spPr bwMode="gray">
            <a:xfrm>
              <a:off x="12455176" y="887918"/>
              <a:ext cx="187184" cy="187184"/>
            </a:xfrm>
            <a:prstGeom prst="rect">
              <a:avLst/>
            </a:prstGeom>
            <a:solidFill>
              <a:srgbClr val="80B8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7" name="Rectangle 96">
              <a:extLst>
                <a:ext uri="{FF2B5EF4-FFF2-40B4-BE49-F238E27FC236}">
                  <a16:creationId xmlns:a16="http://schemas.microsoft.com/office/drawing/2014/main" id="{0D728566-B8B7-4E9D-8B72-20AC79577B3C}"/>
                </a:ext>
              </a:extLst>
            </p:cNvPr>
            <p:cNvSpPr/>
            <p:nvPr/>
          </p:nvSpPr>
          <p:spPr bwMode="gray">
            <a:xfrm>
              <a:off x="12455176" y="666550"/>
              <a:ext cx="187184" cy="187184"/>
            </a:xfrm>
            <a:prstGeom prst="rect">
              <a:avLst/>
            </a:prstGeom>
            <a:solidFill>
              <a:srgbClr val="A1D79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8" name="Rectangle 97">
              <a:extLst>
                <a:ext uri="{FF2B5EF4-FFF2-40B4-BE49-F238E27FC236}">
                  <a16:creationId xmlns:a16="http://schemas.microsoft.com/office/drawing/2014/main" id="{0654B01F-B9ED-460E-8A42-71800A74AFD1}"/>
                </a:ext>
              </a:extLst>
            </p:cNvPr>
            <p:cNvSpPr/>
            <p:nvPr/>
          </p:nvSpPr>
          <p:spPr bwMode="gray">
            <a:xfrm>
              <a:off x="12676695" y="887918"/>
              <a:ext cx="187184" cy="187184"/>
            </a:xfrm>
            <a:prstGeom prst="rect">
              <a:avLst/>
            </a:prstGeom>
            <a:solidFill>
              <a:srgbClr val="4195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9" name="Rectangle 98">
              <a:extLst>
                <a:ext uri="{FF2B5EF4-FFF2-40B4-BE49-F238E27FC236}">
                  <a16:creationId xmlns:a16="http://schemas.microsoft.com/office/drawing/2014/main" id="{198DE376-4FF4-4A06-A431-8F072BE6F442}"/>
                </a:ext>
              </a:extLst>
            </p:cNvPr>
            <p:cNvSpPr/>
            <p:nvPr/>
          </p:nvSpPr>
          <p:spPr bwMode="gray">
            <a:xfrm>
              <a:off x="12676695" y="666550"/>
              <a:ext cx="187184" cy="187184"/>
            </a:xfrm>
            <a:prstGeom prst="rect">
              <a:avLst/>
            </a:prstGeom>
            <a:solidFill>
              <a:srgbClr val="72C45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00" name="Rectangle 99">
              <a:extLst>
                <a:ext uri="{FF2B5EF4-FFF2-40B4-BE49-F238E27FC236}">
                  <a16:creationId xmlns:a16="http://schemas.microsoft.com/office/drawing/2014/main" id="{83CCD18B-54DC-422F-BC15-C5819DF277AE}"/>
                </a:ext>
              </a:extLst>
            </p:cNvPr>
            <p:cNvSpPr/>
            <p:nvPr/>
          </p:nvSpPr>
          <p:spPr bwMode="gray">
            <a:xfrm>
              <a:off x="12898215" y="887918"/>
              <a:ext cx="187184" cy="187184"/>
            </a:xfrm>
            <a:prstGeom prst="rect">
              <a:avLst/>
            </a:prstGeom>
            <a:solidFill>
              <a:srgbClr val="C0DC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01" name="Rectangle 100">
              <a:extLst>
                <a:ext uri="{FF2B5EF4-FFF2-40B4-BE49-F238E27FC236}">
                  <a16:creationId xmlns:a16="http://schemas.microsoft.com/office/drawing/2014/main" id="{C9AC4FBA-1217-4369-8CD8-64FAE85D8B82}"/>
                </a:ext>
              </a:extLst>
            </p:cNvPr>
            <p:cNvSpPr/>
            <p:nvPr/>
          </p:nvSpPr>
          <p:spPr bwMode="gray">
            <a:xfrm>
              <a:off x="12898215" y="666550"/>
              <a:ext cx="187184" cy="187184"/>
            </a:xfrm>
            <a:prstGeom prst="rect">
              <a:avLst/>
            </a:prstGeom>
            <a:solidFill>
              <a:srgbClr val="D0EBC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spTree>
    <p:extLst>
      <p:ext uri="{BB962C8B-B14F-4D97-AF65-F5344CB8AC3E}">
        <p14:creationId xmlns:p14="http://schemas.microsoft.com/office/powerpoint/2010/main" val="1987436075"/>
      </p:ext>
    </p:extLst>
  </p:cSld>
  <p:clrMap bg1="lt1" tx1="dk1" bg2="lt2" tx2="dk2" accent1="accent1" accent2="accent2" accent3="accent3" accent4="accent4" accent5="accent5" accent6="accent6" hlink="hlink" folHlink="folHlink"/>
  <p:sldLayoutIdLst>
    <p:sldLayoutId id="2147484234" r:id="rId1"/>
    <p:sldLayoutId id="2147484235" r:id="rId2"/>
    <p:sldLayoutId id="2147484236" r:id="rId3"/>
    <p:sldLayoutId id="2147484238" r:id="rId4"/>
    <p:sldLayoutId id="2147484239" r:id="rId5"/>
    <p:sldLayoutId id="2147484240" r:id="rId6"/>
    <p:sldLayoutId id="2147484241" r:id="rId7"/>
    <p:sldLayoutId id="2147484242" r:id="rId8"/>
    <p:sldLayoutId id="2147484243" r:id="rId9"/>
    <p:sldLayoutId id="2147484244" r:id="rId10"/>
    <p:sldLayoutId id="2147484245" r:id="rId11"/>
    <p:sldLayoutId id="2147484246" r:id="rId12"/>
    <p:sldLayoutId id="2147484247" r:id="rId13"/>
    <p:sldLayoutId id="2147484248" r:id="rId14"/>
    <p:sldLayoutId id="2147484249" r:id="rId15"/>
    <p:sldLayoutId id="2147484250" r:id="rId16"/>
    <p:sldLayoutId id="2147484251" r:id="rId17"/>
    <p:sldLayoutId id="2147484252" r:id="rId18"/>
    <p:sldLayoutId id="2147484253" r:id="rId19"/>
    <p:sldLayoutId id="2147484254" r:id="rId20"/>
    <p:sldLayoutId id="2147484255" r:id="rId21"/>
    <p:sldLayoutId id="2147484256" r:id="rId22"/>
    <p:sldLayoutId id="2147484257" r:id="rId23"/>
    <p:sldLayoutId id="2147484261" r:id="rId24"/>
    <p:sldLayoutId id="2147484258" r:id="rId25"/>
    <p:sldLayoutId id="2147484259" r:id="rId26"/>
    <p:sldLayoutId id="2147484260" r:id="rId2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807869EF-925F-4153-B463-BF80CD61DF19}"/>
              </a:ext>
            </a:extLst>
          </p:cNvPr>
          <p:cNvGraphicFramePr>
            <a:graphicFrameLocks noChangeAspect="1"/>
          </p:cNvGraphicFramePr>
          <p:nvPr userDrawn="1">
            <p:custDataLst>
              <p:tags r:id="rId29"/>
            </p:custDataLst>
            <p:extLst>
              <p:ext uri="{D42A27DB-BD31-4B8C-83A1-F6EECF244321}">
                <p14:modId xmlns:p14="http://schemas.microsoft.com/office/powerpoint/2010/main" val="30008044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0" imgW="395" imgH="396" progId="TCLayout.ActiveDocument.1">
                  <p:embed/>
                </p:oleObj>
              </mc:Choice>
              <mc:Fallback>
                <p:oleObj name="think-cell Slide" r:id="rId30" imgW="395" imgH="396" progId="TCLayout.ActiveDocument.1">
                  <p:embed/>
                  <p:pic>
                    <p:nvPicPr>
                      <p:cNvPr id="2" name="Object 1" hidden="1">
                        <a:extLst>
                          <a:ext uri="{FF2B5EF4-FFF2-40B4-BE49-F238E27FC236}">
                            <a16:creationId xmlns:a16="http://schemas.microsoft.com/office/drawing/2014/main" id="{807869EF-925F-4153-B463-BF80CD61DF19}"/>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bwMode="gray">
          <a:xfrm>
            <a:off x="384694" y="6387858"/>
            <a:ext cx="929030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44" name="TextBox 43">
            <a:extLst>
              <a:ext uri="{FF2B5EF4-FFF2-40B4-BE49-F238E27FC236}">
                <a16:creationId xmlns:a16="http://schemas.microsoft.com/office/drawing/2014/main" id="{3CC58985-6F6A-8540-ABC2-450EF4A8FB42}"/>
              </a:ext>
            </a:extLst>
          </p:cNvPr>
          <p:cNvSpPr txBox="1"/>
          <p:nvPr/>
        </p:nvSpPr>
        <p:spPr bwMode="black">
          <a:xfrm>
            <a:off x="6096000" y="6858000"/>
            <a:ext cx="6096001" cy="276999"/>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b="1" i="0" u="none" strike="noStrike" kern="1200">
                <a:solidFill>
                  <a:schemeClr val="bg1">
                    <a:lumMod val="50000"/>
                  </a:schemeClr>
                </a:solidFill>
                <a:effectLst/>
                <a:latin typeface="+mn-lt"/>
                <a:ea typeface="+mn-ea"/>
                <a:cs typeface="+mn-cs"/>
              </a:rPr>
              <a:t>IQVIA Template (V2.1.0)</a:t>
            </a:r>
            <a:endParaRPr lang="en-US" sz="1000" kern="1200">
              <a:solidFill>
                <a:schemeClr val="bg1">
                  <a:lumMod val="50000"/>
                </a:schemeClr>
              </a:solidFill>
              <a:latin typeface="+mn-lt"/>
              <a:ea typeface="Arial" charset="0"/>
              <a:cs typeface="Arial" charset="0"/>
            </a:endParaRPr>
          </a:p>
        </p:txBody>
      </p:sp>
      <p:grpSp>
        <p:nvGrpSpPr>
          <p:cNvPr id="4" name="Group 3">
            <a:extLst>
              <a:ext uri="{FF2B5EF4-FFF2-40B4-BE49-F238E27FC236}">
                <a16:creationId xmlns:a16="http://schemas.microsoft.com/office/drawing/2014/main" id="{B907A176-04FF-4600-9428-258A4B331C28}"/>
              </a:ext>
            </a:extLst>
          </p:cNvPr>
          <p:cNvGrpSpPr/>
          <p:nvPr userDrawn="1"/>
        </p:nvGrpSpPr>
        <p:grpSpPr>
          <a:xfrm>
            <a:off x="12308084" y="0"/>
            <a:ext cx="851744" cy="3047787"/>
            <a:chOff x="12233656" y="25480"/>
            <a:chExt cx="851744" cy="3047787"/>
          </a:xfrm>
        </p:grpSpPr>
        <p:sp>
          <p:nvSpPr>
            <p:cNvPr id="46" name="Rectangle 45">
              <a:extLst>
                <a:ext uri="{FF2B5EF4-FFF2-40B4-BE49-F238E27FC236}">
                  <a16:creationId xmlns:a16="http://schemas.microsoft.com/office/drawing/2014/main" id="{B6790172-6CDB-486B-8C9C-5719F944A1E5}"/>
                </a:ext>
              </a:extLst>
            </p:cNvPr>
            <p:cNvSpPr/>
            <p:nvPr/>
          </p:nvSpPr>
          <p:spPr bwMode="gray">
            <a:xfrm>
              <a:off x="12233656" y="2584077"/>
              <a:ext cx="187184" cy="1871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47" name="Rectangle 46">
              <a:extLst>
                <a:ext uri="{FF2B5EF4-FFF2-40B4-BE49-F238E27FC236}">
                  <a16:creationId xmlns:a16="http://schemas.microsoft.com/office/drawing/2014/main" id="{E34110EB-1D9F-40AA-85D6-0DCE03E31FF6}"/>
                </a:ext>
              </a:extLst>
            </p:cNvPr>
            <p:cNvSpPr/>
            <p:nvPr/>
          </p:nvSpPr>
          <p:spPr bwMode="gray">
            <a:xfrm>
              <a:off x="12676696" y="2584077"/>
              <a:ext cx="187184" cy="187184"/>
            </a:xfrm>
            <a:prstGeom prst="rect">
              <a:avLst/>
            </a:prstGeom>
            <a:solidFill>
              <a:srgbClr val="606B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48" name="Rectangle 47">
              <a:extLst>
                <a:ext uri="{FF2B5EF4-FFF2-40B4-BE49-F238E27FC236}">
                  <a16:creationId xmlns:a16="http://schemas.microsoft.com/office/drawing/2014/main" id="{84C9A453-AE8F-4383-BD8F-32DA97D7AAF2}"/>
                </a:ext>
              </a:extLst>
            </p:cNvPr>
            <p:cNvSpPr/>
            <p:nvPr/>
          </p:nvSpPr>
          <p:spPr bwMode="gray">
            <a:xfrm>
              <a:off x="12898215" y="2584077"/>
              <a:ext cx="187184" cy="187184"/>
            </a:xfrm>
            <a:prstGeom prst="rect">
              <a:avLst/>
            </a:prstGeom>
            <a:solidFill>
              <a:srgbClr val="CACE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49" name="Rectangle 48">
              <a:extLst>
                <a:ext uri="{FF2B5EF4-FFF2-40B4-BE49-F238E27FC236}">
                  <a16:creationId xmlns:a16="http://schemas.microsoft.com/office/drawing/2014/main" id="{9E0FF7AE-5FC0-4FE9-B824-B5FD9D591486}"/>
                </a:ext>
              </a:extLst>
            </p:cNvPr>
            <p:cNvSpPr/>
            <p:nvPr/>
          </p:nvSpPr>
          <p:spPr bwMode="gray">
            <a:xfrm>
              <a:off x="12455176" y="2584077"/>
              <a:ext cx="187184" cy="187184"/>
            </a:xfrm>
            <a:prstGeom prst="rect">
              <a:avLst/>
            </a:prstGeom>
            <a:solidFill>
              <a:srgbClr val="959C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50" name="Rectangle 49">
              <a:extLst>
                <a:ext uri="{FF2B5EF4-FFF2-40B4-BE49-F238E27FC236}">
                  <a16:creationId xmlns:a16="http://schemas.microsoft.com/office/drawing/2014/main" id="{F0DA3666-914B-4B70-9285-AC745AC36DD8}"/>
                </a:ext>
              </a:extLst>
            </p:cNvPr>
            <p:cNvSpPr/>
            <p:nvPr/>
          </p:nvSpPr>
          <p:spPr bwMode="gray">
            <a:xfrm>
              <a:off x="12233656" y="1976453"/>
              <a:ext cx="187184" cy="187184"/>
            </a:xfrm>
            <a:prstGeom prst="rect">
              <a:avLst/>
            </a:prstGeom>
            <a:solidFill>
              <a:srgbClr val="8300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51" name="Rectangle 50">
              <a:extLst>
                <a:ext uri="{FF2B5EF4-FFF2-40B4-BE49-F238E27FC236}">
                  <a16:creationId xmlns:a16="http://schemas.microsoft.com/office/drawing/2014/main" id="{B5BBD6E4-2C3A-4BDE-91DF-83D595CE5D83}"/>
                </a:ext>
              </a:extLst>
            </p:cNvPr>
            <p:cNvSpPr/>
            <p:nvPr/>
          </p:nvSpPr>
          <p:spPr bwMode="gray">
            <a:xfrm>
              <a:off x="12233656" y="2282071"/>
              <a:ext cx="187184" cy="187184"/>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52" name="Rectangle 51">
              <a:extLst>
                <a:ext uri="{FF2B5EF4-FFF2-40B4-BE49-F238E27FC236}">
                  <a16:creationId xmlns:a16="http://schemas.microsoft.com/office/drawing/2014/main" id="{1EA34AC5-EFC7-4238-82A2-6B301C2DDE12}"/>
                </a:ext>
              </a:extLst>
            </p:cNvPr>
            <p:cNvSpPr/>
            <p:nvPr/>
          </p:nvSpPr>
          <p:spPr bwMode="gray">
            <a:xfrm>
              <a:off x="12455176" y="1976453"/>
              <a:ext cx="187184" cy="187184"/>
            </a:xfrm>
            <a:prstGeom prst="rect">
              <a:avLst/>
            </a:prstGeom>
            <a:solidFill>
              <a:srgbClr val="C17F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53" name="Rectangle 52">
              <a:extLst>
                <a:ext uri="{FF2B5EF4-FFF2-40B4-BE49-F238E27FC236}">
                  <a16:creationId xmlns:a16="http://schemas.microsoft.com/office/drawing/2014/main" id="{9C959C79-B003-4C43-BB55-D824D8433590}"/>
                </a:ext>
              </a:extLst>
            </p:cNvPr>
            <p:cNvSpPr/>
            <p:nvPr/>
          </p:nvSpPr>
          <p:spPr bwMode="gray">
            <a:xfrm>
              <a:off x="12676696" y="1976453"/>
              <a:ext cx="187184" cy="187184"/>
            </a:xfrm>
            <a:prstGeom prst="rect">
              <a:avLst/>
            </a:prstGeom>
            <a:solidFill>
              <a:srgbClr val="A24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54" name="Rectangle 53">
              <a:extLst>
                <a:ext uri="{FF2B5EF4-FFF2-40B4-BE49-F238E27FC236}">
                  <a16:creationId xmlns:a16="http://schemas.microsoft.com/office/drawing/2014/main" id="{2E2F109A-F3DB-4DF0-AE2F-90C6EA4CAB56}"/>
                </a:ext>
              </a:extLst>
            </p:cNvPr>
            <p:cNvSpPr/>
            <p:nvPr/>
          </p:nvSpPr>
          <p:spPr bwMode="gray">
            <a:xfrm>
              <a:off x="12898216" y="1976453"/>
              <a:ext cx="187184" cy="187184"/>
            </a:xfrm>
            <a:prstGeom prst="rect">
              <a:avLst/>
            </a:prstGeom>
            <a:solidFill>
              <a:srgbClr val="E0BF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55" name="TextBox 54">
              <a:extLst>
                <a:ext uri="{FF2B5EF4-FFF2-40B4-BE49-F238E27FC236}">
                  <a16:creationId xmlns:a16="http://schemas.microsoft.com/office/drawing/2014/main" id="{3A61E298-EB0A-4E17-BD09-A9BCC2649A12}"/>
                </a:ext>
              </a:extLst>
            </p:cNvPr>
            <p:cNvSpPr txBox="1"/>
            <p:nvPr/>
          </p:nvSpPr>
          <p:spPr>
            <a:xfrm>
              <a:off x="12233656" y="25480"/>
              <a:ext cx="851744" cy="184666"/>
            </a:xfrm>
            <a:prstGeom prst="rect">
              <a:avLst/>
            </a:prstGeom>
            <a:noFill/>
          </p:spPr>
          <p:txBody>
            <a:bodyPr wrap="square" lIns="0" rIns="0" rtlCol="0">
              <a:spAutoFit/>
            </a:bodyPr>
            <a:lstStyle/>
            <a:p>
              <a:pPr algn="ctr"/>
              <a:r>
                <a:rPr lang="en-US" sz="600">
                  <a:solidFill>
                    <a:schemeClr val="tx1"/>
                  </a:solidFill>
                </a:rPr>
                <a:t>100%  50%   75%   25%</a:t>
              </a:r>
            </a:p>
          </p:txBody>
        </p:sp>
        <p:sp>
          <p:nvSpPr>
            <p:cNvPr id="56" name="Rectangle 55">
              <a:extLst>
                <a:ext uri="{FF2B5EF4-FFF2-40B4-BE49-F238E27FC236}">
                  <a16:creationId xmlns:a16="http://schemas.microsoft.com/office/drawing/2014/main" id="{4705AA33-EE2E-4E4E-B109-36E236936840}"/>
                </a:ext>
              </a:extLst>
            </p:cNvPr>
            <p:cNvSpPr/>
            <p:nvPr/>
          </p:nvSpPr>
          <p:spPr bwMode="gray">
            <a:xfrm>
              <a:off x="12233656" y="2886083"/>
              <a:ext cx="187184" cy="187184"/>
            </a:xfrm>
            <a:prstGeom prst="rect">
              <a:avLst/>
            </a:prstGeom>
            <a:solidFill>
              <a:srgbClr val="F4F4F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58" name="Rectangle 57">
              <a:extLst>
                <a:ext uri="{FF2B5EF4-FFF2-40B4-BE49-F238E27FC236}">
                  <a16:creationId xmlns:a16="http://schemas.microsoft.com/office/drawing/2014/main" id="{5EEC58DC-2F2B-4BE2-B67F-07B125678C34}"/>
                </a:ext>
              </a:extLst>
            </p:cNvPr>
            <p:cNvSpPr/>
            <p:nvPr userDrawn="1"/>
          </p:nvSpPr>
          <p:spPr bwMode="gray">
            <a:xfrm>
              <a:off x="12233656" y="1765158"/>
              <a:ext cx="187184" cy="187184"/>
            </a:xfrm>
            <a:prstGeom prst="rect">
              <a:avLst/>
            </a:prstGeom>
            <a:solidFill>
              <a:srgbClr val="C627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59" name="Rectangle 58">
              <a:extLst>
                <a:ext uri="{FF2B5EF4-FFF2-40B4-BE49-F238E27FC236}">
                  <a16:creationId xmlns:a16="http://schemas.microsoft.com/office/drawing/2014/main" id="{8549ADF4-EEA9-43D1-8A2A-133C45DB1862}"/>
                </a:ext>
              </a:extLst>
            </p:cNvPr>
            <p:cNvSpPr/>
            <p:nvPr userDrawn="1"/>
          </p:nvSpPr>
          <p:spPr bwMode="gray">
            <a:xfrm>
              <a:off x="12455176" y="1765158"/>
              <a:ext cx="187184" cy="187184"/>
            </a:xfrm>
            <a:prstGeom prst="rect">
              <a:avLst/>
            </a:prstGeom>
            <a:solidFill>
              <a:srgbClr val="E99E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60" name="Rectangle 59">
              <a:extLst>
                <a:ext uri="{FF2B5EF4-FFF2-40B4-BE49-F238E27FC236}">
                  <a16:creationId xmlns:a16="http://schemas.microsoft.com/office/drawing/2014/main" id="{30543385-700D-4FD3-9403-942A7816AFF3}"/>
                </a:ext>
              </a:extLst>
            </p:cNvPr>
            <p:cNvSpPr/>
            <p:nvPr userDrawn="1"/>
          </p:nvSpPr>
          <p:spPr bwMode="gray">
            <a:xfrm>
              <a:off x="12676696" y="1765158"/>
              <a:ext cx="187184" cy="187184"/>
            </a:xfrm>
            <a:prstGeom prst="rect">
              <a:avLst/>
            </a:prstGeom>
            <a:solidFill>
              <a:srgbClr val="DB6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61" name="Rectangle 60">
              <a:extLst>
                <a:ext uri="{FF2B5EF4-FFF2-40B4-BE49-F238E27FC236}">
                  <a16:creationId xmlns:a16="http://schemas.microsoft.com/office/drawing/2014/main" id="{53C64855-B6D7-406E-A904-38AA3CAC33D1}"/>
                </a:ext>
              </a:extLst>
            </p:cNvPr>
            <p:cNvSpPr/>
            <p:nvPr userDrawn="1"/>
          </p:nvSpPr>
          <p:spPr bwMode="gray">
            <a:xfrm>
              <a:off x="12898216" y="1765158"/>
              <a:ext cx="187184" cy="187184"/>
            </a:xfrm>
            <a:prstGeom prst="rect">
              <a:avLst/>
            </a:prstGeom>
            <a:solidFill>
              <a:srgbClr val="F5C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74" name="Rectangle 73">
              <a:extLst>
                <a:ext uri="{FF2B5EF4-FFF2-40B4-BE49-F238E27FC236}">
                  <a16:creationId xmlns:a16="http://schemas.microsoft.com/office/drawing/2014/main" id="{F1671D4E-C545-4A51-AD54-465B655DA739}"/>
                </a:ext>
              </a:extLst>
            </p:cNvPr>
            <p:cNvSpPr/>
            <p:nvPr/>
          </p:nvSpPr>
          <p:spPr bwMode="gray">
            <a:xfrm>
              <a:off x="12455176" y="222423"/>
              <a:ext cx="187184" cy="187184"/>
            </a:xfrm>
            <a:prstGeom prst="rect">
              <a:avLst/>
            </a:prstGeom>
            <a:solidFill>
              <a:srgbClr val="7FD1E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75" name="Rectangle 74">
              <a:extLst>
                <a:ext uri="{FF2B5EF4-FFF2-40B4-BE49-F238E27FC236}">
                  <a16:creationId xmlns:a16="http://schemas.microsoft.com/office/drawing/2014/main" id="{2B621816-B34D-4C96-B96F-5C715C45829B}"/>
                </a:ext>
              </a:extLst>
            </p:cNvPr>
            <p:cNvSpPr/>
            <p:nvPr/>
          </p:nvSpPr>
          <p:spPr bwMode="gray">
            <a:xfrm>
              <a:off x="12455176" y="443728"/>
              <a:ext cx="187184" cy="187184"/>
            </a:xfrm>
            <a:prstGeom prst="rect">
              <a:avLst/>
            </a:prstGeom>
            <a:solidFill>
              <a:srgbClr val="7FAA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76" name="Rectangle 75">
              <a:extLst>
                <a:ext uri="{FF2B5EF4-FFF2-40B4-BE49-F238E27FC236}">
                  <a16:creationId xmlns:a16="http://schemas.microsoft.com/office/drawing/2014/main" id="{657F5CE8-B34F-444C-9F30-C4849266D875}"/>
                </a:ext>
              </a:extLst>
            </p:cNvPr>
            <p:cNvSpPr/>
            <p:nvPr/>
          </p:nvSpPr>
          <p:spPr bwMode="gray">
            <a:xfrm>
              <a:off x="12676695" y="222423"/>
              <a:ext cx="187184" cy="187184"/>
            </a:xfrm>
            <a:prstGeom prst="rect">
              <a:avLst/>
            </a:prstGeom>
            <a:solidFill>
              <a:srgbClr val="40BAE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77" name="Rectangle 76">
              <a:extLst>
                <a:ext uri="{FF2B5EF4-FFF2-40B4-BE49-F238E27FC236}">
                  <a16:creationId xmlns:a16="http://schemas.microsoft.com/office/drawing/2014/main" id="{03D284D6-CF6C-4BFC-8BAA-4E3DEFF9F379}"/>
                </a:ext>
              </a:extLst>
            </p:cNvPr>
            <p:cNvSpPr/>
            <p:nvPr/>
          </p:nvSpPr>
          <p:spPr bwMode="gray">
            <a:xfrm>
              <a:off x="12676695" y="443728"/>
              <a:ext cx="187184" cy="187184"/>
            </a:xfrm>
            <a:prstGeom prst="rect">
              <a:avLst/>
            </a:prstGeom>
            <a:solidFill>
              <a:srgbClr val="4080A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78" name="Rectangle 77">
              <a:extLst>
                <a:ext uri="{FF2B5EF4-FFF2-40B4-BE49-F238E27FC236}">
                  <a16:creationId xmlns:a16="http://schemas.microsoft.com/office/drawing/2014/main" id="{F2017C50-180E-4CF0-9C26-E8CEE97041A3}"/>
                </a:ext>
              </a:extLst>
            </p:cNvPr>
            <p:cNvSpPr/>
            <p:nvPr/>
          </p:nvSpPr>
          <p:spPr bwMode="gray">
            <a:xfrm>
              <a:off x="12898215" y="222423"/>
              <a:ext cx="187184" cy="187184"/>
            </a:xfrm>
            <a:prstGeom prst="rect">
              <a:avLst/>
            </a:prstGeom>
            <a:solidFill>
              <a:srgbClr val="BFE8F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79" name="Rectangle 78">
              <a:extLst>
                <a:ext uri="{FF2B5EF4-FFF2-40B4-BE49-F238E27FC236}">
                  <a16:creationId xmlns:a16="http://schemas.microsoft.com/office/drawing/2014/main" id="{B85309A6-0A06-430D-BC25-9F084A978BC1}"/>
                </a:ext>
              </a:extLst>
            </p:cNvPr>
            <p:cNvSpPr/>
            <p:nvPr/>
          </p:nvSpPr>
          <p:spPr bwMode="gray">
            <a:xfrm>
              <a:off x="12898215" y="443728"/>
              <a:ext cx="187184" cy="187184"/>
            </a:xfrm>
            <a:prstGeom prst="rect">
              <a:avLst/>
            </a:prstGeom>
            <a:solidFill>
              <a:srgbClr val="BFD4E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0" name="Rectangle 79">
              <a:extLst>
                <a:ext uri="{FF2B5EF4-FFF2-40B4-BE49-F238E27FC236}">
                  <a16:creationId xmlns:a16="http://schemas.microsoft.com/office/drawing/2014/main" id="{602F1061-646D-4F4A-BF71-63529009C779}"/>
                </a:ext>
              </a:extLst>
            </p:cNvPr>
            <p:cNvSpPr/>
            <p:nvPr/>
          </p:nvSpPr>
          <p:spPr bwMode="gray">
            <a:xfrm>
              <a:off x="12233656" y="666550"/>
              <a:ext cx="187184" cy="187184"/>
            </a:xfrm>
            <a:prstGeom prst="rect">
              <a:avLst/>
            </a:prstGeom>
            <a:solidFill>
              <a:srgbClr val="43B0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1" name="Rectangle 80">
              <a:extLst>
                <a:ext uri="{FF2B5EF4-FFF2-40B4-BE49-F238E27FC236}">
                  <a16:creationId xmlns:a16="http://schemas.microsoft.com/office/drawing/2014/main" id="{C0E5BBAC-94C9-4F7F-9287-47DCDACCDED5}"/>
                </a:ext>
              </a:extLst>
            </p:cNvPr>
            <p:cNvSpPr/>
            <p:nvPr/>
          </p:nvSpPr>
          <p:spPr bwMode="gray">
            <a:xfrm>
              <a:off x="12455176" y="1329200"/>
              <a:ext cx="187184" cy="187184"/>
            </a:xfrm>
            <a:prstGeom prst="rect">
              <a:avLst/>
            </a:prstGeom>
            <a:solidFill>
              <a:srgbClr val="F7D9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2" name="Rectangle 81">
              <a:extLst>
                <a:ext uri="{FF2B5EF4-FFF2-40B4-BE49-F238E27FC236}">
                  <a16:creationId xmlns:a16="http://schemas.microsoft.com/office/drawing/2014/main" id="{8D882D5B-CA7B-4921-A5C7-C2A02ADC6E9E}"/>
                </a:ext>
              </a:extLst>
            </p:cNvPr>
            <p:cNvSpPr/>
            <p:nvPr/>
          </p:nvSpPr>
          <p:spPr bwMode="gray">
            <a:xfrm>
              <a:off x="12676695" y="1329200"/>
              <a:ext cx="187184" cy="187184"/>
            </a:xfrm>
            <a:prstGeom prst="rect">
              <a:avLst/>
            </a:prstGeom>
            <a:solidFill>
              <a:srgbClr val="F4C6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3" name="Rectangle 82">
              <a:extLst>
                <a:ext uri="{FF2B5EF4-FFF2-40B4-BE49-F238E27FC236}">
                  <a16:creationId xmlns:a16="http://schemas.microsoft.com/office/drawing/2014/main" id="{B9E1E4DF-D2F6-452C-B668-F445C5207AE8}"/>
                </a:ext>
              </a:extLst>
            </p:cNvPr>
            <p:cNvSpPr/>
            <p:nvPr/>
          </p:nvSpPr>
          <p:spPr bwMode="gray">
            <a:xfrm>
              <a:off x="12898215" y="1329200"/>
              <a:ext cx="187184" cy="187184"/>
            </a:xfrm>
            <a:prstGeom prst="rect">
              <a:avLst/>
            </a:prstGeom>
            <a:solidFill>
              <a:srgbClr val="FBEC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4" name="Rectangle 83">
              <a:extLst>
                <a:ext uri="{FF2B5EF4-FFF2-40B4-BE49-F238E27FC236}">
                  <a16:creationId xmlns:a16="http://schemas.microsoft.com/office/drawing/2014/main" id="{B817B419-0520-447A-99C5-2445CD25CBC7}"/>
                </a:ext>
              </a:extLst>
            </p:cNvPr>
            <p:cNvSpPr/>
            <p:nvPr/>
          </p:nvSpPr>
          <p:spPr bwMode="gray">
            <a:xfrm>
              <a:off x="12233656" y="445182"/>
              <a:ext cx="187184" cy="187184"/>
            </a:xfrm>
            <a:prstGeom prst="rect">
              <a:avLst/>
            </a:prstGeom>
            <a:solidFill>
              <a:srgbClr val="0055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5" name="Rectangle 84">
              <a:extLst>
                <a:ext uri="{FF2B5EF4-FFF2-40B4-BE49-F238E27FC236}">
                  <a16:creationId xmlns:a16="http://schemas.microsoft.com/office/drawing/2014/main" id="{EAAAD1C3-AC65-4E7F-95B0-0904DA748A91}"/>
                </a:ext>
              </a:extLst>
            </p:cNvPr>
            <p:cNvSpPr/>
            <p:nvPr/>
          </p:nvSpPr>
          <p:spPr bwMode="gray">
            <a:xfrm>
              <a:off x="12455176" y="1550568"/>
              <a:ext cx="187184" cy="187184"/>
            </a:xfrm>
            <a:prstGeom prst="rect">
              <a:avLst/>
            </a:prstGeom>
            <a:solidFill>
              <a:srgbClr val="FEC48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6" name="Rectangle 85">
              <a:extLst>
                <a:ext uri="{FF2B5EF4-FFF2-40B4-BE49-F238E27FC236}">
                  <a16:creationId xmlns:a16="http://schemas.microsoft.com/office/drawing/2014/main" id="{93E25F0A-706F-4DD8-A3DC-8BA19EF80FF9}"/>
                </a:ext>
              </a:extLst>
            </p:cNvPr>
            <p:cNvSpPr/>
            <p:nvPr/>
          </p:nvSpPr>
          <p:spPr bwMode="gray">
            <a:xfrm>
              <a:off x="12676695" y="1550568"/>
              <a:ext cx="187184" cy="187184"/>
            </a:xfrm>
            <a:prstGeom prst="rect">
              <a:avLst/>
            </a:prstGeom>
            <a:solidFill>
              <a:srgbClr val="FEA74D"/>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7" name="Rectangle 86">
              <a:extLst>
                <a:ext uri="{FF2B5EF4-FFF2-40B4-BE49-F238E27FC236}">
                  <a16:creationId xmlns:a16="http://schemas.microsoft.com/office/drawing/2014/main" id="{9F5CD6E0-1E3E-40C5-A52C-E38D01328967}"/>
                </a:ext>
              </a:extLst>
            </p:cNvPr>
            <p:cNvSpPr/>
            <p:nvPr/>
          </p:nvSpPr>
          <p:spPr bwMode="gray">
            <a:xfrm>
              <a:off x="12898215" y="1550568"/>
              <a:ext cx="187184" cy="187184"/>
            </a:xfrm>
            <a:prstGeom prst="rect">
              <a:avLst/>
            </a:prstGeom>
            <a:solidFill>
              <a:srgbClr val="FFE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8" name="Rectangle 87">
              <a:extLst>
                <a:ext uri="{FF2B5EF4-FFF2-40B4-BE49-F238E27FC236}">
                  <a16:creationId xmlns:a16="http://schemas.microsoft.com/office/drawing/2014/main" id="{7F4C58CC-4DF8-4296-B3D0-140D4877D04D}"/>
                </a:ext>
              </a:extLst>
            </p:cNvPr>
            <p:cNvSpPr/>
            <p:nvPr/>
          </p:nvSpPr>
          <p:spPr bwMode="gray">
            <a:xfrm>
              <a:off x="12233656" y="222423"/>
              <a:ext cx="187184" cy="187184"/>
            </a:xfrm>
            <a:prstGeom prst="rect">
              <a:avLst/>
            </a:prstGeom>
            <a:solidFill>
              <a:srgbClr val="00A3E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9" name="Rectangle 88">
              <a:extLst>
                <a:ext uri="{FF2B5EF4-FFF2-40B4-BE49-F238E27FC236}">
                  <a16:creationId xmlns:a16="http://schemas.microsoft.com/office/drawing/2014/main" id="{8A8BD596-AF6E-430B-BB6B-EABDF5AEDD8E}"/>
                </a:ext>
              </a:extLst>
            </p:cNvPr>
            <p:cNvSpPr/>
            <p:nvPr/>
          </p:nvSpPr>
          <p:spPr bwMode="gray">
            <a:xfrm>
              <a:off x="12455176" y="1106378"/>
              <a:ext cx="187184" cy="187184"/>
            </a:xfrm>
            <a:prstGeom prst="rect">
              <a:avLst/>
            </a:prstGeom>
            <a:solidFill>
              <a:srgbClr val="7FD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90" name="Rectangle 89">
              <a:extLst>
                <a:ext uri="{FF2B5EF4-FFF2-40B4-BE49-F238E27FC236}">
                  <a16:creationId xmlns:a16="http://schemas.microsoft.com/office/drawing/2014/main" id="{831B3C34-B7AB-4090-8ECF-586A4E0A931D}"/>
                </a:ext>
              </a:extLst>
            </p:cNvPr>
            <p:cNvSpPr/>
            <p:nvPr/>
          </p:nvSpPr>
          <p:spPr bwMode="gray">
            <a:xfrm>
              <a:off x="12676695" y="1106378"/>
              <a:ext cx="187184" cy="187184"/>
            </a:xfrm>
            <a:prstGeom prst="rect">
              <a:avLst/>
            </a:prstGeom>
            <a:solidFill>
              <a:srgbClr val="40CFC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91" name="Rectangle 90">
              <a:extLst>
                <a:ext uri="{FF2B5EF4-FFF2-40B4-BE49-F238E27FC236}">
                  <a16:creationId xmlns:a16="http://schemas.microsoft.com/office/drawing/2014/main" id="{9BC3DFDA-BB56-4A0D-A846-DFCB8EF88D81}"/>
                </a:ext>
              </a:extLst>
            </p:cNvPr>
            <p:cNvSpPr/>
            <p:nvPr/>
          </p:nvSpPr>
          <p:spPr bwMode="gray">
            <a:xfrm>
              <a:off x="12898215" y="1106378"/>
              <a:ext cx="187184" cy="187184"/>
            </a:xfrm>
            <a:prstGeom prst="rect">
              <a:avLst/>
            </a:prstGeom>
            <a:solidFill>
              <a:srgbClr val="BFEFE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92" name="Rectangle 91">
              <a:extLst>
                <a:ext uri="{FF2B5EF4-FFF2-40B4-BE49-F238E27FC236}">
                  <a16:creationId xmlns:a16="http://schemas.microsoft.com/office/drawing/2014/main" id="{9B4C1DB7-696A-41FA-B3FE-4C10635D8931}"/>
                </a:ext>
              </a:extLst>
            </p:cNvPr>
            <p:cNvSpPr/>
            <p:nvPr/>
          </p:nvSpPr>
          <p:spPr bwMode="gray">
            <a:xfrm>
              <a:off x="12233656" y="1330654"/>
              <a:ext cx="187184" cy="187184"/>
            </a:xfrm>
            <a:prstGeom prst="rect">
              <a:avLst/>
            </a:prstGeom>
            <a:solidFill>
              <a:srgbClr val="F0B32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93" name="Rectangle 92">
              <a:extLst>
                <a:ext uri="{FF2B5EF4-FFF2-40B4-BE49-F238E27FC236}">
                  <a16:creationId xmlns:a16="http://schemas.microsoft.com/office/drawing/2014/main" id="{C2A2C519-863C-4FFE-885E-34C8AB2B023E}"/>
                </a:ext>
              </a:extLst>
            </p:cNvPr>
            <p:cNvSpPr/>
            <p:nvPr/>
          </p:nvSpPr>
          <p:spPr bwMode="gray">
            <a:xfrm>
              <a:off x="12233656" y="1550568"/>
              <a:ext cx="187184" cy="187184"/>
            </a:xfrm>
            <a:prstGeom prst="rect">
              <a:avLst/>
            </a:prstGeom>
            <a:solidFill>
              <a:srgbClr val="FE8A1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94" name="Rectangle 93">
              <a:extLst>
                <a:ext uri="{FF2B5EF4-FFF2-40B4-BE49-F238E27FC236}">
                  <a16:creationId xmlns:a16="http://schemas.microsoft.com/office/drawing/2014/main" id="{00299C38-075C-4023-BA01-5FBB57E7B93E}"/>
                </a:ext>
              </a:extLst>
            </p:cNvPr>
            <p:cNvSpPr/>
            <p:nvPr/>
          </p:nvSpPr>
          <p:spPr bwMode="gray">
            <a:xfrm>
              <a:off x="12233656" y="1109286"/>
              <a:ext cx="187184" cy="187184"/>
            </a:xfrm>
            <a:prstGeom prst="rect">
              <a:avLst/>
            </a:prstGeom>
            <a:solidFill>
              <a:srgbClr val="00BFB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95" name="Rectangle 94">
              <a:extLst>
                <a:ext uri="{FF2B5EF4-FFF2-40B4-BE49-F238E27FC236}">
                  <a16:creationId xmlns:a16="http://schemas.microsoft.com/office/drawing/2014/main" id="{D230E707-137B-4479-8F7E-1687687A179F}"/>
                </a:ext>
              </a:extLst>
            </p:cNvPr>
            <p:cNvSpPr/>
            <p:nvPr/>
          </p:nvSpPr>
          <p:spPr bwMode="gray">
            <a:xfrm>
              <a:off x="12233656" y="887918"/>
              <a:ext cx="187184" cy="187184"/>
            </a:xfrm>
            <a:prstGeom prst="rect">
              <a:avLst/>
            </a:prstGeom>
            <a:solidFill>
              <a:srgbClr val="02712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96" name="Rectangle 95">
              <a:extLst>
                <a:ext uri="{FF2B5EF4-FFF2-40B4-BE49-F238E27FC236}">
                  <a16:creationId xmlns:a16="http://schemas.microsoft.com/office/drawing/2014/main" id="{930CCC58-FAA5-4900-A5F9-0B899F2A0460}"/>
                </a:ext>
              </a:extLst>
            </p:cNvPr>
            <p:cNvSpPr/>
            <p:nvPr/>
          </p:nvSpPr>
          <p:spPr bwMode="gray">
            <a:xfrm>
              <a:off x="12455176" y="887918"/>
              <a:ext cx="187184" cy="187184"/>
            </a:xfrm>
            <a:prstGeom prst="rect">
              <a:avLst/>
            </a:prstGeom>
            <a:solidFill>
              <a:srgbClr val="80B8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97" name="Rectangle 96">
              <a:extLst>
                <a:ext uri="{FF2B5EF4-FFF2-40B4-BE49-F238E27FC236}">
                  <a16:creationId xmlns:a16="http://schemas.microsoft.com/office/drawing/2014/main" id="{0D728566-B8B7-4E9D-8B72-20AC79577B3C}"/>
                </a:ext>
              </a:extLst>
            </p:cNvPr>
            <p:cNvSpPr/>
            <p:nvPr/>
          </p:nvSpPr>
          <p:spPr bwMode="gray">
            <a:xfrm>
              <a:off x="12455176" y="666550"/>
              <a:ext cx="187184" cy="187184"/>
            </a:xfrm>
            <a:prstGeom prst="rect">
              <a:avLst/>
            </a:prstGeom>
            <a:solidFill>
              <a:srgbClr val="A1D79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98" name="Rectangle 97">
              <a:extLst>
                <a:ext uri="{FF2B5EF4-FFF2-40B4-BE49-F238E27FC236}">
                  <a16:creationId xmlns:a16="http://schemas.microsoft.com/office/drawing/2014/main" id="{0654B01F-B9ED-460E-8A42-71800A74AFD1}"/>
                </a:ext>
              </a:extLst>
            </p:cNvPr>
            <p:cNvSpPr/>
            <p:nvPr/>
          </p:nvSpPr>
          <p:spPr bwMode="gray">
            <a:xfrm>
              <a:off x="12676695" y="887918"/>
              <a:ext cx="187184" cy="187184"/>
            </a:xfrm>
            <a:prstGeom prst="rect">
              <a:avLst/>
            </a:prstGeom>
            <a:solidFill>
              <a:srgbClr val="4195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99" name="Rectangle 98">
              <a:extLst>
                <a:ext uri="{FF2B5EF4-FFF2-40B4-BE49-F238E27FC236}">
                  <a16:creationId xmlns:a16="http://schemas.microsoft.com/office/drawing/2014/main" id="{198DE376-4FF4-4A06-A431-8F072BE6F442}"/>
                </a:ext>
              </a:extLst>
            </p:cNvPr>
            <p:cNvSpPr/>
            <p:nvPr/>
          </p:nvSpPr>
          <p:spPr bwMode="gray">
            <a:xfrm>
              <a:off x="12676695" y="666550"/>
              <a:ext cx="187184" cy="187184"/>
            </a:xfrm>
            <a:prstGeom prst="rect">
              <a:avLst/>
            </a:prstGeom>
            <a:solidFill>
              <a:srgbClr val="72C45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00" name="Rectangle 99">
              <a:extLst>
                <a:ext uri="{FF2B5EF4-FFF2-40B4-BE49-F238E27FC236}">
                  <a16:creationId xmlns:a16="http://schemas.microsoft.com/office/drawing/2014/main" id="{83CCD18B-54DC-422F-BC15-C5819DF277AE}"/>
                </a:ext>
              </a:extLst>
            </p:cNvPr>
            <p:cNvSpPr/>
            <p:nvPr/>
          </p:nvSpPr>
          <p:spPr bwMode="gray">
            <a:xfrm>
              <a:off x="12898215" y="887918"/>
              <a:ext cx="187184" cy="187184"/>
            </a:xfrm>
            <a:prstGeom prst="rect">
              <a:avLst/>
            </a:prstGeom>
            <a:solidFill>
              <a:srgbClr val="C0DC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01" name="Rectangle 100">
              <a:extLst>
                <a:ext uri="{FF2B5EF4-FFF2-40B4-BE49-F238E27FC236}">
                  <a16:creationId xmlns:a16="http://schemas.microsoft.com/office/drawing/2014/main" id="{C9AC4FBA-1217-4369-8CD8-64FAE85D8B82}"/>
                </a:ext>
              </a:extLst>
            </p:cNvPr>
            <p:cNvSpPr/>
            <p:nvPr/>
          </p:nvSpPr>
          <p:spPr bwMode="gray">
            <a:xfrm>
              <a:off x="12898215" y="666550"/>
              <a:ext cx="187184" cy="187184"/>
            </a:xfrm>
            <a:prstGeom prst="rect">
              <a:avLst/>
            </a:prstGeom>
            <a:solidFill>
              <a:srgbClr val="D0EBC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spTree>
    <p:extLst>
      <p:ext uri="{BB962C8B-B14F-4D97-AF65-F5344CB8AC3E}">
        <p14:creationId xmlns:p14="http://schemas.microsoft.com/office/powerpoint/2010/main" val="3093607634"/>
      </p:ext>
    </p:extLst>
  </p:cSld>
  <p:clrMap bg1="lt1" tx1="dk1" bg2="lt2" tx2="dk2" accent1="accent1" accent2="accent2" accent3="accent3" accent4="accent4" accent5="accent5" accent6="accent6" hlink="hlink" folHlink="folHlink"/>
  <p:sldLayoutIdLst>
    <p:sldLayoutId id="2147484263" r:id="rId1"/>
    <p:sldLayoutId id="2147484264" r:id="rId2"/>
    <p:sldLayoutId id="2147484265" r:id="rId3"/>
    <p:sldLayoutId id="2147484266" r:id="rId4"/>
    <p:sldLayoutId id="2147484267" r:id="rId5"/>
    <p:sldLayoutId id="2147484268" r:id="rId6"/>
    <p:sldLayoutId id="2147484269" r:id="rId7"/>
    <p:sldLayoutId id="2147484270" r:id="rId8"/>
    <p:sldLayoutId id="2147484271" r:id="rId9"/>
    <p:sldLayoutId id="2147484272" r:id="rId10"/>
    <p:sldLayoutId id="2147484273" r:id="rId11"/>
    <p:sldLayoutId id="2147484274" r:id="rId12"/>
    <p:sldLayoutId id="2147484275" r:id="rId13"/>
    <p:sldLayoutId id="2147484276" r:id="rId14"/>
    <p:sldLayoutId id="2147484277" r:id="rId15"/>
    <p:sldLayoutId id="2147484278" r:id="rId16"/>
    <p:sldLayoutId id="2147484279" r:id="rId17"/>
    <p:sldLayoutId id="2147484280" r:id="rId18"/>
    <p:sldLayoutId id="2147484281" r:id="rId19"/>
    <p:sldLayoutId id="2147484282" r:id="rId20"/>
    <p:sldLayoutId id="2147484283" r:id="rId21"/>
    <p:sldLayoutId id="2147484284" r:id="rId22"/>
    <p:sldLayoutId id="2147484285" r:id="rId23"/>
    <p:sldLayoutId id="2147484286" r:id="rId24"/>
    <p:sldLayoutId id="2147484287" r:id="rId25"/>
    <p:sldLayoutId id="2147484288" r:id="rId26"/>
    <p:sldLayoutId id="2147484289" r:id="rId2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90AA2997-D946-40DA-91A8-6DB1608C2E28}"/>
              </a:ext>
            </a:extLst>
          </p:cNvPr>
          <p:cNvGraphicFramePr>
            <a:graphicFrameLocks noChangeAspect="1"/>
          </p:cNvGraphicFramePr>
          <p:nvPr userDrawn="1">
            <p:custDataLst>
              <p:tags r:id="rId29"/>
            </p:custDataLst>
            <p:extLst>
              <p:ext uri="{D42A27DB-BD31-4B8C-83A1-F6EECF244321}">
                <p14:modId xmlns:p14="http://schemas.microsoft.com/office/powerpoint/2010/main" val="2592544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0" imgW="306" imgH="306" progId="TCLayout.ActiveDocument.1">
                  <p:embed/>
                </p:oleObj>
              </mc:Choice>
              <mc:Fallback>
                <p:oleObj name="think-cell Slide" r:id="rId30" imgW="306" imgH="306" progId="TCLayout.ActiveDocument.1">
                  <p:embed/>
                  <p:pic>
                    <p:nvPicPr>
                      <p:cNvPr id="2" name="Object 1" hidden="1">
                        <a:extLst>
                          <a:ext uri="{FF2B5EF4-FFF2-40B4-BE49-F238E27FC236}">
                            <a16:creationId xmlns:a16="http://schemas.microsoft.com/office/drawing/2014/main" id="{90AA2997-D946-40DA-91A8-6DB1608C2E28}"/>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bwMode="gray">
          <a:xfrm>
            <a:off x="384694" y="6387858"/>
            <a:ext cx="929030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44" name="TextBox 43">
            <a:extLst>
              <a:ext uri="{FF2B5EF4-FFF2-40B4-BE49-F238E27FC236}">
                <a16:creationId xmlns:a16="http://schemas.microsoft.com/office/drawing/2014/main" id="{3CC58985-6F6A-8540-ABC2-450EF4A8FB42}"/>
              </a:ext>
            </a:extLst>
          </p:cNvPr>
          <p:cNvSpPr txBox="1"/>
          <p:nvPr/>
        </p:nvSpPr>
        <p:spPr bwMode="black">
          <a:xfrm>
            <a:off x="6096000" y="6858000"/>
            <a:ext cx="6096001" cy="276999"/>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b="1" i="0" u="none" strike="noStrike" kern="1200">
                <a:solidFill>
                  <a:schemeClr val="bg1">
                    <a:lumMod val="50000"/>
                  </a:schemeClr>
                </a:solidFill>
                <a:effectLst/>
                <a:latin typeface="+mn-lt"/>
                <a:ea typeface="+mn-ea"/>
                <a:cs typeface="+mn-cs"/>
              </a:rPr>
              <a:t>IQVIA Template (V2.1.0)</a:t>
            </a:r>
            <a:endParaRPr lang="en-US" sz="1000" kern="1200">
              <a:solidFill>
                <a:schemeClr val="bg1">
                  <a:lumMod val="50000"/>
                </a:schemeClr>
              </a:solidFill>
              <a:latin typeface="+mn-lt"/>
              <a:ea typeface="Arial" charset="0"/>
              <a:cs typeface="Arial" charset="0"/>
            </a:endParaRPr>
          </a:p>
        </p:txBody>
      </p:sp>
      <p:grpSp>
        <p:nvGrpSpPr>
          <p:cNvPr id="4" name="Group 3">
            <a:extLst>
              <a:ext uri="{FF2B5EF4-FFF2-40B4-BE49-F238E27FC236}">
                <a16:creationId xmlns:a16="http://schemas.microsoft.com/office/drawing/2014/main" id="{B907A176-04FF-4600-9428-258A4B331C28}"/>
              </a:ext>
            </a:extLst>
          </p:cNvPr>
          <p:cNvGrpSpPr/>
          <p:nvPr userDrawn="1"/>
        </p:nvGrpSpPr>
        <p:grpSpPr>
          <a:xfrm>
            <a:off x="12308084" y="0"/>
            <a:ext cx="851744" cy="3047787"/>
            <a:chOff x="12233656" y="25480"/>
            <a:chExt cx="851744" cy="3047787"/>
          </a:xfrm>
        </p:grpSpPr>
        <p:sp>
          <p:nvSpPr>
            <p:cNvPr id="46" name="Rectangle 45">
              <a:extLst>
                <a:ext uri="{FF2B5EF4-FFF2-40B4-BE49-F238E27FC236}">
                  <a16:creationId xmlns:a16="http://schemas.microsoft.com/office/drawing/2014/main" id="{B6790172-6CDB-486B-8C9C-5719F944A1E5}"/>
                </a:ext>
              </a:extLst>
            </p:cNvPr>
            <p:cNvSpPr/>
            <p:nvPr/>
          </p:nvSpPr>
          <p:spPr bwMode="gray">
            <a:xfrm>
              <a:off x="12233656" y="2584077"/>
              <a:ext cx="187184" cy="1871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47" name="Rectangle 46">
              <a:extLst>
                <a:ext uri="{FF2B5EF4-FFF2-40B4-BE49-F238E27FC236}">
                  <a16:creationId xmlns:a16="http://schemas.microsoft.com/office/drawing/2014/main" id="{E34110EB-1D9F-40AA-85D6-0DCE03E31FF6}"/>
                </a:ext>
              </a:extLst>
            </p:cNvPr>
            <p:cNvSpPr/>
            <p:nvPr/>
          </p:nvSpPr>
          <p:spPr bwMode="gray">
            <a:xfrm>
              <a:off x="12676696" y="2584077"/>
              <a:ext cx="187184" cy="187184"/>
            </a:xfrm>
            <a:prstGeom prst="rect">
              <a:avLst/>
            </a:prstGeom>
            <a:solidFill>
              <a:srgbClr val="606B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48" name="Rectangle 47">
              <a:extLst>
                <a:ext uri="{FF2B5EF4-FFF2-40B4-BE49-F238E27FC236}">
                  <a16:creationId xmlns:a16="http://schemas.microsoft.com/office/drawing/2014/main" id="{84C9A453-AE8F-4383-BD8F-32DA97D7AAF2}"/>
                </a:ext>
              </a:extLst>
            </p:cNvPr>
            <p:cNvSpPr/>
            <p:nvPr/>
          </p:nvSpPr>
          <p:spPr bwMode="gray">
            <a:xfrm>
              <a:off x="12898215" y="2584077"/>
              <a:ext cx="187184" cy="187184"/>
            </a:xfrm>
            <a:prstGeom prst="rect">
              <a:avLst/>
            </a:prstGeom>
            <a:solidFill>
              <a:srgbClr val="CACE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49" name="Rectangle 48">
              <a:extLst>
                <a:ext uri="{FF2B5EF4-FFF2-40B4-BE49-F238E27FC236}">
                  <a16:creationId xmlns:a16="http://schemas.microsoft.com/office/drawing/2014/main" id="{9E0FF7AE-5FC0-4FE9-B824-B5FD9D591486}"/>
                </a:ext>
              </a:extLst>
            </p:cNvPr>
            <p:cNvSpPr/>
            <p:nvPr/>
          </p:nvSpPr>
          <p:spPr bwMode="gray">
            <a:xfrm>
              <a:off x="12455176" y="2584077"/>
              <a:ext cx="187184" cy="187184"/>
            </a:xfrm>
            <a:prstGeom prst="rect">
              <a:avLst/>
            </a:prstGeom>
            <a:solidFill>
              <a:srgbClr val="959C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50" name="Rectangle 49">
              <a:extLst>
                <a:ext uri="{FF2B5EF4-FFF2-40B4-BE49-F238E27FC236}">
                  <a16:creationId xmlns:a16="http://schemas.microsoft.com/office/drawing/2014/main" id="{F0DA3666-914B-4B70-9285-AC745AC36DD8}"/>
                </a:ext>
              </a:extLst>
            </p:cNvPr>
            <p:cNvSpPr/>
            <p:nvPr/>
          </p:nvSpPr>
          <p:spPr bwMode="gray">
            <a:xfrm>
              <a:off x="12233656" y="1976453"/>
              <a:ext cx="187184" cy="187184"/>
            </a:xfrm>
            <a:prstGeom prst="rect">
              <a:avLst/>
            </a:prstGeom>
            <a:solidFill>
              <a:srgbClr val="8300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51" name="Rectangle 50">
              <a:extLst>
                <a:ext uri="{FF2B5EF4-FFF2-40B4-BE49-F238E27FC236}">
                  <a16:creationId xmlns:a16="http://schemas.microsoft.com/office/drawing/2014/main" id="{B5BBD6E4-2C3A-4BDE-91DF-83D595CE5D83}"/>
                </a:ext>
              </a:extLst>
            </p:cNvPr>
            <p:cNvSpPr/>
            <p:nvPr/>
          </p:nvSpPr>
          <p:spPr bwMode="gray">
            <a:xfrm>
              <a:off x="12233656" y="2282071"/>
              <a:ext cx="187184" cy="187184"/>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52" name="Rectangle 51">
              <a:extLst>
                <a:ext uri="{FF2B5EF4-FFF2-40B4-BE49-F238E27FC236}">
                  <a16:creationId xmlns:a16="http://schemas.microsoft.com/office/drawing/2014/main" id="{1EA34AC5-EFC7-4238-82A2-6B301C2DDE12}"/>
                </a:ext>
              </a:extLst>
            </p:cNvPr>
            <p:cNvSpPr/>
            <p:nvPr/>
          </p:nvSpPr>
          <p:spPr bwMode="gray">
            <a:xfrm>
              <a:off x="12455176" y="1976453"/>
              <a:ext cx="187184" cy="187184"/>
            </a:xfrm>
            <a:prstGeom prst="rect">
              <a:avLst/>
            </a:prstGeom>
            <a:solidFill>
              <a:srgbClr val="C17F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53" name="Rectangle 52">
              <a:extLst>
                <a:ext uri="{FF2B5EF4-FFF2-40B4-BE49-F238E27FC236}">
                  <a16:creationId xmlns:a16="http://schemas.microsoft.com/office/drawing/2014/main" id="{9C959C79-B003-4C43-BB55-D824D8433590}"/>
                </a:ext>
              </a:extLst>
            </p:cNvPr>
            <p:cNvSpPr/>
            <p:nvPr/>
          </p:nvSpPr>
          <p:spPr bwMode="gray">
            <a:xfrm>
              <a:off x="12676696" y="1976453"/>
              <a:ext cx="187184" cy="187184"/>
            </a:xfrm>
            <a:prstGeom prst="rect">
              <a:avLst/>
            </a:prstGeom>
            <a:solidFill>
              <a:srgbClr val="A24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54" name="Rectangle 53">
              <a:extLst>
                <a:ext uri="{FF2B5EF4-FFF2-40B4-BE49-F238E27FC236}">
                  <a16:creationId xmlns:a16="http://schemas.microsoft.com/office/drawing/2014/main" id="{2E2F109A-F3DB-4DF0-AE2F-90C6EA4CAB56}"/>
                </a:ext>
              </a:extLst>
            </p:cNvPr>
            <p:cNvSpPr/>
            <p:nvPr/>
          </p:nvSpPr>
          <p:spPr bwMode="gray">
            <a:xfrm>
              <a:off x="12898216" y="1976453"/>
              <a:ext cx="187184" cy="187184"/>
            </a:xfrm>
            <a:prstGeom prst="rect">
              <a:avLst/>
            </a:prstGeom>
            <a:solidFill>
              <a:srgbClr val="E0BF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55" name="TextBox 54">
              <a:extLst>
                <a:ext uri="{FF2B5EF4-FFF2-40B4-BE49-F238E27FC236}">
                  <a16:creationId xmlns:a16="http://schemas.microsoft.com/office/drawing/2014/main" id="{3A61E298-EB0A-4E17-BD09-A9BCC2649A12}"/>
                </a:ext>
              </a:extLst>
            </p:cNvPr>
            <p:cNvSpPr txBox="1"/>
            <p:nvPr/>
          </p:nvSpPr>
          <p:spPr>
            <a:xfrm>
              <a:off x="12233656" y="25480"/>
              <a:ext cx="851744" cy="184666"/>
            </a:xfrm>
            <a:prstGeom prst="rect">
              <a:avLst/>
            </a:prstGeom>
            <a:noFill/>
          </p:spPr>
          <p:txBody>
            <a:bodyPr wrap="square" lIns="0" rIns="0" rtlCol="0">
              <a:spAutoFit/>
            </a:bodyPr>
            <a:lstStyle/>
            <a:p>
              <a:pPr algn="ctr"/>
              <a:r>
                <a:rPr lang="en-US" sz="600">
                  <a:solidFill>
                    <a:schemeClr val="tx1"/>
                  </a:solidFill>
                </a:rPr>
                <a:t>100%  50%   75%   25%</a:t>
              </a:r>
            </a:p>
          </p:txBody>
        </p:sp>
        <p:sp>
          <p:nvSpPr>
            <p:cNvPr id="56" name="Rectangle 55">
              <a:extLst>
                <a:ext uri="{FF2B5EF4-FFF2-40B4-BE49-F238E27FC236}">
                  <a16:creationId xmlns:a16="http://schemas.microsoft.com/office/drawing/2014/main" id="{4705AA33-EE2E-4E4E-B109-36E236936840}"/>
                </a:ext>
              </a:extLst>
            </p:cNvPr>
            <p:cNvSpPr/>
            <p:nvPr/>
          </p:nvSpPr>
          <p:spPr bwMode="gray">
            <a:xfrm>
              <a:off x="12233656" y="2886083"/>
              <a:ext cx="187184" cy="187184"/>
            </a:xfrm>
            <a:prstGeom prst="rect">
              <a:avLst/>
            </a:prstGeom>
            <a:solidFill>
              <a:srgbClr val="F4F4F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58" name="Rectangle 57">
              <a:extLst>
                <a:ext uri="{FF2B5EF4-FFF2-40B4-BE49-F238E27FC236}">
                  <a16:creationId xmlns:a16="http://schemas.microsoft.com/office/drawing/2014/main" id="{5EEC58DC-2F2B-4BE2-B67F-07B125678C34}"/>
                </a:ext>
              </a:extLst>
            </p:cNvPr>
            <p:cNvSpPr/>
            <p:nvPr userDrawn="1"/>
          </p:nvSpPr>
          <p:spPr bwMode="gray">
            <a:xfrm>
              <a:off x="12233656" y="1765158"/>
              <a:ext cx="187184" cy="187184"/>
            </a:xfrm>
            <a:prstGeom prst="rect">
              <a:avLst/>
            </a:prstGeom>
            <a:solidFill>
              <a:srgbClr val="C627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59" name="Rectangle 58">
              <a:extLst>
                <a:ext uri="{FF2B5EF4-FFF2-40B4-BE49-F238E27FC236}">
                  <a16:creationId xmlns:a16="http://schemas.microsoft.com/office/drawing/2014/main" id="{8549ADF4-EEA9-43D1-8A2A-133C45DB1862}"/>
                </a:ext>
              </a:extLst>
            </p:cNvPr>
            <p:cNvSpPr/>
            <p:nvPr userDrawn="1"/>
          </p:nvSpPr>
          <p:spPr bwMode="gray">
            <a:xfrm>
              <a:off x="12455176" y="1765158"/>
              <a:ext cx="187184" cy="187184"/>
            </a:xfrm>
            <a:prstGeom prst="rect">
              <a:avLst/>
            </a:prstGeom>
            <a:solidFill>
              <a:srgbClr val="E99E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60" name="Rectangle 59">
              <a:extLst>
                <a:ext uri="{FF2B5EF4-FFF2-40B4-BE49-F238E27FC236}">
                  <a16:creationId xmlns:a16="http://schemas.microsoft.com/office/drawing/2014/main" id="{30543385-700D-4FD3-9403-942A7816AFF3}"/>
                </a:ext>
              </a:extLst>
            </p:cNvPr>
            <p:cNvSpPr/>
            <p:nvPr userDrawn="1"/>
          </p:nvSpPr>
          <p:spPr bwMode="gray">
            <a:xfrm>
              <a:off x="12676696" y="1765158"/>
              <a:ext cx="187184" cy="187184"/>
            </a:xfrm>
            <a:prstGeom prst="rect">
              <a:avLst/>
            </a:prstGeom>
            <a:solidFill>
              <a:srgbClr val="DB6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61" name="Rectangle 60">
              <a:extLst>
                <a:ext uri="{FF2B5EF4-FFF2-40B4-BE49-F238E27FC236}">
                  <a16:creationId xmlns:a16="http://schemas.microsoft.com/office/drawing/2014/main" id="{53C64855-B6D7-406E-A904-38AA3CAC33D1}"/>
                </a:ext>
              </a:extLst>
            </p:cNvPr>
            <p:cNvSpPr/>
            <p:nvPr userDrawn="1"/>
          </p:nvSpPr>
          <p:spPr bwMode="gray">
            <a:xfrm>
              <a:off x="12898216" y="1765158"/>
              <a:ext cx="187184" cy="187184"/>
            </a:xfrm>
            <a:prstGeom prst="rect">
              <a:avLst/>
            </a:prstGeom>
            <a:solidFill>
              <a:srgbClr val="F5C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74" name="Rectangle 73">
              <a:extLst>
                <a:ext uri="{FF2B5EF4-FFF2-40B4-BE49-F238E27FC236}">
                  <a16:creationId xmlns:a16="http://schemas.microsoft.com/office/drawing/2014/main" id="{F1671D4E-C545-4A51-AD54-465B655DA739}"/>
                </a:ext>
              </a:extLst>
            </p:cNvPr>
            <p:cNvSpPr/>
            <p:nvPr/>
          </p:nvSpPr>
          <p:spPr bwMode="gray">
            <a:xfrm>
              <a:off x="12455176" y="222423"/>
              <a:ext cx="187184" cy="187184"/>
            </a:xfrm>
            <a:prstGeom prst="rect">
              <a:avLst/>
            </a:prstGeom>
            <a:solidFill>
              <a:srgbClr val="7FD1E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75" name="Rectangle 74">
              <a:extLst>
                <a:ext uri="{FF2B5EF4-FFF2-40B4-BE49-F238E27FC236}">
                  <a16:creationId xmlns:a16="http://schemas.microsoft.com/office/drawing/2014/main" id="{2B621816-B34D-4C96-B96F-5C715C45829B}"/>
                </a:ext>
              </a:extLst>
            </p:cNvPr>
            <p:cNvSpPr/>
            <p:nvPr/>
          </p:nvSpPr>
          <p:spPr bwMode="gray">
            <a:xfrm>
              <a:off x="12455176" y="443728"/>
              <a:ext cx="187184" cy="187184"/>
            </a:xfrm>
            <a:prstGeom prst="rect">
              <a:avLst/>
            </a:prstGeom>
            <a:solidFill>
              <a:srgbClr val="7FAA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76" name="Rectangle 75">
              <a:extLst>
                <a:ext uri="{FF2B5EF4-FFF2-40B4-BE49-F238E27FC236}">
                  <a16:creationId xmlns:a16="http://schemas.microsoft.com/office/drawing/2014/main" id="{657F5CE8-B34F-444C-9F30-C4849266D875}"/>
                </a:ext>
              </a:extLst>
            </p:cNvPr>
            <p:cNvSpPr/>
            <p:nvPr/>
          </p:nvSpPr>
          <p:spPr bwMode="gray">
            <a:xfrm>
              <a:off x="12676695" y="222423"/>
              <a:ext cx="187184" cy="187184"/>
            </a:xfrm>
            <a:prstGeom prst="rect">
              <a:avLst/>
            </a:prstGeom>
            <a:solidFill>
              <a:srgbClr val="40BAE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77" name="Rectangle 76">
              <a:extLst>
                <a:ext uri="{FF2B5EF4-FFF2-40B4-BE49-F238E27FC236}">
                  <a16:creationId xmlns:a16="http://schemas.microsoft.com/office/drawing/2014/main" id="{03D284D6-CF6C-4BFC-8BAA-4E3DEFF9F379}"/>
                </a:ext>
              </a:extLst>
            </p:cNvPr>
            <p:cNvSpPr/>
            <p:nvPr/>
          </p:nvSpPr>
          <p:spPr bwMode="gray">
            <a:xfrm>
              <a:off x="12676695" y="443728"/>
              <a:ext cx="187184" cy="187184"/>
            </a:xfrm>
            <a:prstGeom prst="rect">
              <a:avLst/>
            </a:prstGeom>
            <a:solidFill>
              <a:srgbClr val="4080A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78" name="Rectangle 77">
              <a:extLst>
                <a:ext uri="{FF2B5EF4-FFF2-40B4-BE49-F238E27FC236}">
                  <a16:creationId xmlns:a16="http://schemas.microsoft.com/office/drawing/2014/main" id="{F2017C50-180E-4CF0-9C26-E8CEE97041A3}"/>
                </a:ext>
              </a:extLst>
            </p:cNvPr>
            <p:cNvSpPr/>
            <p:nvPr/>
          </p:nvSpPr>
          <p:spPr bwMode="gray">
            <a:xfrm>
              <a:off x="12898215" y="222423"/>
              <a:ext cx="187184" cy="187184"/>
            </a:xfrm>
            <a:prstGeom prst="rect">
              <a:avLst/>
            </a:prstGeom>
            <a:solidFill>
              <a:srgbClr val="BFE8F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79" name="Rectangle 78">
              <a:extLst>
                <a:ext uri="{FF2B5EF4-FFF2-40B4-BE49-F238E27FC236}">
                  <a16:creationId xmlns:a16="http://schemas.microsoft.com/office/drawing/2014/main" id="{B85309A6-0A06-430D-BC25-9F084A978BC1}"/>
                </a:ext>
              </a:extLst>
            </p:cNvPr>
            <p:cNvSpPr/>
            <p:nvPr/>
          </p:nvSpPr>
          <p:spPr bwMode="gray">
            <a:xfrm>
              <a:off x="12898215" y="443728"/>
              <a:ext cx="187184" cy="187184"/>
            </a:xfrm>
            <a:prstGeom prst="rect">
              <a:avLst/>
            </a:prstGeom>
            <a:solidFill>
              <a:srgbClr val="BFD4E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0" name="Rectangle 79">
              <a:extLst>
                <a:ext uri="{FF2B5EF4-FFF2-40B4-BE49-F238E27FC236}">
                  <a16:creationId xmlns:a16="http://schemas.microsoft.com/office/drawing/2014/main" id="{602F1061-646D-4F4A-BF71-63529009C779}"/>
                </a:ext>
              </a:extLst>
            </p:cNvPr>
            <p:cNvSpPr/>
            <p:nvPr/>
          </p:nvSpPr>
          <p:spPr bwMode="gray">
            <a:xfrm>
              <a:off x="12233656" y="666550"/>
              <a:ext cx="187184" cy="187184"/>
            </a:xfrm>
            <a:prstGeom prst="rect">
              <a:avLst/>
            </a:prstGeom>
            <a:solidFill>
              <a:srgbClr val="43B0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1" name="Rectangle 80">
              <a:extLst>
                <a:ext uri="{FF2B5EF4-FFF2-40B4-BE49-F238E27FC236}">
                  <a16:creationId xmlns:a16="http://schemas.microsoft.com/office/drawing/2014/main" id="{C0E5BBAC-94C9-4F7F-9287-47DCDACCDED5}"/>
                </a:ext>
              </a:extLst>
            </p:cNvPr>
            <p:cNvSpPr/>
            <p:nvPr/>
          </p:nvSpPr>
          <p:spPr bwMode="gray">
            <a:xfrm>
              <a:off x="12455176" y="1329200"/>
              <a:ext cx="187184" cy="187184"/>
            </a:xfrm>
            <a:prstGeom prst="rect">
              <a:avLst/>
            </a:prstGeom>
            <a:solidFill>
              <a:srgbClr val="F7D9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2" name="Rectangle 81">
              <a:extLst>
                <a:ext uri="{FF2B5EF4-FFF2-40B4-BE49-F238E27FC236}">
                  <a16:creationId xmlns:a16="http://schemas.microsoft.com/office/drawing/2014/main" id="{8D882D5B-CA7B-4921-A5C7-C2A02ADC6E9E}"/>
                </a:ext>
              </a:extLst>
            </p:cNvPr>
            <p:cNvSpPr/>
            <p:nvPr/>
          </p:nvSpPr>
          <p:spPr bwMode="gray">
            <a:xfrm>
              <a:off x="12676695" y="1329200"/>
              <a:ext cx="187184" cy="187184"/>
            </a:xfrm>
            <a:prstGeom prst="rect">
              <a:avLst/>
            </a:prstGeom>
            <a:solidFill>
              <a:srgbClr val="F4C6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3" name="Rectangle 82">
              <a:extLst>
                <a:ext uri="{FF2B5EF4-FFF2-40B4-BE49-F238E27FC236}">
                  <a16:creationId xmlns:a16="http://schemas.microsoft.com/office/drawing/2014/main" id="{B9E1E4DF-D2F6-452C-B668-F445C5207AE8}"/>
                </a:ext>
              </a:extLst>
            </p:cNvPr>
            <p:cNvSpPr/>
            <p:nvPr/>
          </p:nvSpPr>
          <p:spPr bwMode="gray">
            <a:xfrm>
              <a:off x="12898215" y="1329200"/>
              <a:ext cx="187184" cy="187184"/>
            </a:xfrm>
            <a:prstGeom prst="rect">
              <a:avLst/>
            </a:prstGeom>
            <a:solidFill>
              <a:srgbClr val="FBEC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4" name="Rectangle 83">
              <a:extLst>
                <a:ext uri="{FF2B5EF4-FFF2-40B4-BE49-F238E27FC236}">
                  <a16:creationId xmlns:a16="http://schemas.microsoft.com/office/drawing/2014/main" id="{B817B419-0520-447A-99C5-2445CD25CBC7}"/>
                </a:ext>
              </a:extLst>
            </p:cNvPr>
            <p:cNvSpPr/>
            <p:nvPr/>
          </p:nvSpPr>
          <p:spPr bwMode="gray">
            <a:xfrm>
              <a:off x="12233656" y="445182"/>
              <a:ext cx="187184" cy="187184"/>
            </a:xfrm>
            <a:prstGeom prst="rect">
              <a:avLst/>
            </a:prstGeom>
            <a:solidFill>
              <a:srgbClr val="0055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5" name="Rectangle 84">
              <a:extLst>
                <a:ext uri="{FF2B5EF4-FFF2-40B4-BE49-F238E27FC236}">
                  <a16:creationId xmlns:a16="http://schemas.microsoft.com/office/drawing/2014/main" id="{EAAAD1C3-AC65-4E7F-95B0-0904DA748A91}"/>
                </a:ext>
              </a:extLst>
            </p:cNvPr>
            <p:cNvSpPr/>
            <p:nvPr/>
          </p:nvSpPr>
          <p:spPr bwMode="gray">
            <a:xfrm>
              <a:off x="12455176" y="1550568"/>
              <a:ext cx="187184" cy="187184"/>
            </a:xfrm>
            <a:prstGeom prst="rect">
              <a:avLst/>
            </a:prstGeom>
            <a:solidFill>
              <a:srgbClr val="FEC48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6" name="Rectangle 85">
              <a:extLst>
                <a:ext uri="{FF2B5EF4-FFF2-40B4-BE49-F238E27FC236}">
                  <a16:creationId xmlns:a16="http://schemas.microsoft.com/office/drawing/2014/main" id="{93E25F0A-706F-4DD8-A3DC-8BA19EF80FF9}"/>
                </a:ext>
              </a:extLst>
            </p:cNvPr>
            <p:cNvSpPr/>
            <p:nvPr/>
          </p:nvSpPr>
          <p:spPr bwMode="gray">
            <a:xfrm>
              <a:off x="12676695" y="1550568"/>
              <a:ext cx="187184" cy="187184"/>
            </a:xfrm>
            <a:prstGeom prst="rect">
              <a:avLst/>
            </a:prstGeom>
            <a:solidFill>
              <a:srgbClr val="FEA74D"/>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7" name="Rectangle 86">
              <a:extLst>
                <a:ext uri="{FF2B5EF4-FFF2-40B4-BE49-F238E27FC236}">
                  <a16:creationId xmlns:a16="http://schemas.microsoft.com/office/drawing/2014/main" id="{9F5CD6E0-1E3E-40C5-A52C-E38D01328967}"/>
                </a:ext>
              </a:extLst>
            </p:cNvPr>
            <p:cNvSpPr/>
            <p:nvPr/>
          </p:nvSpPr>
          <p:spPr bwMode="gray">
            <a:xfrm>
              <a:off x="12898215" y="1550568"/>
              <a:ext cx="187184" cy="187184"/>
            </a:xfrm>
            <a:prstGeom prst="rect">
              <a:avLst/>
            </a:prstGeom>
            <a:solidFill>
              <a:srgbClr val="FFE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8" name="Rectangle 87">
              <a:extLst>
                <a:ext uri="{FF2B5EF4-FFF2-40B4-BE49-F238E27FC236}">
                  <a16:creationId xmlns:a16="http://schemas.microsoft.com/office/drawing/2014/main" id="{7F4C58CC-4DF8-4296-B3D0-140D4877D04D}"/>
                </a:ext>
              </a:extLst>
            </p:cNvPr>
            <p:cNvSpPr/>
            <p:nvPr/>
          </p:nvSpPr>
          <p:spPr bwMode="gray">
            <a:xfrm>
              <a:off x="12233656" y="222423"/>
              <a:ext cx="187184" cy="187184"/>
            </a:xfrm>
            <a:prstGeom prst="rect">
              <a:avLst/>
            </a:prstGeom>
            <a:solidFill>
              <a:srgbClr val="00A3E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9" name="Rectangle 88">
              <a:extLst>
                <a:ext uri="{FF2B5EF4-FFF2-40B4-BE49-F238E27FC236}">
                  <a16:creationId xmlns:a16="http://schemas.microsoft.com/office/drawing/2014/main" id="{8A8BD596-AF6E-430B-BB6B-EABDF5AEDD8E}"/>
                </a:ext>
              </a:extLst>
            </p:cNvPr>
            <p:cNvSpPr/>
            <p:nvPr/>
          </p:nvSpPr>
          <p:spPr bwMode="gray">
            <a:xfrm>
              <a:off x="12455176" y="1106378"/>
              <a:ext cx="187184" cy="187184"/>
            </a:xfrm>
            <a:prstGeom prst="rect">
              <a:avLst/>
            </a:prstGeom>
            <a:solidFill>
              <a:srgbClr val="7FD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90" name="Rectangle 89">
              <a:extLst>
                <a:ext uri="{FF2B5EF4-FFF2-40B4-BE49-F238E27FC236}">
                  <a16:creationId xmlns:a16="http://schemas.microsoft.com/office/drawing/2014/main" id="{831B3C34-B7AB-4090-8ECF-586A4E0A931D}"/>
                </a:ext>
              </a:extLst>
            </p:cNvPr>
            <p:cNvSpPr/>
            <p:nvPr/>
          </p:nvSpPr>
          <p:spPr bwMode="gray">
            <a:xfrm>
              <a:off x="12676695" y="1106378"/>
              <a:ext cx="187184" cy="187184"/>
            </a:xfrm>
            <a:prstGeom prst="rect">
              <a:avLst/>
            </a:prstGeom>
            <a:solidFill>
              <a:srgbClr val="40CFC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91" name="Rectangle 90">
              <a:extLst>
                <a:ext uri="{FF2B5EF4-FFF2-40B4-BE49-F238E27FC236}">
                  <a16:creationId xmlns:a16="http://schemas.microsoft.com/office/drawing/2014/main" id="{9BC3DFDA-BB56-4A0D-A846-DFCB8EF88D81}"/>
                </a:ext>
              </a:extLst>
            </p:cNvPr>
            <p:cNvSpPr/>
            <p:nvPr/>
          </p:nvSpPr>
          <p:spPr bwMode="gray">
            <a:xfrm>
              <a:off x="12898215" y="1106378"/>
              <a:ext cx="187184" cy="187184"/>
            </a:xfrm>
            <a:prstGeom prst="rect">
              <a:avLst/>
            </a:prstGeom>
            <a:solidFill>
              <a:srgbClr val="BFEFE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92" name="Rectangle 91">
              <a:extLst>
                <a:ext uri="{FF2B5EF4-FFF2-40B4-BE49-F238E27FC236}">
                  <a16:creationId xmlns:a16="http://schemas.microsoft.com/office/drawing/2014/main" id="{9B4C1DB7-696A-41FA-B3FE-4C10635D8931}"/>
                </a:ext>
              </a:extLst>
            </p:cNvPr>
            <p:cNvSpPr/>
            <p:nvPr/>
          </p:nvSpPr>
          <p:spPr bwMode="gray">
            <a:xfrm>
              <a:off x="12233656" y="1330654"/>
              <a:ext cx="187184" cy="187184"/>
            </a:xfrm>
            <a:prstGeom prst="rect">
              <a:avLst/>
            </a:prstGeom>
            <a:solidFill>
              <a:srgbClr val="F0B32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93" name="Rectangle 92">
              <a:extLst>
                <a:ext uri="{FF2B5EF4-FFF2-40B4-BE49-F238E27FC236}">
                  <a16:creationId xmlns:a16="http://schemas.microsoft.com/office/drawing/2014/main" id="{C2A2C519-863C-4FFE-885E-34C8AB2B023E}"/>
                </a:ext>
              </a:extLst>
            </p:cNvPr>
            <p:cNvSpPr/>
            <p:nvPr/>
          </p:nvSpPr>
          <p:spPr bwMode="gray">
            <a:xfrm>
              <a:off x="12233656" y="1550568"/>
              <a:ext cx="187184" cy="187184"/>
            </a:xfrm>
            <a:prstGeom prst="rect">
              <a:avLst/>
            </a:prstGeom>
            <a:solidFill>
              <a:srgbClr val="FE8A1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94" name="Rectangle 93">
              <a:extLst>
                <a:ext uri="{FF2B5EF4-FFF2-40B4-BE49-F238E27FC236}">
                  <a16:creationId xmlns:a16="http://schemas.microsoft.com/office/drawing/2014/main" id="{00299C38-075C-4023-BA01-5FBB57E7B93E}"/>
                </a:ext>
              </a:extLst>
            </p:cNvPr>
            <p:cNvSpPr/>
            <p:nvPr/>
          </p:nvSpPr>
          <p:spPr bwMode="gray">
            <a:xfrm>
              <a:off x="12233656" y="1109286"/>
              <a:ext cx="187184" cy="187184"/>
            </a:xfrm>
            <a:prstGeom prst="rect">
              <a:avLst/>
            </a:prstGeom>
            <a:solidFill>
              <a:srgbClr val="00BFB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95" name="Rectangle 94">
              <a:extLst>
                <a:ext uri="{FF2B5EF4-FFF2-40B4-BE49-F238E27FC236}">
                  <a16:creationId xmlns:a16="http://schemas.microsoft.com/office/drawing/2014/main" id="{D230E707-137B-4479-8F7E-1687687A179F}"/>
                </a:ext>
              </a:extLst>
            </p:cNvPr>
            <p:cNvSpPr/>
            <p:nvPr/>
          </p:nvSpPr>
          <p:spPr bwMode="gray">
            <a:xfrm>
              <a:off x="12233656" y="887918"/>
              <a:ext cx="187184" cy="187184"/>
            </a:xfrm>
            <a:prstGeom prst="rect">
              <a:avLst/>
            </a:prstGeom>
            <a:solidFill>
              <a:srgbClr val="02712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96" name="Rectangle 95">
              <a:extLst>
                <a:ext uri="{FF2B5EF4-FFF2-40B4-BE49-F238E27FC236}">
                  <a16:creationId xmlns:a16="http://schemas.microsoft.com/office/drawing/2014/main" id="{930CCC58-FAA5-4900-A5F9-0B899F2A0460}"/>
                </a:ext>
              </a:extLst>
            </p:cNvPr>
            <p:cNvSpPr/>
            <p:nvPr/>
          </p:nvSpPr>
          <p:spPr bwMode="gray">
            <a:xfrm>
              <a:off x="12455176" y="887918"/>
              <a:ext cx="187184" cy="187184"/>
            </a:xfrm>
            <a:prstGeom prst="rect">
              <a:avLst/>
            </a:prstGeom>
            <a:solidFill>
              <a:srgbClr val="80B8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97" name="Rectangle 96">
              <a:extLst>
                <a:ext uri="{FF2B5EF4-FFF2-40B4-BE49-F238E27FC236}">
                  <a16:creationId xmlns:a16="http://schemas.microsoft.com/office/drawing/2014/main" id="{0D728566-B8B7-4E9D-8B72-20AC79577B3C}"/>
                </a:ext>
              </a:extLst>
            </p:cNvPr>
            <p:cNvSpPr/>
            <p:nvPr/>
          </p:nvSpPr>
          <p:spPr bwMode="gray">
            <a:xfrm>
              <a:off x="12455176" y="666550"/>
              <a:ext cx="187184" cy="187184"/>
            </a:xfrm>
            <a:prstGeom prst="rect">
              <a:avLst/>
            </a:prstGeom>
            <a:solidFill>
              <a:srgbClr val="A1D79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98" name="Rectangle 97">
              <a:extLst>
                <a:ext uri="{FF2B5EF4-FFF2-40B4-BE49-F238E27FC236}">
                  <a16:creationId xmlns:a16="http://schemas.microsoft.com/office/drawing/2014/main" id="{0654B01F-B9ED-460E-8A42-71800A74AFD1}"/>
                </a:ext>
              </a:extLst>
            </p:cNvPr>
            <p:cNvSpPr/>
            <p:nvPr/>
          </p:nvSpPr>
          <p:spPr bwMode="gray">
            <a:xfrm>
              <a:off x="12676695" y="887918"/>
              <a:ext cx="187184" cy="187184"/>
            </a:xfrm>
            <a:prstGeom prst="rect">
              <a:avLst/>
            </a:prstGeom>
            <a:solidFill>
              <a:srgbClr val="4195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99" name="Rectangle 98">
              <a:extLst>
                <a:ext uri="{FF2B5EF4-FFF2-40B4-BE49-F238E27FC236}">
                  <a16:creationId xmlns:a16="http://schemas.microsoft.com/office/drawing/2014/main" id="{198DE376-4FF4-4A06-A431-8F072BE6F442}"/>
                </a:ext>
              </a:extLst>
            </p:cNvPr>
            <p:cNvSpPr/>
            <p:nvPr/>
          </p:nvSpPr>
          <p:spPr bwMode="gray">
            <a:xfrm>
              <a:off x="12676695" y="666550"/>
              <a:ext cx="187184" cy="187184"/>
            </a:xfrm>
            <a:prstGeom prst="rect">
              <a:avLst/>
            </a:prstGeom>
            <a:solidFill>
              <a:srgbClr val="72C45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00" name="Rectangle 99">
              <a:extLst>
                <a:ext uri="{FF2B5EF4-FFF2-40B4-BE49-F238E27FC236}">
                  <a16:creationId xmlns:a16="http://schemas.microsoft.com/office/drawing/2014/main" id="{83CCD18B-54DC-422F-BC15-C5819DF277AE}"/>
                </a:ext>
              </a:extLst>
            </p:cNvPr>
            <p:cNvSpPr/>
            <p:nvPr/>
          </p:nvSpPr>
          <p:spPr bwMode="gray">
            <a:xfrm>
              <a:off x="12898215" y="887918"/>
              <a:ext cx="187184" cy="187184"/>
            </a:xfrm>
            <a:prstGeom prst="rect">
              <a:avLst/>
            </a:prstGeom>
            <a:solidFill>
              <a:srgbClr val="C0DC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01" name="Rectangle 100">
              <a:extLst>
                <a:ext uri="{FF2B5EF4-FFF2-40B4-BE49-F238E27FC236}">
                  <a16:creationId xmlns:a16="http://schemas.microsoft.com/office/drawing/2014/main" id="{C9AC4FBA-1217-4369-8CD8-64FAE85D8B82}"/>
                </a:ext>
              </a:extLst>
            </p:cNvPr>
            <p:cNvSpPr/>
            <p:nvPr/>
          </p:nvSpPr>
          <p:spPr bwMode="gray">
            <a:xfrm>
              <a:off x="12898215" y="666550"/>
              <a:ext cx="187184" cy="187184"/>
            </a:xfrm>
            <a:prstGeom prst="rect">
              <a:avLst/>
            </a:prstGeom>
            <a:solidFill>
              <a:srgbClr val="D0EBC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spTree>
    <p:extLst>
      <p:ext uri="{BB962C8B-B14F-4D97-AF65-F5344CB8AC3E}">
        <p14:creationId xmlns:p14="http://schemas.microsoft.com/office/powerpoint/2010/main" val="2074983910"/>
      </p:ext>
    </p:extLst>
  </p:cSld>
  <p:clrMap bg1="lt1" tx1="dk1" bg2="lt2" tx2="dk2" accent1="accent1" accent2="accent2" accent3="accent3" accent4="accent4" accent5="accent5" accent6="accent6" hlink="hlink" folHlink="folHlink"/>
  <p:sldLayoutIdLst>
    <p:sldLayoutId id="2147484291" r:id="rId1"/>
    <p:sldLayoutId id="2147484292" r:id="rId2"/>
    <p:sldLayoutId id="2147484293" r:id="rId3"/>
    <p:sldLayoutId id="2147484294" r:id="rId4"/>
    <p:sldLayoutId id="2147484295" r:id="rId5"/>
    <p:sldLayoutId id="2147484296" r:id="rId6"/>
    <p:sldLayoutId id="2147484297" r:id="rId7"/>
    <p:sldLayoutId id="2147484298" r:id="rId8"/>
    <p:sldLayoutId id="2147484299" r:id="rId9"/>
    <p:sldLayoutId id="2147484300" r:id="rId10"/>
    <p:sldLayoutId id="2147484301" r:id="rId11"/>
    <p:sldLayoutId id="2147484302" r:id="rId12"/>
    <p:sldLayoutId id="2147484303" r:id="rId13"/>
    <p:sldLayoutId id="2147484304" r:id="rId14"/>
    <p:sldLayoutId id="2147484305" r:id="rId15"/>
    <p:sldLayoutId id="2147484306" r:id="rId16"/>
    <p:sldLayoutId id="2147484307" r:id="rId17"/>
    <p:sldLayoutId id="2147484308" r:id="rId18"/>
    <p:sldLayoutId id="2147484309" r:id="rId19"/>
    <p:sldLayoutId id="2147484310" r:id="rId20"/>
    <p:sldLayoutId id="2147484311" r:id="rId21"/>
    <p:sldLayoutId id="2147484312" r:id="rId22"/>
    <p:sldLayoutId id="2147484313" r:id="rId23"/>
    <p:sldLayoutId id="2147484314" r:id="rId24"/>
    <p:sldLayoutId id="2147484315" r:id="rId25"/>
    <p:sldLayoutId id="2147484316" r:id="rId26"/>
    <p:sldLayoutId id="2147484317" r:id="rId2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xml"/><Relationship Id="rId1" Type="http://schemas.openxmlformats.org/officeDocument/2006/relationships/tags" Target="../tags/tag5.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24.png"/><Relationship Id="rId2" Type="http://schemas.openxmlformats.org/officeDocument/2006/relationships/slideLayout" Target="../slideLayouts/slideLayout13.xml"/><Relationship Id="rId1" Type="http://schemas.openxmlformats.org/officeDocument/2006/relationships/tags" Target="../tags/tag6.xml"/><Relationship Id="rId6" Type="http://schemas.openxmlformats.org/officeDocument/2006/relationships/image" Target="../media/image23.png"/><Relationship Id="rId5" Type="http://schemas.openxmlformats.org/officeDocument/2006/relationships/image" Target="../media/image1.emf"/><Relationship Id="rId4" Type="http://schemas.openxmlformats.org/officeDocument/2006/relationships/oleObject" Target="../embeddings/oleObject5.bin"/></Relationships>
</file>

<file path=ppt/slides/_rels/slide3.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0.png"/><Relationship Id="rId3" Type="http://schemas.openxmlformats.org/officeDocument/2006/relationships/notesSlide" Target="../notesSlides/notesSlide2.xml"/><Relationship Id="rId7" Type="http://schemas.openxmlformats.org/officeDocument/2006/relationships/image" Target="../media/image23.png"/><Relationship Id="rId12" Type="http://schemas.openxmlformats.org/officeDocument/2006/relationships/image" Target="../media/image29.png"/><Relationship Id="rId2" Type="http://schemas.openxmlformats.org/officeDocument/2006/relationships/slideLayout" Target="../slideLayouts/slideLayout7.xml"/><Relationship Id="rId1" Type="http://schemas.openxmlformats.org/officeDocument/2006/relationships/tags" Target="../tags/tag7.xml"/><Relationship Id="rId6" Type="http://schemas.openxmlformats.org/officeDocument/2006/relationships/image" Target="../media/image25.png"/><Relationship Id="rId11" Type="http://schemas.openxmlformats.org/officeDocument/2006/relationships/image" Target="../media/image28.svg"/><Relationship Id="rId5" Type="http://schemas.openxmlformats.org/officeDocument/2006/relationships/image" Target="../media/image1.emf"/><Relationship Id="rId10" Type="http://schemas.openxmlformats.org/officeDocument/2006/relationships/image" Target="../media/image27.png"/><Relationship Id="rId4" Type="http://schemas.openxmlformats.org/officeDocument/2006/relationships/oleObject" Target="../embeddings/oleObject6.bin"/><Relationship Id="rId9" Type="http://schemas.openxmlformats.org/officeDocument/2006/relationships/image" Target="../media/image24.png"/></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34.xml"/><Relationship Id="rId1" Type="http://schemas.openxmlformats.org/officeDocument/2006/relationships/tags" Target="../tags/tag8.x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34.xml"/><Relationship Id="rId1" Type="http://schemas.openxmlformats.org/officeDocument/2006/relationships/tags" Target="../tags/tag9.xml"/><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34.xml"/><Relationship Id="rId1" Type="http://schemas.openxmlformats.org/officeDocument/2006/relationships/tags" Target="../tags/tag10.x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6.xml"/><Relationship Id="rId1" Type="http://schemas.openxmlformats.org/officeDocument/2006/relationships/tags" Target="../tags/tag11.xml"/><Relationship Id="rId4" Type="http://schemas.openxmlformats.org/officeDocument/2006/relationships/image" Target="../media/image31.e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1.emf"/><Relationship Id="rId4" Type="http://schemas.openxmlformats.org/officeDocument/2006/relationships/oleObject" Target="../embeddings/oleObject11.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tags" Target="../tags/tag13.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tags" Target="../tags/tag14.xml"/><Relationship Id="rId6" Type="http://schemas.openxmlformats.org/officeDocument/2006/relationships/image" Target="../media/image32.png"/><Relationship Id="rId5" Type="http://schemas.openxmlformats.org/officeDocument/2006/relationships/image" Target="../media/image1.emf"/><Relationship Id="rId4" Type="http://schemas.openxmlformats.org/officeDocument/2006/relationships/oleObject" Target="../embeddings/oleObject13.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tags" Target="../tags/tag15.xml"/><Relationship Id="rId6" Type="http://schemas.openxmlformats.org/officeDocument/2006/relationships/image" Target="../media/image32.png"/><Relationship Id="rId5" Type="http://schemas.openxmlformats.org/officeDocument/2006/relationships/image" Target="../media/image1.emf"/><Relationship Id="rId4" Type="http://schemas.openxmlformats.org/officeDocument/2006/relationships/oleObject" Target="../embeddings/oleObject14.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6.xml"/><Relationship Id="rId5" Type="http://schemas.openxmlformats.org/officeDocument/2006/relationships/image" Target="../media/image1.emf"/><Relationship Id="rId4" Type="http://schemas.openxmlformats.org/officeDocument/2006/relationships/oleObject" Target="../embeddings/oleObject15.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60.xml"/><Relationship Id="rId1" Type="http://schemas.openxmlformats.org/officeDocument/2006/relationships/tags" Target="../tags/tag17.xml"/><Relationship Id="rId4" Type="http://schemas.openxmlformats.org/officeDocument/2006/relationships/image" Target="../media/image33.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60.xml"/><Relationship Id="rId1" Type="http://schemas.openxmlformats.org/officeDocument/2006/relationships/tags" Target="../tags/tag18.xml"/><Relationship Id="rId4" Type="http://schemas.openxmlformats.org/officeDocument/2006/relationships/image" Target="../media/image3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FF35952B-7D58-4000-B955-05395328737C}"/>
              </a:ext>
            </a:extLst>
          </p:cNvPr>
          <p:cNvGraphicFramePr>
            <a:graphicFrameLocks noChangeAspect="1"/>
          </p:cNvGraphicFramePr>
          <p:nvPr>
            <p:custDataLst>
              <p:tags r:id="rId1"/>
            </p:custDataLst>
            <p:extLst>
              <p:ext uri="{D42A27DB-BD31-4B8C-83A1-F6EECF244321}">
                <p14:modId xmlns:p14="http://schemas.microsoft.com/office/powerpoint/2010/main" val="21450435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2" name="Object 1" hidden="1">
                        <a:extLst>
                          <a:ext uri="{FF2B5EF4-FFF2-40B4-BE49-F238E27FC236}">
                            <a16:creationId xmlns:a16="http://schemas.microsoft.com/office/drawing/2014/main" id="{FF35952B-7D58-4000-B955-0539532873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B5D5DA1-DACE-4236-B2A5-D674B23E4F3E}"/>
              </a:ext>
            </a:extLst>
          </p:cNvPr>
          <p:cNvSpPr>
            <a:spLocks noGrp="1"/>
          </p:cNvSpPr>
          <p:nvPr>
            <p:ph type="ctrTitle"/>
          </p:nvPr>
        </p:nvSpPr>
        <p:spPr/>
        <p:txBody>
          <a:bodyPr vert="horz"/>
          <a:lstStyle/>
          <a:p>
            <a:r>
              <a:rPr lang="en-US" dirty="0"/>
              <a:t>Launch Tracker – Kick-off</a:t>
            </a:r>
          </a:p>
        </p:txBody>
      </p:sp>
      <p:sp>
        <p:nvSpPr>
          <p:cNvPr id="7" name="Subtitle 3">
            <a:extLst>
              <a:ext uri="{FF2B5EF4-FFF2-40B4-BE49-F238E27FC236}">
                <a16:creationId xmlns:a16="http://schemas.microsoft.com/office/drawing/2014/main" id="{9BCBC527-C297-40F2-9FF9-708EEFB8FD75}"/>
              </a:ext>
            </a:extLst>
          </p:cNvPr>
          <p:cNvSpPr>
            <a:spLocks noGrp="1"/>
          </p:cNvSpPr>
          <p:nvPr>
            <p:ph type="subTitle" idx="1"/>
          </p:nvPr>
        </p:nvSpPr>
        <p:spPr>
          <a:xfrm>
            <a:off x="743329" y="5518464"/>
            <a:ext cx="6349838" cy="669272"/>
          </a:xfrm>
        </p:spPr>
        <p:txBody>
          <a:bodyPr/>
          <a:lstStyle/>
          <a:p>
            <a:r>
              <a:rPr lang="en-US" dirty="0"/>
              <a:t>March 2023</a:t>
            </a:r>
          </a:p>
        </p:txBody>
      </p:sp>
      <p:sp>
        <p:nvSpPr>
          <p:cNvPr id="8" name="Text Placeholder 3">
            <a:extLst>
              <a:ext uri="{FF2B5EF4-FFF2-40B4-BE49-F238E27FC236}">
                <a16:creationId xmlns:a16="http://schemas.microsoft.com/office/drawing/2014/main" id="{862D3331-0F5A-4344-9277-E609CEE8AAEF}"/>
              </a:ext>
            </a:extLst>
          </p:cNvPr>
          <p:cNvSpPr>
            <a:spLocks noGrp="1"/>
          </p:cNvSpPr>
          <p:nvPr>
            <p:ph type="body" sz="quarter" idx="10"/>
          </p:nvPr>
        </p:nvSpPr>
        <p:spPr>
          <a:xfrm>
            <a:off x="743329" y="3681765"/>
            <a:ext cx="5596511" cy="1195801"/>
          </a:xfrm>
        </p:spPr>
        <p:txBody>
          <a:bodyPr lIns="91440" tIns="45720" rIns="91440" bIns="45720" anchor="t">
            <a:noAutofit/>
          </a:bodyPr>
          <a:lstStyle/>
          <a:p>
            <a:r>
              <a:rPr lang="en-US" dirty="0">
                <a:solidFill>
                  <a:schemeClr val="accent1"/>
                </a:solidFill>
              </a:rPr>
              <a:t>Enterprise Data &amp; Analytics</a:t>
            </a:r>
          </a:p>
        </p:txBody>
      </p:sp>
    </p:spTree>
    <p:extLst>
      <p:ext uri="{BB962C8B-B14F-4D97-AF65-F5344CB8AC3E}">
        <p14:creationId xmlns:p14="http://schemas.microsoft.com/office/powerpoint/2010/main" val="19974262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E4BD3A5-2E67-49DB-A6F9-8D47D685C722}"/>
              </a:ext>
            </a:extLst>
          </p:cNvPr>
          <p:cNvGraphicFramePr>
            <a:graphicFrameLocks noChangeAspect="1"/>
          </p:cNvGraphicFramePr>
          <p:nvPr>
            <p:custDataLst>
              <p:tags r:id="rId1"/>
            </p:custDataLst>
            <p:extLst>
              <p:ext uri="{D42A27DB-BD31-4B8C-83A1-F6EECF244321}">
                <p14:modId xmlns:p14="http://schemas.microsoft.com/office/powerpoint/2010/main" val="8455387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6" name="Object 5" hidden="1">
                        <a:extLst>
                          <a:ext uri="{FF2B5EF4-FFF2-40B4-BE49-F238E27FC236}">
                            <a16:creationId xmlns:a16="http://schemas.microsoft.com/office/drawing/2014/main" id="{4E4BD3A5-2E67-49DB-A6F9-8D47D685C72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5" name="Rectangle 34">
            <a:extLst>
              <a:ext uri="{FF2B5EF4-FFF2-40B4-BE49-F238E27FC236}">
                <a16:creationId xmlns:a16="http://schemas.microsoft.com/office/drawing/2014/main" id="{0755B8D1-E42F-4B9B-9773-AC9BF1A96711}"/>
              </a:ext>
            </a:extLst>
          </p:cNvPr>
          <p:cNvSpPr/>
          <p:nvPr/>
        </p:nvSpPr>
        <p:spPr>
          <a:xfrm>
            <a:off x="2456473" y="107856"/>
            <a:ext cx="7929610" cy="783844"/>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wrap="non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Project Overview</a:t>
            </a:r>
            <a:endParaRPr kumimoji="0" lang="en-US" sz="2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7" name="Rectangle 36">
            <a:extLst>
              <a:ext uri="{FF2B5EF4-FFF2-40B4-BE49-F238E27FC236}">
                <a16:creationId xmlns:a16="http://schemas.microsoft.com/office/drawing/2014/main" id="{370F69F3-51ED-40F0-AF61-1AFBF85C2FFB}"/>
              </a:ext>
            </a:extLst>
          </p:cNvPr>
          <p:cNvSpPr/>
          <p:nvPr/>
        </p:nvSpPr>
        <p:spPr>
          <a:xfrm>
            <a:off x="-5290" y="98977"/>
            <a:ext cx="3999374" cy="790575"/>
          </a:xfrm>
          <a:prstGeom prst="rect">
            <a:avLst/>
          </a:prstGeom>
          <a:solidFill>
            <a:schemeClr val="tx1"/>
          </a:solidFill>
          <a:ln>
            <a:noFill/>
          </a:ln>
        </p:spPr>
        <p:style>
          <a:lnRef idx="0">
            <a:schemeClr val="accent1"/>
          </a:lnRef>
          <a:fillRef idx="1">
            <a:schemeClr val="accent1"/>
          </a:fillRef>
          <a:effectRef idx="0">
            <a:schemeClr val="dk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400" b="0" i="0" u="none" strike="noStrike" kern="1200" cap="none" spc="0" normalizeH="0" baseline="0" noProof="0" dirty="0">
                <a:ln>
                  <a:noFill/>
                </a:ln>
                <a:solidFill>
                  <a:srgbClr val="FFFFFF"/>
                </a:solidFill>
                <a:effectLst/>
                <a:uLnTx/>
                <a:uFillTx/>
                <a:latin typeface="Arial" panose="020B0604020202020204"/>
                <a:ea typeface="+mn-ea"/>
                <a:cs typeface="+mn-cs"/>
              </a:rPr>
              <a:t>ED&amp;A </a:t>
            </a:r>
          </a:p>
        </p:txBody>
      </p:sp>
      <p:sp>
        <p:nvSpPr>
          <p:cNvPr id="41" name="Diagrama de flujo: operación manual 3">
            <a:extLst>
              <a:ext uri="{FF2B5EF4-FFF2-40B4-BE49-F238E27FC236}">
                <a16:creationId xmlns:a16="http://schemas.microsoft.com/office/drawing/2014/main" id="{663667E2-82CB-4A69-BE1C-8FD623576BD8}"/>
              </a:ext>
            </a:extLst>
          </p:cNvPr>
          <p:cNvSpPr/>
          <p:nvPr/>
        </p:nvSpPr>
        <p:spPr>
          <a:xfrm>
            <a:off x="331825" y="1504338"/>
            <a:ext cx="11077077" cy="1093513"/>
          </a:xfrm>
          <a:prstGeom prst="flowChartManualOperation">
            <a:avLst/>
          </a:prstGeom>
          <a:gradFill>
            <a:gsLst>
              <a:gs pos="0">
                <a:schemeClr val="bg1">
                  <a:lumMod val="85000"/>
                </a:schemeClr>
              </a:gs>
              <a:gs pos="50000">
                <a:schemeClr val="bg1">
                  <a:lumMod val="95000"/>
                </a:schemeClr>
              </a:gs>
              <a:gs pos="91000">
                <a:schemeClr val="bg1"/>
              </a:gs>
            </a:gsLst>
            <a:lin ang="5400000" scaled="0"/>
          </a:gradFill>
          <a:ln w="9525" cap="flat"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400"/>
              <a:buFontTx/>
              <a:buNone/>
              <a:tabLst/>
              <a:defRPr/>
            </a:pPr>
            <a:endParaRPr kumimoji="0" lang="es-ES" sz="1800" b="1" i="0" u="none" strike="noStrike" kern="1200" cap="none" spc="0" normalizeH="0" baseline="0" noProof="0">
              <a:ln>
                <a:noFill/>
              </a:ln>
              <a:solidFill>
                <a:srgbClr val="7F7F7F"/>
              </a:solidFill>
              <a:effectLst/>
              <a:uLnTx/>
              <a:uFillTx/>
              <a:latin typeface="Arial"/>
              <a:ea typeface="+mn-ea"/>
              <a:cs typeface="Arial"/>
            </a:endParaRPr>
          </a:p>
        </p:txBody>
      </p:sp>
      <p:sp>
        <p:nvSpPr>
          <p:cNvPr id="42" name="Rectangle 41">
            <a:extLst>
              <a:ext uri="{FF2B5EF4-FFF2-40B4-BE49-F238E27FC236}">
                <a16:creationId xmlns:a16="http://schemas.microsoft.com/office/drawing/2014/main" id="{577B66D8-1A76-4981-9197-A22C55A6450B}"/>
              </a:ext>
            </a:extLst>
          </p:cNvPr>
          <p:cNvSpPr/>
          <p:nvPr/>
        </p:nvSpPr>
        <p:spPr>
          <a:xfrm>
            <a:off x="929011" y="1761272"/>
            <a:ext cx="4087707" cy="1530567"/>
          </a:xfrm>
          <a:prstGeom prst="rect">
            <a:avLst/>
          </a:prstGeom>
          <a:noFill/>
          <a:ln>
            <a:solidFill>
              <a:schemeClr val="bg1"/>
            </a:solid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6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3" name="Rectangle: Rounded Corners 28">
            <a:extLst>
              <a:ext uri="{FF2B5EF4-FFF2-40B4-BE49-F238E27FC236}">
                <a16:creationId xmlns:a16="http://schemas.microsoft.com/office/drawing/2014/main" id="{82897CD4-4C98-4D0E-BB06-2CC5F18D1463}"/>
              </a:ext>
            </a:extLst>
          </p:cNvPr>
          <p:cNvSpPr/>
          <p:nvPr/>
        </p:nvSpPr>
        <p:spPr bwMode="auto">
          <a:xfrm>
            <a:off x="2186394" y="1655456"/>
            <a:ext cx="1703321" cy="259913"/>
          </a:xfrm>
          <a:prstGeom prst="roundRect">
            <a:avLst>
              <a:gd name="adj" fmla="val 50000"/>
            </a:avLst>
          </a:prstGeom>
          <a:solidFill>
            <a:schemeClr val="accent1"/>
          </a:solidFill>
          <a:ln>
            <a:noFill/>
            <a:headEnd type="none" w="med" len="med"/>
            <a:tailEnd type="none" w="med" len="med"/>
          </a:ln>
          <a:effectLst>
            <a:outerShdw blurRad="127000" sx="102000" sy="102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anose="020B0604020202020204"/>
                <a:ea typeface="+mn-ea"/>
                <a:cs typeface="Segoe UI Semilight" charset="0"/>
              </a:rPr>
              <a:t>Stakeholders</a:t>
            </a:r>
          </a:p>
        </p:txBody>
      </p:sp>
      <p:grpSp>
        <p:nvGrpSpPr>
          <p:cNvPr id="44" name="Group 43">
            <a:extLst>
              <a:ext uri="{FF2B5EF4-FFF2-40B4-BE49-F238E27FC236}">
                <a16:creationId xmlns:a16="http://schemas.microsoft.com/office/drawing/2014/main" id="{10827262-2401-4902-9FDA-65BA529CDA76}"/>
              </a:ext>
            </a:extLst>
          </p:cNvPr>
          <p:cNvGrpSpPr/>
          <p:nvPr/>
        </p:nvGrpSpPr>
        <p:grpSpPr>
          <a:xfrm>
            <a:off x="411204" y="1972373"/>
            <a:ext cx="618434" cy="1093513"/>
            <a:chOff x="423269" y="3504204"/>
            <a:chExt cx="1310876" cy="2478694"/>
          </a:xfrm>
        </p:grpSpPr>
        <p:sp>
          <p:nvSpPr>
            <p:cNvPr id="45" name="Freeform 3">
              <a:extLst>
                <a:ext uri="{FF2B5EF4-FFF2-40B4-BE49-F238E27FC236}">
                  <a16:creationId xmlns:a16="http://schemas.microsoft.com/office/drawing/2014/main" id="{6CE7DC84-E3A1-4A46-8FF1-74E0117E35B4}"/>
                </a:ext>
              </a:extLst>
            </p:cNvPr>
            <p:cNvSpPr>
              <a:spLocks noEditPoints="1"/>
            </p:cNvSpPr>
            <p:nvPr/>
          </p:nvSpPr>
          <p:spPr bwMode="auto">
            <a:xfrm>
              <a:off x="423269" y="3504204"/>
              <a:ext cx="538068" cy="2161714"/>
            </a:xfrm>
            <a:custGeom>
              <a:avLst/>
              <a:gdLst>
                <a:gd name="T0" fmla="*/ 280 w 287"/>
                <a:gd name="T1" fmla="*/ 271 h 1160"/>
                <a:gd name="T2" fmla="*/ 247 w 287"/>
                <a:gd name="T3" fmla="*/ 188 h 1160"/>
                <a:gd name="T4" fmla="*/ 213 w 287"/>
                <a:gd name="T5" fmla="*/ 135 h 1160"/>
                <a:gd name="T6" fmla="*/ 181 w 287"/>
                <a:gd name="T7" fmla="*/ 23 h 1160"/>
                <a:gd name="T8" fmla="*/ 82 w 287"/>
                <a:gd name="T9" fmla="*/ 57 h 1160"/>
                <a:gd name="T10" fmla="*/ 76 w 287"/>
                <a:gd name="T11" fmla="*/ 189 h 1160"/>
                <a:gd name="T12" fmla="*/ 40 w 287"/>
                <a:gd name="T13" fmla="*/ 237 h 1160"/>
                <a:gd name="T14" fmla="*/ 4 w 287"/>
                <a:gd name="T15" fmla="*/ 366 h 1160"/>
                <a:gd name="T16" fmla="*/ 7 w 287"/>
                <a:gd name="T17" fmla="*/ 412 h 1160"/>
                <a:gd name="T18" fmla="*/ 40 w 287"/>
                <a:gd name="T19" fmla="*/ 467 h 1160"/>
                <a:gd name="T20" fmla="*/ 35 w 287"/>
                <a:gd name="T21" fmla="*/ 546 h 1160"/>
                <a:gd name="T22" fmla="*/ 27 w 287"/>
                <a:gd name="T23" fmla="*/ 759 h 1160"/>
                <a:gd name="T24" fmla="*/ 47 w 287"/>
                <a:gd name="T25" fmla="*/ 843 h 1160"/>
                <a:gd name="T26" fmla="*/ 75 w 287"/>
                <a:gd name="T27" fmla="*/ 1036 h 1160"/>
                <a:gd name="T28" fmla="*/ 44 w 287"/>
                <a:gd name="T29" fmla="*/ 1127 h 1160"/>
                <a:gd name="T30" fmla="*/ 70 w 287"/>
                <a:gd name="T31" fmla="*/ 1155 h 1160"/>
                <a:gd name="T32" fmla="*/ 108 w 287"/>
                <a:gd name="T33" fmla="*/ 1107 h 1160"/>
                <a:gd name="T34" fmla="*/ 107 w 287"/>
                <a:gd name="T35" fmla="*/ 1141 h 1160"/>
                <a:gd name="T36" fmla="*/ 119 w 287"/>
                <a:gd name="T37" fmla="*/ 1132 h 1160"/>
                <a:gd name="T38" fmla="*/ 117 w 287"/>
                <a:gd name="T39" fmla="*/ 1050 h 1160"/>
                <a:gd name="T40" fmla="*/ 115 w 287"/>
                <a:gd name="T41" fmla="*/ 885 h 1160"/>
                <a:gd name="T42" fmla="*/ 167 w 287"/>
                <a:gd name="T43" fmla="*/ 851 h 1160"/>
                <a:gd name="T44" fmla="*/ 169 w 287"/>
                <a:gd name="T45" fmla="*/ 977 h 1160"/>
                <a:gd name="T46" fmla="*/ 154 w 287"/>
                <a:gd name="T47" fmla="*/ 1096 h 1160"/>
                <a:gd name="T48" fmla="*/ 148 w 287"/>
                <a:gd name="T49" fmla="*/ 1159 h 1160"/>
                <a:gd name="T50" fmla="*/ 205 w 287"/>
                <a:gd name="T51" fmla="*/ 1104 h 1160"/>
                <a:gd name="T52" fmla="*/ 202 w 287"/>
                <a:gd name="T53" fmla="*/ 1043 h 1160"/>
                <a:gd name="T54" fmla="*/ 234 w 287"/>
                <a:gd name="T55" fmla="*/ 852 h 1160"/>
                <a:gd name="T56" fmla="*/ 251 w 287"/>
                <a:gd name="T57" fmla="*/ 721 h 1160"/>
                <a:gd name="T58" fmla="*/ 265 w 287"/>
                <a:gd name="T59" fmla="*/ 535 h 1160"/>
                <a:gd name="T60" fmla="*/ 258 w 287"/>
                <a:gd name="T61" fmla="*/ 449 h 1160"/>
                <a:gd name="T62" fmla="*/ 244 w 287"/>
                <a:gd name="T63" fmla="*/ 388 h 1160"/>
                <a:gd name="T64" fmla="*/ 102 w 287"/>
                <a:gd name="T65" fmla="*/ 452 h 1160"/>
                <a:gd name="T66" fmla="*/ 114 w 287"/>
                <a:gd name="T67" fmla="*/ 452 h 1160"/>
                <a:gd name="T68" fmla="*/ 168 w 287"/>
                <a:gd name="T69" fmla="*/ 213 h 1160"/>
                <a:gd name="T70" fmla="*/ 117 w 287"/>
                <a:gd name="T71" fmla="*/ 344 h 1160"/>
                <a:gd name="T72" fmla="*/ 114 w 287"/>
                <a:gd name="T73" fmla="*/ 257 h 1160"/>
                <a:gd name="T74" fmla="*/ 102 w 287"/>
                <a:gd name="T75" fmla="*/ 205 h 1160"/>
                <a:gd name="T76" fmla="*/ 134 w 287"/>
                <a:gd name="T77" fmla="*/ 223 h 1160"/>
                <a:gd name="T78" fmla="*/ 152 w 287"/>
                <a:gd name="T79" fmla="*/ 222 h 1160"/>
                <a:gd name="T80" fmla="*/ 159 w 287"/>
                <a:gd name="T81" fmla="*/ 184 h 1160"/>
                <a:gd name="T82" fmla="*/ 189 w 287"/>
                <a:gd name="T83" fmla="*/ 176 h 1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 h="1160">
                  <a:moveTo>
                    <a:pt x="257" y="366"/>
                  </a:moveTo>
                  <a:cubicBezTo>
                    <a:pt x="258" y="353"/>
                    <a:pt x="279" y="285"/>
                    <a:pt x="280" y="271"/>
                  </a:cubicBezTo>
                  <a:cubicBezTo>
                    <a:pt x="281" y="257"/>
                    <a:pt x="287" y="214"/>
                    <a:pt x="282" y="199"/>
                  </a:cubicBezTo>
                  <a:cubicBezTo>
                    <a:pt x="277" y="183"/>
                    <a:pt x="247" y="188"/>
                    <a:pt x="247" y="188"/>
                  </a:cubicBezTo>
                  <a:cubicBezTo>
                    <a:pt x="247" y="188"/>
                    <a:pt x="240" y="172"/>
                    <a:pt x="226" y="168"/>
                  </a:cubicBezTo>
                  <a:cubicBezTo>
                    <a:pt x="211" y="164"/>
                    <a:pt x="229" y="145"/>
                    <a:pt x="213" y="135"/>
                  </a:cubicBezTo>
                  <a:cubicBezTo>
                    <a:pt x="203" y="128"/>
                    <a:pt x="206" y="92"/>
                    <a:pt x="202" y="78"/>
                  </a:cubicBezTo>
                  <a:cubicBezTo>
                    <a:pt x="199" y="64"/>
                    <a:pt x="190" y="35"/>
                    <a:pt x="181" y="23"/>
                  </a:cubicBezTo>
                  <a:cubicBezTo>
                    <a:pt x="171" y="10"/>
                    <a:pt x="152" y="17"/>
                    <a:pt x="152" y="17"/>
                  </a:cubicBezTo>
                  <a:cubicBezTo>
                    <a:pt x="108" y="0"/>
                    <a:pt x="86" y="37"/>
                    <a:pt x="82" y="57"/>
                  </a:cubicBezTo>
                  <a:cubicBezTo>
                    <a:pt x="79" y="77"/>
                    <a:pt x="89" y="114"/>
                    <a:pt x="77" y="140"/>
                  </a:cubicBezTo>
                  <a:cubicBezTo>
                    <a:pt x="66" y="165"/>
                    <a:pt x="91" y="174"/>
                    <a:pt x="76" y="189"/>
                  </a:cubicBezTo>
                  <a:cubicBezTo>
                    <a:pt x="60" y="203"/>
                    <a:pt x="74" y="208"/>
                    <a:pt x="59" y="215"/>
                  </a:cubicBezTo>
                  <a:cubicBezTo>
                    <a:pt x="45" y="221"/>
                    <a:pt x="40" y="224"/>
                    <a:pt x="40" y="237"/>
                  </a:cubicBezTo>
                  <a:cubicBezTo>
                    <a:pt x="40" y="250"/>
                    <a:pt x="28" y="284"/>
                    <a:pt x="22" y="314"/>
                  </a:cubicBezTo>
                  <a:cubicBezTo>
                    <a:pt x="15" y="344"/>
                    <a:pt x="8" y="355"/>
                    <a:pt x="4" y="366"/>
                  </a:cubicBezTo>
                  <a:cubicBezTo>
                    <a:pt x="0" y="378"/>
                    <a:pt x="2" y="382"/>
                    <a:pt x="4" y="388"/>
                  </a:cubicBezTo>
                  <a:cubicBezTo>
                    <a:pt x="6" y="393"/>
                    <a:pt x="7" y="394"/>
                    <a:pt x="7" y="412"/>
                  </a:cubicBezTo>
                  <a:cubicBezTo>
                    <a:pt x="7" y="431"/>
                    <a:pt x="38" y="434"/>
                    <a:pt x="38" y="434"/>
                  </a:cubicBezTo>
                  <a:cubicBezTo>
                    <a:pt x="38" y="434"/>
                    <a:pt x="40" y="451"/>
                    <a:pt x="40" y="467"/>
                  </a:cubicBezTo>
                  <a:cubicBezTo>
                    <a:pt x="40" y="482"/>
                    <a:pt x="30" y="526"/>
                    <a:pt x="28" y="538"/>
                  </a:cubicBezTo>
                  <a:cubicBezTo>
                    <a:pt x="26" y="550"/>
                    <a:pt x="35" y="546"/>
                    <a:pt x="35" y="546"/>
                  </a:cubicBezTo>
                  <a:cubicBezTo>
                    <a:pt x="35" y="546"/>
                    <a:pt x="35" y="559"/>
                    <a:pt x="33" y="578"/>
                  </a:cubicBezTo>
                  <a:cubicBezTo>
                    <a:pt x="30" y="597"/>
                    <a:pt x="27" y="724"/>
                    <a:pt x="27" y="759"/>
                  </a:cubicBezTo>
                  <a:cubicBezTo>
                    <a:pt x="27" y="794"/>
                    <a:pt x="23" y="842"/>
                    <a:pt x="27" y="842"/>
                  </a:cubicBezTo>
                  <a:cubicBezTo>
                    <a:pt x="32" y="842"/>
                    <a:pt x="47" y="843"/>
                    <a:pt x="47" y="843"/>
                  </a:cubicBezTo>
                  <a:cubicBezTo>
                    <a:pt x="47" y="843"/>
                    <a:pt x="45" y="866"/>
                    <a:pt x="46" y="895"/>
                  </a:cubicBezTo>
                  <a:cubicBezTo>
                    <a:pt x="47" y="923"/>
                    <a:pt x="70" y="1014"/>
                    <a:pt x="75" y="1036"/>
                  </a:cubicBezTo>
                  <a:cubicBezTo>
                    <a:pt x="79" y="1059"/>
                    <a:pt x="78" y="1079"/>
                    <a:pt x="70" y="1091"/>
                  </a:cubicBezTo>
                  <a:cubicBezTo>
                    <a:pt x="63" y="1103"/>
                    <a:pt x="57" y="1118"/>
                    <a:pt x="44" y="1127"/>
                  </a:cubicBezTo>
                  <a:cubicBezTo>
                    <a:pt x="31" y="1137"/>
                    <a:pt x="26" y="1141"/>
                    <a:pt x="28" y="1150"/>
                  </a:cubicBezTo>
                  <a:cubicBezTo>
                    <a:pt x="30" y="1158"/>
                    <a:pt x="46" y="1156"/>
                    <a:pt x="70" y="1155"/>
                  </a:cubicBezTo>
                  <a:cubicBezTo>
                    <a:pt x="94" y="1154"/>
                    <a:pt x="91" y="1139"/>
                    <a:pt x="94" y="1132"/>
                  </a:cubicBezTo>
                  <a:cubicBezTo>
                    <a:pt x="97" y="1125"/>
                    <a:pt x="108" y="1107"/>
                    <a:pt x="108" y="1107"/>
                  </a:cubicBezTo>
                  <a:cubicBezTo>
                    <a:pt x="108" y="1107"/>
                    <a:pt x="111" y="1110"/>
                    <a:pt x="111" y="1118"/>
                  </a:cubicBezTo>
                  <a:cubicBezTo>
                    <a:pt x="111" y="1127"/>
                    <a:pt x="107" y="1141"/>
                    <a:pt x="107" y="1141"/>
                  </a:cubicBezTo>
                  <a:cubicBezTo>
                    <a:pt x="117" y="1141"/>
                    <a:pt x="117" y="1141"/>
                    <a:pt x="117" y="1141"/>
                  </a:cubicBezTo>
                  <a:cubicBezTo>
                    <a:pt x="117" y="1141"/>
                    <a:pt x="120" y="1140"/>
                    <a:pt x="119" y="1132"/>
                  </a:cubicBezTo>
                  <a:cubicBezTo>
                    <a:pt x="118" y="1124"/>
                    <a:pt x="123" y="1106"/>
                    <a:pt x="127" y="1091"/>
                  </a:cubicBezTo>
                  <a:cubicBezTo>
                    <a:pt x="132" y="1075"/>
                    <a:pt x="123" y="1057"/>
                    <a:pt x="117" y="1050"/>
                  </a:cubicBezTo>
                  <a:cubicBezTo>
                    <a:pt x="112" y="1044"/>
                    <a:pt x="114" y="1009"/>
                    <a:pt x="115" y="974"/>
                  </a:cubicBezTo>
                  <a:cubicBezTo>
                    <a:pt x="117" y="939"/>
                    <a:pt x="119" y="901"/>
                    <a:pt x="115" y="885"/>
                  </a:cubicBezTo>
                  <a:cubicBezTo>
                    <a:pt x="112" y="868"/>
                    <a:pt x="107" y="846"/>
                    <a:pt x="107" y="846"/>
                  </a:cubicBezTo>
                  <a:cubicBezTo>
                    <a:pt x="167" y="851"/>
                    <a:pt x="167" y="851"/>
                    <a:pt x="167" y="851"/>
                  </a:cubicBezTo>
                  <a:cubicBezTo>
                    <a:pt x="167" y="851"/>
                    <a:pt x="169" y="863"/>
                    <a:pt x="169" y="889"/>
                  </a:cubicBezTo>
                  <a:cubicBezTo>
                    <a:pt x="169" y="916"/>
                    <a:pt x="169" y="934"/>
                    <a:pt x="169" y="977"/>
                  </a:cubicBezTo>
                  <a:cubicBezTo>
                    <a:pt x="169" y="1019"/>
                    <a:pt x="165" y="1035"/>
                    <a:pt x="160" y="1051"/>
                  </a:cubicBezTo>
                  <a:cubicBezTo>
                    <a:pt x="156" y="1068"/>
                    <a:pt x="159" y="1080"/>
                    <a:pt x="154" y="1096"/>
                  </a:cubicBezTo>
                  <a:cubicBezTo>
                    <a:pt x="149" y="1113"/>
                    <a:pt x="140" y="1125"/>
                    <a:pt x="135" y="1134"/>
                  </a:cubicBezTo>
                  <a:cubicBezTo>
                    <a:pt x="129" y="1143"/>
                    <a:pt x="127" y="1158"/>
                    <a:pt x="148" y="1159"/>
                  </a:cubicBezTo>
                  <a:cubicBezTo>
                    <a:pt x="170" y="1160"/>
                    <a:pt x="196" y="1150"/>
                    <a:pt x="196" y="1140"/>
                  </a:cubicBezTo>
                  <a:cubicBezTo>
                    <a:pt x="196" y="1131"/>
                    <a:pt x="198" y="1119"/>
                    <a:pt x="205" y="1104"/>
                  </a:cubicBezTo>
                  <a:cubicBezTo>
                    <a:pt x="213" y="1088"/>
                    <a:pt x="206" y="1075"/>
                    <a:pt x="204" y="1069"/>
                  </a:cubicBezTo>
                  <a:cubicBezTo>
                    <a:pt x="201" y="1062"/>
                    <a:pt x="202" y="1055"/>
                    <a:pt x="202" y="1043"/>
                  </a:cubicBezTo>
                  <a:cubicBezTo>
                    <a:pt x="202" y="1031"/>
                    <a:pt x="213" y="991"/>
                    <a:pt x="225" y="947"/>
                  </a:cubicBezTo>
                  <a:cubicBezTo>
                    <a:pt x="237" y="903"/>
                    <a:pt x="234" y="852"/>
                    <a:pt x="234" y="852"/>
                  </a:cubicBezTo>
                  <a:cubicBezTo>
                    <a:pt x="243" y="852"/>
                    <a:pt x="243" y="852"/>
                    <a:pt x="243" y="852"/>
                  </a:cubicBezTo>
                  <a:cubicBezTo>
                    <a:pt x="243" y="852"/>
                    <a:pt x="244" y="787"/>
                    <a:pt x="251" y="721"/>
                  </a:cubicBezTo>
                  <a:cubicBezTo>
                    <a:pt x="258" y="654"/>
                    <a:pt x="248" y="585"/>
                    <a:pt x="248" y="566"/>
                  </a:cubicBezTo>
                  <a:cubicBezTo>
                    <a:pt x="248" y="547"/>
                    <a:pt x="255" y="539"/>
                    <a:pt x="265" y="535"/>
                  </a:cubicBezTo>
                  <a:cubicBezTo>
                    <a:pt x="276" y="530"/>
                    <a:pt x="277" y="528"/>
                    <a:pt x="272" y="510"/>
                  </a:cubicBezTo>
                  <a:cubicBezTo>
                    <a:pt x="266" y="492"/>
                    <a:pt x="258" y="449"/>
                    <a:pt x="258" y="449"/>
                  </a:cubicBezTo>
                  <a:cubicBezTo>
                    <a:pt x="258" y="449"/>
                    <a:pt x="257" y="443"/>
                    <a:pt x="251" y="424"/>
                  </a:cubicBezTo>
                  <a:cubicBezTo>
                    <a:pt x="244" y="406"/>
                    <a:pt x="244" y="388"/>
                    <a:pt x="244" y="388"/>
                  </a:cubicBezTo>
                  <a:cubicBezTo>
                    <a:pt x="244" y="388"/>
                    <a:pt x="256" y="378"/>
                    <a:pt x="257" y="366"/>
                  </a:cubicBezTo>
                  <a:close/>
                  <a:moveTo>
                    <a:pt x="102" y="452"/>
                  </a:moveTo>
                  <a:cubicBezTo>
                    <a:pt x="110" y="434"/>
                    <a:pt x="110" y="434"/>
                    <a:pt x="110" y="434"/>
                  </a:cubicBezTo>
                  <a:cubicBezTo>
                    <a:pt x="114" y="452"/>
                    <a:pt x="114" y="452"/>
                    <a:pt x="114" y="452"/>
                  </a:cubicBezTo>
                  <a:lnTo>
                    <a:pt x="102" y="452"/>
                  </a:lnTo>
                  <a:close/>
                  <a:moveTo>
                    <a:pt x="168" y="213"/>
                  </a:moveTo>
                  <a:cubicBezTo>
                    <a:pt x="158" y="230"/>
                    <a:pt x="141" y="260"/>
                    <a:pt x="135" y="285"/>
                  </a:cubicBezTo>
                  <a:cubicBezTo>
                    <a:pt x="128" y="309"/>
                    <a:pt x="117" y="344"/>
                    <a:pt x="117" y="344"/>
                  </a:cubicBezTo>
                  <a:cubicBezTo>
                    <a:pt x="117" y="344"/>
                    <a:pt x="116" y="338"/>
                    <a:pt x="115" y="329"/>
                  </a:cubicBezTo>
                  <a:cubicBezTo>
                    <a:pt x="114" y="320"/>
                    <a:pt x="114" y="277"/>
                    <a:pt x="114" y="257"/>
                  </a:cubicBezTo>
                  <a:cubicBezTo>
                    <a:pt x="114" y="237"/>
                    <a:pt x="115" y="220"/>
                    <a:pt x="112" y="219"/>
                  </a:cubicBezTo>
                  <a:cubicBezTo>
                    <a:pt x="108" y="217"/>
                    <a:pt x="102" y="205"/>
                    <a:pt x="102" y="205"/>
                  </a:cubicBezTo>
                  <a:cubicBezTo>
                    <a:pt x="124" y="175"/>
                    <a:pt x="124" y="175"/>
                    <a:pt x="124" y="175"/>
                  </a:cubicBezTo>
                  <a:cubicBezTo>
                    <a:pt x="117" y="218"/>
                    <a:pt x="129" y="210"/>
                    <a:pt x="134" y="223"/>
                  </a:cubicBezTo>
                  <a:cubicBezTo>
                    <a:pt x="138" y="236"/>
                    <a:pt x="133" y="269"/>
                    <a:pt x="136" y="253"/>
                  </a:cubicBezTo>
                  <a:cubicBezTo>
                    <a:pt x="138" y="238"/>
                    <a:pt x="146" y="237"/>
                    <a:pt x="152" y="222"/>
                  </a:cubicBezTo>
                  <a:cubicBezTo>
                    <a:pt x="159" y="207"/>
                    <a:pt x="139" y="196"/>
                    <a:pt x="139" y="196"/>
                  </a:cubicBezTo>
                  <a:cubicBezTo>
                    <a:pt x="139" y="196"/>
                    <a:pt x="150" y="192"/>
                    <a:pt x="159" y="184"/>
                  </a:cubicBezTo>
                  <a:cubicBezTo>
                    <a:pt x="169" y="175"/>
                    <a:pt x="182" y="164"/>
                    <a:pt x="182" y="164"/>
                  </a:cubicBezTo>
                  <a:cubicBezTo>
                    <a:pt x="189" y="176"/>
                    <a:pt x="189" y="176"/>
                    <a:pt x="189" y="176"/>
                  </a:cubicBezTo>
                  <a:cubicBezTo>
                    <a:pt x="189" y="176"/>
                    <a:pt x="178" y="196"/>
                    <a:pt x="168" y="213"/>
                  </a:cubicBezTo>
                  <a:close/>
                </a:path>
              </a:pathLst>
            </a:custGeom>
            <a:solidFill>
              <a:schemeClr val="tx1">
                <a:lumMod val="65000"/>
                <a:lumOff val="35000"/>
              </a:schemeClr>
            </a:solidFill>
            <a:ln>
              <a:noFill/>
            </a:ln>
            <a:effectLst>
              <a:outerShdw blurRad="76200" dir="13500000" sy="23000" kx="1200000" algn="br" rotWithShape="0">
                <a:prstClr val="black">
                  <a:alpha val="6000"/>
                </a:prstClr>
              </a:outerShdw>
            </a:effectLst>
          </p:spPr>
          <p:txBody>
            <a:bodyPr vert="horz" wrap="square" lIns="121920" tIns="60960" rIns="121920" bIns="60960" numCol="1" anchor="t" anchorCtr="0" compatLnSpc="1">
              <a:prstTxWarp prst="textNoShape">
                <a:avLst/>
              </a:prstTxWarp>
            </a:bodyPr>
            <a:lstStyle>
              <a:defPPr>
                <a:defRPr lang="id-ID"/>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a:lstStyle>
            <a:p>
              <a:pPr marL="0" marR="0" lvl="0" indent="0" algn="l" defTabSz="914332"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srgbClr val="2B3A42"/>
                </a:solidFill>
                <a:effectLst/>
                <a:uLnTx/>
                <a:uFillTx/>
                <a:latin typeface="Arial" panose="020B0604020202020204"/>
                <a:ea typeface="+mn-ea"/>
                <a:cs typeface="+mn-cs"/>
              </a:endParaRPr>
            </a:p>
          </p:txBody>
        </p:sp>
        <p:sp>
          <p:nvSpPr>
            <p:cNvPr id="49" name="Freeform 4">
              <a:extLst>
                <a:ext uri="{FF2B5EF4-FFF2-40B4-BE49-F238E27FC236}">
                  <a16:creationId xmlns:a16="http://schemas.microsoft.com/office/drawing/2014/main" id="{2E3A5DF1-ED91-48D2-8069-AB39727CE30A}"/>
                </a:ext>
              </a:extLst>
            </p:cNvPr>
            <p:cNvSpPr>
              <a:spLocks noEditPoints="1"/>
            </p:cNvSpPr>
            <p:nvPr/>
          </p:nvSpPr>
          <p:spPr bwMode="auto">
            <a:xfrm>
              <a:off x="999360" y="3692194"/>
              <a:ext cx="734785" cy="2290704"/>
            </a:xfrm>
            <a:custGeom>
              <a:avLst/>
              <a:gdLst>
                <a:gd name="T0" fmla="*/ 379 w 386"/>
                <a:gd name="T1" fmla="*/ 464 h 1210"/>
                <a:gd name="T2" fmla="*/ 364 w 386"/>
                <a:gd name="T3" fmla="*/ 267 h 1210"/>
                <a:gd name="T4" fmla="*/ 269 w 386"/>
                <a:gd name="T5" fmla="*/ 191 h 1210"/>
                <a:gd name="T6" fmla="*/ 251 w 386"/>
                <a:gd name="T7" fmla="*/ 145 h 1210"/>
                <a:gd name="T8" fmla="*/ 266 w 386"/>
                <a:gd name="T9" fmla="*/ 116 h 1210"/>
                <a:gd name="T10" fmla="*/ 263 w 386"/>
                <a:gd name="T11" fmla="*/ 82 h 1210"/>
                <a:gd name="T12" fmla="*/ 205 w 386"/>
                <a:gd name="T13" fmla="*/ 0 h 1210"/>
                <a:gd name="T14" fmla="*/ 155 w 386"/>
                <a:gd name="T15" fmla="*/ 90 h 1210"/>
                <a:gd name="T16" fmla="*/ 174 w 386"/>
                <a:gd name="T17" fmla="*/ 126 h 1210"/>
                <a:gd name="T18" fmla="*/ 176 w 386"/>
                <a:gd name="T19" fmla="*/ 167 h 1210"/>
                <a:gd name="T20" fmla="*/ 177 w 386"/>
                <a:gd name="T21" fmla="*/ 167 h 1210"/>
                <a:gd name="T22" fmla="*/ 156 w 386"/>
                <a:gd name="T23" fmla="*/ 186 h 1210"/>
                <a:gd name="T24" fmla="*/ 99 w 386"/>
                <a:gd name="T25" fmla="*/ 207 h 1210"/>
                <a:gd name="T26" fmla="*/ 57 w 386"/>
                <a:gd name="T27" fmla="*/ 370 h 1210"/>
                <a:gd name="T28" fmla="*/ 38 w 386"/>
                <a:gd name="T29" fmla="*/ 604 h 1210"/>
                <a:gd name="T30" fmla="*/ 68 w 386"/>
                <a:gd name="T31" fmla="*/ 598 h 1210"/>
                <a:gd name="T32" fmla="*/ 68 w 386"/>
                <a:gd name="T33" fmla="*/ 607 h 1210"/>
                <a:gd name="T34" fmla="*/ 41 w 386"/>
                <a:gd name="T35" fmla="*/ 619 h 1210"/>
                <a:gd name="T36" fmla="*/ 47 w 386"/>
                <a:gd name="T37" fmla="*/ 662 h 1210"/>
                <a:gd name="T38" fmla="*/ 3 w 386"/>
                <a:gd name="T39" fmla="*/ 849 h 1210"/>
                <a:gd name="T40" fmla="*/ 99 w 386"/>
                <a:gd name="T41" fmla="*/ 898 h 1210"/>
                <a:gd name="T42" fmla="*/ 118 w 386"/>
                <a:gd name="T43" fmla="*/ 899 h 1210"/>
                <a:gd name="T44" fmla="*/ 127 w 386"/>
                <a:gd name="T45" fmla="*/ 1051 h 1210"/>
                <a:gd name="T46" fmla="*/ 118 w 386"/>
                <a:gd name="T47" fmla="*/ 1153 h 1210"/>
                <a:gd name="T48" fmla="*/ 181 w 386"/>
                <a:gd name="T49" fmla="*/ 1159 h 1210"/>
                <a:gd name="T50" fmla="*/ 194 w 386"/>
                <a:gd name="T51" fmla="*/ 1084 h 1210"/>
                <a:gd name="T52" fmla="*/ 192 w 386"/>
                <a:gd name="T53" fmla="*/ 968 h 1210"/>
                <a:gd name="T54" fmla="*/ 222 w 386"/>
                <a:gd name="T55" fmla="*/ 712 h 1210"/>
                <a:gd name="T56" fmla="*/ 252 w 386"/>
                <a:gd name="T57" fmla="*/ 767 h 1210"/>
                <a:gd name="T58" fmla="*/ 285 w 386"/>
                <a:gd name="T59" fmla="*/ 1024 h 1210"/>
                <a:gd name="T60" fmla="*/ 277 w 386"/>
                <a:gd name="T61" fmla="*/ 1067 h 1210"/>
                <a:gd name="T62" fmla="*/ 298 w 386"/>
                <a:gd name="T63" fmla="*/ 1146 h 1210"/>
                <a:gd name="T64" fmla="*/ 355 w 386"/>
                <a:gd name="T65" fmla="*/ 1205 h 1210"/>
                <a:gd name="T66" fmla="*/ 347 w 386"/>
                <a:gd name="T67" fmla="*/ 1105 h 1210"/>
                <a:gd name="T68" fmla="*/ 351 w 386"/>
                <a:gd name="T69" fmla="*/ 1046 h 1210"/>
                <a:gd name="T70" fmla="*/ 356 w 386"/>
                <a:gd name="T71" fmla="*/ 829 h 1210"/>
                <a:gd name="T72" fmla="*/ 354 w 386"/>
                <a:gd name="T73" fmla="*/ 603 h 1210"/>
                <a:gd name="T74" fmla="*/ 367 w 386"/>
                <a:gd name="T75" fmla="*/ 565 h 1210"/>
                <a:gd name="T76" fmla="*/ 109 w 386"/>
                <a:gd name="T77" fmla="*/ 669 h 1210"/>
                <a:gd name="T78" fmla="*/ 91 w 386"/>
                <a:gd name="T79" fmla="*/ 666 h 1210"/>
                <a:gd name="T80" fmla="*/ 90 w 386"/>
                <a:gd name="T81" fmla="*/ 617 h 1210"/>
                <a:gd name="T82" fmla="*/ 101 w 386"/>
                <a:gd name="T83" fmla="*/ 628 h 1210"/>
                <a:gd name="T84" fmla="*/ 108 w 386"/>
                <a:gd name="T85" fmla="*/ 649 h 1210"/>
                <a:gd name="T86" fmla="*/ 223 w 386"/>
                <a:gd name="T87" fmla="*/ 505 h 1210"/>
                <a:gd name="T88" fmla="*/ 221 w 386"/>
                <a:gd name="T89" fmla="*/ 232 h 1210"/>
                <a:gd name="T90" fmla="*/ 215 w 386"/>
                <a:gd name="T91" fmla="*/ 208 h 1210"/>
                <a:gd name="T92" fmla="*/ 205 w 386"/>
                <a:gd name="T93" fmla="*/ 231 h 1210"/>
                <a:gd name="T94" fmla="*/ 199 w 386"/>
                <a:gd name="T95" fmla="*/ 505 h 1210"/>
                <a:gd name="T96" fmla="*/ 190 w 386"/>
                <a:gd name="T97" fmla="*/ 325 h 1210"/>
                <a:gd name="T98" fmla="*/ 173 w 386"/>
                <a:gd name="T99" fmla="*/ 188 h 1210"/>
                <a:gd name="T100" fmla="*/ 182 w 386"/>
                <a:gd name="T101" fmla="*/ 176 h 1210"/>
                <a:gd name="T102" fmla="*/ 248 w 386"/>
                <a:gd name="T103" fmla="*/ 179 h 1210"/>
                <a:gd name="T104" fmla="*/ 259 w 386"/>
                <a:gd name="T105" fmla="*/ 196 h 1210"/>
                <a:gd name="T106" fmla="*/ 258 w 386"/>
                <a:gd name="T107" fmla="*/ 201 h 1210"/>
                <a:gd name="T108" fmla="*/ 260 w 386"/>
                <a:gd name="T109" fmla="*/ 256 h 1210"/>
                <a:gd name="T110" fmla="*/ 301 w 386"/>
                <a:gd name="T111" fmla="*/ 488 h 1210"/>
                <a:gd name="T112" fmla="*/ 360 w 386"/>
                <a:gd name="T113" fmla="*/ 585 h 1210"/>
                <a:gd name="T114" fmla="*/ 328 w 386"/>
                <a:gd name="T115" fmla="*/ 554 h 1210"/>
                <a:gd name="T116" fmla="*/ 360 w 386"/>
                <a:gd name="T117" fmla="*/ 585 h 1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86" h="1210">
                  <a:moveTo>
                    <a:pt x="379" y="512"/>
                  </a:moveTo>
                  <a:cubicBezTo>
                    <a:pt x="385" y="497"/>
                    <a:pt x="386" y="471"/>
                    <a:pt x="379" y="464"/>
                  </a:cubicBezTo>
                  <a:cubicBezTo>
                    <a:pt x="372" y="456"/>
                    <a:pt x="383" y="413"/>
                    <a:pt x="376" y="380"/>
                  </a:cubicBezTo>
                  <a:cubicBezTo>
                    <a:pt x="370" y="347"/>
                    <a:pt x="365" y="295"/>
                    <a:pt x="364" y="267"/>
                  </a:cubicBezTo>
                  <a:cubicBezTo>
                    <a:pt x="364" y="239"/>
                    <a:pt x="362" y="219"/>
                    <a:pt x="326" y="210"/>
                  </a:cubicBezTo>
                  <a:cubicBezTo>
                    <a:pt x="302" y="204"/>
                    <a:pt x="282" y="197"/>
                    <a:pt x="269" y="191"/>
                  </a:cubicBezTo>
                  <a:cubicBezTo>
                    <a:pt x="269" y="191"/>
                    <a:pt x="255" y="179"/>
                    <a:pt x="252" y="168"/>
                  </a:cubicBezTo>
                  <a:cubicBezTo>
                    <a:pt x="251" y="159"/>
                    <a:pt x="251" y="150"/>
                    <a:pt x="251" y="145"/>
                  </a:cubicBezTo>
                  <a:cubicBezTo>
                    <a:pt x="253" y="136"/>
                    <a:pt x="253" y="129"/>
                    <a:pt x="253" y="124"/>
                  </a:cubicBezTo>
                  <a:cubicBezTo>
                    <a:pt x="253" y="118"/>
                    <a:pt x="264" y="126"/>
                    <a:pt x="266" y="116"/>
                  </a:cubicBezTo>
                  <a:cubicBezTo>
                    <a:pt x="269" y="107"/>
                    <a:pt x="271" y="85"/>
                    <a:pt x="269" y="84"/>
                  </a:cubicBezTo>
                  <a:cubicBezTo>
                    <a:pt x="267" y="82"/>
                    <a:pt x="265" y="82"/>
                    <a:pt x="263" y="82"/>
                  </a:cubicBezTo>
                  <a:cubicBezTo>
                    <a:pt x="263" y="79"/>
                    <a:pt x="265" y="59"/>
                    <a:pt x="263" y="38"/>
                  </a:cubicBezTo>
                  <a:cubicBezTo>
                    <a:pt x="262" y="18"/>
                    <a:pt x="242" y="2"/>
                    <a:pt x="205" y="0"/>
                  </a:cubicBezTo>
                  <a:cubicBezTo>
                    <a:pt x="184" y="0"/>
                    <a:pt x="160" y="16"/>
                    <a:pt x="157" y="38"/>
                  </a:cubicBezTo>
                  <a:cubicBezTo>
                    <a:pt x="154" y="60"/>
                    <a:pt x="155" y="90"/>
                    <a:pt x="155" y="90"/>
                  </a:cubicBezTo>
                  <a:cubicBezTo>
                    <a:pt x="155" y="90"/>
                    <a:pt x="148" y="105"/>
                    <a:pt x="154" y="117"/>
                  </a:cubicBezTo>
                  <a:cubicBezTo>
                    <a:pt x="160" y="129"/>
                    <a:pt x="174" y="126"/>
                    <a:pt x="174" y="126"/>
                  </a:cubicBezTo>
                  <a:cubicBezTo>
                    <a:pt x="174" y="126"/>
                    <a:pt x="177" y="145"/>
                    <a:pt x="177" y="155"/>
                  </a:cubicBezTo>
                  <a:cubicBezTo>
                    <a:pt x="177" y="160"/>
                    <a:pt x="177" y="164"/>
                    <a:pt x="176" y="167"/>
                  </a:cubicBezTo>
                  <a:cubicBezTo>
                    <a:pt x="176" y="167"/>
                    <a:pt x="176" y="167"/>
                    <a:pt x="176" y="167"/>
                  </a:cubicBezTo>
                  <a:cubicBezTo>
                    <a:pt x="176" y="167"/>
                    <a:pt x="177" y="167"/>
                    <a:pt x="177" y="167"/>
                  </a:cubicBezTo>
                  <a:cubicBezTo>
                    <a:pt x="176" y="167"/>
                    <a:pt x="176" y="167"/>
                    <a:pt x="176" y="167"/>
                  </a:cubicBezTo>
                  <a:cubicBezTo>
                    <a:pt x="176" y="167"/>
                    <a:pt x="164" y="182"/>
                    <a:pt x="156" y="186"/>
                  </a:cubicBezTo>
                  <a:cubicBezTo>
                    <a:pt x="143" y="192"/>
                    <a:pt x="123" y="200"/>
                    <a:pt x="107" y="205"/>
                  </a:cubicBezTo>
                  <a:cubicBezTo>
                    <a:pt x="104" y="206"/>
                    <a:pt x="102" y="206"/>
                    <a:pt x="99" y="207"/>
                  </a:cubicBezTo>
                  <a:cubicBezTo>
                    <a:pt x="80" y="213"/>
                    <a:pt x="65" y="218"/>
                    <a:pt x="65" y="244"/>
                  </a:cubicBezTo>
                  <a:cubicBezTo>
                    <a:pt x="64" y="274"/>
                    <a:pt x="61" y="331"/>
                    <a:pt x="57" y="370"/>
                  </a:cubicBezTo>
                  <a:cubicBezTo>
                    <a:pt x="53" y="408"/>
                    <a:pt x="41" y="490"/>
                    <a:pt x="41" y="516"/>
                  </a:cubicBezTo>
                  <a:cubicBezTo>
                    <a:pt x="40" y="542"/>
                    <a:pt x="37" y="598"/>
                    <a:pt x="38" y="604"/>
                  </a:cubicBezTo>
                  <a:cubicBezTo>
                    <a:pt x="38" y="609"/>
                    <a:pt x="42" y="609"/>
                    <a:pt x="42" y="615"/>
                  </a:cubicBezTo>
                  <a:cubicBezTo>
                    <a:pt x="43" y="612"/>
                    <a:pt x="48" y="598"/>
                    <a:pt x="68" y="598"/>
                  </a:cubicBezTo>
                  <a:cubicBezTo>
                    <a:pt x="90" y="598"/>
                    <a:pt x="90" y="614"/>
                    <a:pt x="90" y="614"/>
                  </a:cubicBezTo>
                  <a:cubicBezTo>
                    <a:pt x="83" y="607"/>
                    <a:pt x="83" y="607"/>
                    <a:pt x="68" y="607"/>
                  </a:cubicBezTo>
                  <a:cubicBezTo>
                    <a:pt x="54" y="606"/>
                    <a:pt x="43" y="614"/>
                    <a:pt x="42" y="615"/>
                  </a:cubicBezTo>
                  <a:cubicBezTo>
                    <a:pt x="42" y="616"/>
                    <a:pt x="42" y="618"/>
                    <a:pt x="41" y="619"/>
                  </a:cubicBezTo>
                  <a:cubicBezTo>
                    <a:pt x="39" y="630"/>
                    <a:pt x="39" y="639"/>
                    <a:pt x="45" y="646"/>
                  </a:cubicBezTo>
                  <a:cubicBezTo>
                    <a:pt x="50" y="653"/>
                    <a:pt x="47" y="662"/>
                    <a:pt x="47" y="662"/>
                  </a:cubicBezTo>
                  <a:cubicBezTo>
                    <a:pt x="0" y="660"/>
                    <a:pt x="0" y="660"/>
                    <a:pt x="0" y="660"/>
                  </a:cubicBezTo>
                  <a:cubicBezTo>
                    <a:pt x="3" y="849"/>
                    <a:pt x="3" y="849"/>
                    <a:pt x="3" y="849"/>
                  </a:cubicBezTo>
                  <a:cubicBezTo>
                    <a:pt x="78" y="907"/>
                    <a:pt x="78" y="907"/>
                    <a:pt x="78" y="907"/>
                  </a:cubicBezTo>
                  <a:cubicBezTo>
                    <a:pt x="78" y="907"/>
                    <a:pt x="89" y="899"/>
                    <a:pt x="99" y="898"/>
                  </a:cubicBezTo>
                  <a:cubicBezTo>
                    <a:pt x="100" y="898"/>
                    <a:pt x="101" y="898"/>
                    <a:pt x="101" y="898"/>
                  </a:cubicBezTo>
                  <a:cubicBezTo>
                    <a:pt x="112" y="898"/>
                    <a:pt x="118" y="899"/>
                    <a:pt x="118" y="899"/>
                  </a:cubicBezTo>
                  <a:cubicBezTo>
                    <a:pt x="118" y="899"/>
                    <a:pt x="115" y="955"/>
                    <a:pt x="115" y="977"/>
                  </a:cubicBezTo>
                  <a:cubicBezTo>
                    <a:pt x="115" y="1000"/>
                    <a:pt x="117" y="1035"/>
                    <a:pt x="127" y="1051"/>
                  </a:cubicBezTo>
                  <a:cubicBezTo>
                    <a:pt x="136" y="1067"/>
                    <a:pt x="138" y="1073"/>
                    <a:pt x="138" y="1087"/>
                  </a:cubicBezTo>
                  <a:cubicBezTo>
                    <a:pt x="138" y="1101"/>
                    <a:pt x="117" y="1140"/>
                    <a:pt x="118" y="1153"/>
                  </a:cubicBezTo>
                  <a:cubicBezTo>
                    <a:pt x="118" y="1166"/>
                    <a:pt x="121" y="1186"/>
                    <a:pt x="143" y="1186"/>
                  </a:cubicBezTo>
                  <a:cubicBezTo>
                    <a:pt x="165" y="1185"/>
                    <a:pt x="181" y="1176"/>
                    <a:pt x="181" y="1159"/>
                  </a:cubicBezTo>
                  <a:cubicBezTo>
                    <a:pt x="181" y="1141"/>
                    <a:pt x="178" y="1130"/>
                    <a:pt x="185" y="1124"/>
                  </a:cubicBezTo>
                  <a:cubicBezTo>
                    <a:pt x="193" y="1117"/>
                    <a:pt x="181" y="1101"/>
                    <a:pt x="194" y="1084"/>
                  </a:cubicBezTo>
                  <a:cubicBezTo>
                    <a:pt x="206" y="1067"/>
                    <a:pt x="193" y="1066"/>
                    <a:pt x="196" y="1050"/>
                  </a:cubicBezTo>
                  <a:cubicBezTo>
                    <a:pt x="199" y="1034"/>
                    <a:pt x="193" y="987"/>
                    <a:pt x="192" y="968"/>
                  </a:cubicBezTo>
                  <a:cubicBezTo>
                    <a:pt x="191" y="949"/>
                    <a:pt x="194" y="926"/>
                    <a:pt x="204" y="846"/>
                  </a:cubicBezTo>
                  <a:cubicBezTo>
                    <a:pt x="213" y="765"/>
                    <a:pt x="219" y="729"/>
                    <a:pt x="222" y="712"/>
                  </a:cubicBezTo>
                  <a:cubicBezTo>
                    <a:pt x="225" y="694"/>
                    <a:pt x="229" y="672"/>
                    <a:pt x="229" y="672"/>
                  </a:cubicBezTo>
                  <a:cubicBezTo>
                    <a:pt x="229" y="672"/>
                    <a:pt x="242" y="748"/>
                    <a:pt x="252" y="767"/>
                  </a:cubicBezTo>
                  <a:cubicBezTo>
                    <a:pt x="262" y="785"/>
                    <a:pt x="274" y="879"/>
                    <a:pt x="277" y="907"/>
                  </a:cubicBezTo>
                  <a:cubicBezTo>
                    <a:pt x="280" y="934"/>
                    <a:pt x="278" y="1015"/>
                    <a:pt x="285" y="1024"/>
                  </a:cubicBezTo>
                  <a:cubicBezTo>
                    <a:pt x="291" y="1032"/>
                    <a:pt x="294" y="1044"/>
                    <a:pt x="294" y="1044"/>
                  </a:cubicBezTo>
                  <a:cubicBezTo>
                    <a:pt x="294" y="1044"/>
                    <a:pt x="277" y="1054"/>
                    <a:pt x="277" y="1067"/>
                  </a:cubicBezTo>
                  <a:cubicBezTo>
                    <a:pt x="277" y="1081"/>
                    <a:pt x="290" y="1092"/>
                    <a:pt x="289" y="1110"/>
                  </a:cubicBezTo>
                  <a:cubicBezTo>
                    <a:pt x="289" y="1128"/>
                    <a:pt x="291" y="1143"/>
                    <a:pt x="298" y="1146"/>
                  </a:cubicBezTo>
                  <a:cubicBezTo>
                    <a:pt x="305" y="1150"/>
                    <a:pt x="304" y="1180"/>
                    <a:pt x="313" y="1191"/>
                  </a:cubicBezTo>
                  <a:cubicBezTo>
                    <a:pt x="322" y="1201"/>
                    <a:pt x="337" y="1210"/>
                    <a:pt x="355" y="1205"/>
                  </a:cubicBezTo>
                  <a:cubicBezTo>
                    <a:pt x="373" y="1199"/>
                    <a:pt x="373" y="1175"/>
                    <a:pt x="364" y="1152"/>
                  </a:cubicBezTo>
                  <a:cubicBezTo>
                    <a:pt x="355" y="1129"/>
                    <a:pt x="344" y="1114"/>
                    <a:pt x="347" y="1105"/>
                  </a:cubicBezTo>
                  <a:cubicBezTo>
                    <a:pt x="351" y="1096"/>
                    <a:pt x="354" y="1082"/>
                    <a:pt x="345" y="1073"/>
                  </a:cubicBezTo>
                  <a:cubicBezTo>
                    <a:pt x="336" y="1064"/>
                    <a:pt x="345" y="1054"/>
                    <a:pt x="351" y="1046"/>
                  </a:cubicBezTo>
                  <a:cubicBezTo>
                    <a:pt x="357" y="1038"/>
                    <a:pt x="356" y="1002"/>
                    <a:pt x="356" y="982"/>
                  </a:cubicBezTo>
                  <a:cubicBezTo>
                    <a:pt x="357" y="962"/>
                    <a:pt x="354" y="864"/>
                    <a:pt x="356" y="829"/>
                  </a:cubicBezTo>
                  <a:cubicBezTo>
                    <a:pt x="357" y="793"/>
                    <a:pt x="360" y="685"/>
                    <a:pt x="355" y="655"/>
                  </a:cubicBezTo>
                  <a:cubicBezTo>
                    <a:pt x="350" y="625"/>
                    <a:pt x="354" y="603"/>
                    <a:pt x="354" y="603"/>
                  </a:cubicBezTo>
                  <a:cubicBezTo>
                    <a:pt x="354" y="603"/>
                    <a:pt x="366" y="609"/>
                    <a:pt x="366" y="597"/>
                  </a:cubicBezTo>
                  <a:cubicBezTo>
                    <a:pt x="366" y="586"/>
                    <a:pt x="362" y="584"/>
                    <a:pt x="367" y="565"/>
                  </a:cubicBezTo>
                  <a:cubicBezTo>
                    <a:pt x="372" y="545"/>
                    <a:pt x="373" y="527"/>
                    <a:pt x="379" y="512"/>
                  </a:cubicBezTo>
                  <a:close/>
                  <a:moveTo>
                    <a:pt x="109" y="669"/>
                  </a:moveTo>
                  <a:cubicBezTo>
                    <a:pt x="99" y="668"/>
                    <a:pt x="99" y="668"/>
                    <a:pt x="99" y="668"/>
                  </a:cubicBezTo>
                  <a:cubicBezTo>
                    <a:pt x="91" y="666"/>
                    <a:pt x="91" y="666"/>
                    <a:pt x="91" y="666"/>
                  </a:cubicBezTo>
                  <a:cubicBezTo>
                    <a:pt x="91" y="666"/>
                    <a:pt x="93" y="653"/>
                    <a:pt x="90" y="644"/>
                  </a:cubicBezTo>
                  <a:cubicBezTo>
                    <a:pt x="87" y="635"/>
                    <a:pt x="88" y="627"/>
                    <a:pt x="90" y="617"/>
                  </a:cubicBezTo>
                  <a:cubicBezTo>
                    <a:pt x="90" y="617"/>
                    <a:pt x="93" y="627"/>
                    <a:pt x="99" y="628"/>
                  </a:cubicBezTo>
                  <a:cubicBezTo>
                    <a:pt x="100" y="628"/>
                    <a:pt x="100" y="628"/>
                    <a:pt x="101" y="628"/>
                  </a:cubicBezTo>
                  <a:cubicBezTo>
                    <a:pt x="108" y="628"/>
                    <a:pt x="111" y="629"/>
                    <a:pt x="111" y="629"/>
                  </a:cubicBezTo>
                  <a:cubicBezTo>
                    <a:pt x="111" y="629"/>
                    <a:pt x="108" y="640"/>
                    <a:pt x="108" y="649"/>
                  </a:cubicBezTo>
                  <a:cubicBezTo>
                    <a:pt x="108" y="659"/>
                    <a:pt x="109" y="669"/>
                    <a:pt x="109" y="669"/>
                  </a:cubicBezTo>
                  <a:close/>
                  <a:moveTo>
                    <a:pt x="223" y="505"/>
                  </a:moveTo>
                  <a:cubicBezTo>
                    <a:pt x="225" y="464"/>
                    <a:pt x="224" y="347"/>
                    <a:pt x="223" y="322"/>
                  </a:cubicBezTo>
                  <a:cubicBezTo>
                    <a:pt x="223" y="296"/>
                    <a:pt x="218" y="239"/>
                    <a:pt x="221" y="232"/>
                  </a:cubicBezTo>
                  <a:cubicBezTo>
                    <a:pt x="224" y="224"/>
                    <a:pt x="232" y="218"/>
                    <a:pt x="241" y="223"/>
                  </a:cubicBezTo>
                  <a:cubicBezTo>
                    <a:pt x="241" y="223"/>
                    <a:pt x="231" y="208"/>
                    <a:pt x="215" y="208"/>
                  </a:cubicBezTo>
                  <a:cubicBezTo>
                    <a:pt x="199" y="208"/>
                    <a:pt x="188" y="223"/>
                    <a:pt x="188" y="223"/>
                  </a:cubicBezTo>
                  <a:cubicBezTo>
                    <a:pt x="188" y="223"/>
                    <a:pt x="206" y="219"/>
                    <a:pt x="205" y="231"/>
                  </a:cubicBezTo>
                  <a:cubicBezTo>
                    <a:pt x="205" y="243"/>
                    <a:pt x="199" y="305"/>
                    <a:pt x="199" y="346"/>
                  </a:cubicBezTo>
                  <a:cubicBezTo>
                    <a:pt x="199" y="383"/>
                    <a:pt x="196" y="472"/>
                    <a:pt x="199" y="505"/>
                  </a:cubicBezTo>
                  <a:cubicBezTo>
                    <a:pt x="187" y="504"/>
                    <a:pt x="183" y="503"/>
                    <a:pt x="183" y="503"/>
                  </a:cubicBezTo>
                  <a:cubicBezTo>
                    <a:pt x="183" y="503"/>
                    <a:pt x="194" y="386"/>
                    <a:pt x="190" y="325"/>
                  </a:cubicBezTo>
                  <a:cubicBezTo>
                    <a:pt x="186" y="279"/>
                    <a:pt x="178" y="220"/>
                    <a:pt x="173" y="188"/>
                  </a:cubicBezTo>
                  <a:cubicBezTo>
                    <a:pt x="173" y="188"/>
                    <a:pt x="173" y="188"/>
                    <a:pt x="173" y="188"/>
                  </a:cubicBezTo>
                  <a:cubicBezTo>
                    <a:pt x="173" y="188"/>
                    <a:pt x="178" y="170"/>
                    <a:pt x="182" y="176"/>
                  </a:cubicBezTo>
                  <a:cubicBezTo>
                    <a:pt x="182" y="176"/>
                    <a:pt x="182" y="176"/>
                    <a:pt x="182" y="176"/>
                  </a:cubicBezTo>
                  <a:cubicBezTo>
                    <a:pt x="190" y="189"/>
                    <a:pt x="203" y="204"/>
                    <a:pt x="212" y="204"/>
                  </a:cubicBezTo>
                  <a:cubicBezTo>
                    <a:pt x="222" y="204"/>
                    <a:pt x="238" y="193"/>
                    <a:pt x="248" y="179"/>
                  </a:cubicBezTo>
                  <a:cubicBezTo>
                    <a:pt x="248" y="179"/>
                    <a:pt x="248" y="179"/>
                    <a:pt x="248" y="179"/>
                  </a:cubicBezTo>
                  <a:cubicBezTo>
                    <a:pt x="248" y="179"/>
                    <a:pt x="258" y="182"/>
                    <a:pt x="259" y="196"/>
                  </a:cubicBezTo>
                  <a:cubicBezTo>
                    <a:pt x="259" y="197"/>
                    <a:pt x="258" y="199"/>
                    <a:pt x="258" y="201"/>
                  </a:cubicBezTo>
                  <a:cubicBezTo>
                    <a:pt x="258" y="201"/>
                    <a:pt x="258" y="201"/>
                    <a:pt x="258" y="201"/>
                  </a:cubicBezTo>
                  <a:cubicBezTo>
                    <a:pt x="258" y="201"/>
                    <a:pt x="258" y="201"/>
                    <a:pt x="258" y="201"/>
                  </a:cubicBezTo>
                  <a:cubicBezTo>
                    <a:pt x="258" y="213"/>
                    <a:pt x="258" y="230"/>
                    <a:pt x="260" y="256"/>
                  </a:cubicBezTo>
                  <a:cubicBezTo>
                    <a:pt x="263" y="335"/>
                    <a:pt x="277" y="429"/>
                    <a:pt x="284" y="450"/>
                  </a:cubicBezTo>
                  <a:cubicBezTo>
                    <a:pt x="292" y="472"/>
                    <a:pt x="301" y="488"/>
                    <a:pt x="301" y="488"/>
                  </a:cubicBezTo>
                  <a:cubicBezTo>
                    <a:pt x="301" y="488"/>
                    <a:pt x="251" y="504"/>
                    <a:pt x="223" y="505"/>
                  </a:cubicBezTo>
                  <a:close/>
                  <a:moveTo>
                    <a:pt x="360" y="585"/>
                  </a:moveTo>
                  <a:cubicBezTo>
                    <a:pt x="358" y="573"/>
                    <a:pt x="361" y="568"/>
                    <a:pt x="352" y="561"/>
                  </a:cubicBezTo>
                  <a:cubicBezTo>
                    <a:pt x="343" y="554"/>
                    <a:pt x="328" y="554"/>
                    <a:pt x="328" y="554"/>
                  </a:cubicBezTo>
                  <a:cubicBezTo>
                    <a:pt x="328" y="554"/>
                    <a:pt x="350" y="545"/>
                    <a:pt x="360" y="557"/>
                  </a:cubicBezTo>
                  <a:cubicBezTo>
                    <a:pt x="369" y="570"/>
                    <a:pt x="360" y="585"/>
                    <a:pt x="360" y="585"/>
                  </a:cubicBezTo>
                  <a:close/>
                </a:path>
              </a:pathLst>
            </a:custGeom>
            <a:solidFill>
              <a:schemeClr val="tx1">
                <a:lumMod val="75000"/>
                <a:lumOff val="25000"/>
              </a:schemeClr>
            </a:solidFill>
            <a:ln>
              <a:noFill/>
            </a:ln>
            <a:effectLst>
              <a:outerShdw blurRad="76200" dir="13500000" sy="23000" kx="1200000" algn="br" rotWithShape="0">
                <a:prstClr val="black">
                  <a:alpha val="6000"/>
                </a:prstClr>
              </a:outerShdw>
            </a:effectLst>
          </p:spPr>
          <p:txBody>
            <a:bodyPr vert="horz" wrap="square" lIns="121920" tIns="60960" rIns="121920" bIns="60960" numCol="1" anchor="t" anchorCtr="0" compatLnSpc="1">
              <a:prstTxWarp prst="textNoShape">
                <a:avLst/>
              </a:prstTxWarp>
            </a:bodyPr>
            <a:lstStyle>
              <a:defPPr>
                <a:defRPr lang="id-ID"/>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a:lstStyle>
            <a:p>
              <a:pPr marL="0" marR="0" lvl="0" indent="0" algn="l" defTabSz="914332"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srgbClr val="2B3A42"/>
                </a:solidFill>
                <a:effectLst/>
                <a:uLnTx/>
                <a:uFillTx/>
                <a:latin typeface="Arial" panose="020B0604020202020204"/>
                <a:ea typeface="+mn-ea"/>
                <a:cs typeface="+mn-cs"/>
              </a:endParaRPr>
            </a:p>
          </p:txBody>
        </p:sp>
      </p:grpSp>
      <p:sp>
        <p:nvSpPr>
          <p:cNvPr id="67" name="Rectangle 66">
            <a:extLst>
              <a:ext uri="{FF2B5EF4-FFF2-40B4-BE49-F238E27FC236}">
                <a16:creationId xmlns:a16="http://schemas.microsoft.com/office/drawing/2014/main" id="{69C305AD-FFAA-4A49-A1B7-D08BCB1CDD9E}"/>
              </a:ext>
            </a:extLst>
          </p:cNvPr>
          <p:cNvSpPr/>
          <p:nvPr/>
        </p:nvSpPr>
        <p:spPr>
          <a:xfrm>
            <a:off x="5371505" y="1785413"/>
            <a:ext cx="5750734" cy="2254619"/>
          </a:xfrm>
          <a:prstGeom prst="rect">
            <a:avLst/>
          </a:prstGeom>
          <a:noFill/>
          <a:ln>
            <a:solidFill>
              <a:schemeClr val="bg1"/>
            </a:solid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6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8" name="Rectangle: Rounded Corners 28">
            <a:extLst>
              <a:ext uri="{FF2B5EF4-FFF2-40B4-BE49-F238E27FC236}">
                <a16:creationId xmlns:a16="http://schemas.microsoft.com/office/drawing/2014/main" id="{513C84A5-0BCE-4A3B-AE83-7B764C42AD3B}"/>
              </a:ext>
            </a:extLst>
          </p:cNvPr>
          <p:cNvSpPr/>
          <p:nvPr/>
        </p:nvSpPr>
        <p:spPr bwMode="auto">
          <a:xfrm>
            <a:off x="6460268" y="1690493"/>
            <a:ext cx="3723117" cy="259913"/>
          </a:xfrm>
          <a:prstGeom prst="roundRect">
            <a:avLst>
              <a:gd name="adj" fmla="val 50000"/>
            </a:avLst>
          </a:prstGeom>
          <a:solidFill>
            <a:schemeClr val="accent2"/>
          </a:solidFill>
          <a:ln>
            <a:noFill/>
            <a:headEnd type="none" w="med" len="med"/>
            <a:tailEnd type="none" w="med" len="med"/>
          </a:ln>
          <a:effectLst>
            <a:outerShdw blurRad="127000" sx="102000" sy="102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Segoe UI Semilight" charset="0"/>
              </a:rPr>
              <a:t>BUSINESS CASE</a:t>
            </a:r>
          </a:p>
        </p:txBody>
      </p:sp>
      <p:sp>
        <p:nvSpPr>
          <p:cNvPr id="69" name="TextBox 68">
            <a:extLst>
              <a:ext uri="{FF2B5EF4-FFF2-40B4-BE49-F238E27FC236}">
                <a16:creationId xmlns:a16="http://schemas.microsoft.com/office/drawing/2014/main" id="{38B0ECEA-A051-4F66-B96F-E53A99A2308F}"/>
              </a:ext>
            </a:extLst>
          </p:cNvPr>
          <p:cNvSpPr txBox="1"/>
          <p:nvPr/>
        </p:nvSpPr>
        <p:spPr>
          <a:xfrm>
            <a:off x="5409136" y="2201665"/>
            <a:ext cx="5675471" cy="163121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Arial" panose="020B0604020202020204"/>
                <a:ea typeface="+mn-ea"/>
                <a:cs typeface="+mn-cs"/>
              </a:rPr>
              <a:t>Launch Excellence CEP initiative has been established to accelerate IQVIAs $ share of launch opportunities, so in order to assess the impact of the launch Excellence CEP and track IQVIA growth on Launches the team has established a set of KPIs and created a dashboard to monitor progress.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chemeClr val="bg1">
                  <a:lumMod val="50000"/>
                </a:schemeClr>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solidFill>
                  <a:schemeClr val="bg1">
                    <a:lumMod val="50000"/>
                  </a:schemeClr>
                </a:solidFill>
                <a:latin typeface="Arial" panose="020B0604020202020204"/>
              </a:rPr>
              <a:t>Currently Launch team is using tracker created in collaboration with IPM team but is not fully covering needs. Collaboration with ED&amp;A will intend to improve look and feel of Dashboard (current Dashboard is in tabular format and not very user friendly), incorporate additional fields and calculations, feed it with data from source systems and transition to more automated data cleansing. </a:t>
            </a:r>
            <a:endParaRPr kumimoji="0" lang="en-US" sz="1000" b="0" i="0" u="none" strike="noStrike" kern="1200" cap="none" spc="0" normalizeH="0" baseline="0" noProof="0" dirty="0">
              <a:ln>
                <a:noFill/>
              </a:ln>
              <a:solidFill>
                <a:schemeClr val="bg1">
                  <a:lumMod val="50000"/>
                </a:schemeClr>
              </a:solidFill>
              <a:effectLst/>
              <a:uLnTx/>
              <a:uFillTx/>
              <a:latin typeface="Arial" panose="020B0604020202020204"/>
              <a:ea typeface="+mn-ea"/>
              <a:cs typeface="+mn-cs"/>
            </a:endParaRPr>
          </a:p>
        </p:txBody>
      </p:sp>
      <p:sp>
        <p:nvSpPr>
          <p:cNvPr id="76" name="Rectangle 75">
            <a:extLst>
              <a:ext uri="{FF2B5EF4-FFF2-40B4-BE49-F238E27FC236}">
                <a16:creationId xmlns:a16="http://schemas.microsoft.com/office/drawing/2014/main" id="{5674A34A-F5EB-4F69-8CC2-167247523505}"/>
              </a:ext>
            </a:extLst>
          </p:cNvPr>
          <p:cNvSpPr/>
          <p:nvPr/>
        </p:nvSpPr>
        <p:spPr>
          <a:xfrm>
            <a:off x="5376243" y="4537167"/>
            <a:ext cx="2736000" cy="1497476"/>
          </a:xfrm>
          <a:prstGeom prst="rect">
            <a:avLst/>
          </a:prstGeom>
          <a:noFill/>
          <a:ln>
            <a:solidFill>
              <a:schemeClr val="bg1"/>
            </a:solid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6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9" name="Rectangle 78">
            <a:extLst>
              <a:ext uri="{FF2B5EF4-FFF2-40B4-BE49-F238E27FC236}">
                <a16:creationId xmlns:a16="http://schemas.microsoft.com/office/drawing/2014/main" id="{34FA30EA-5065-47A3-AE8A-237F699E8496}"/>
              </a:ext>
            </a:extLst>
          </p:cNvPr>
          <p:cNvSpPr/>
          <p:nvPr/>
        </p:nvSpPr>
        <p:spPr>
          <a:xfrm>
            <a:off x="8386239" y="4527962"/>
            <a:ext cx="2736000" cy="1506682"/>
          </a:xfrm>
          <a:prstGeom prst="rect">
            <a:avLst/>
          </a:prstGeom>
          <a:noFill/>
          <a:ln>
            <a:solidFill>
              <a:schemeClr val="bg1"/>
            </a:solid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6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0" name="Rectangle: Rounded Corners 28">
            <a:extLst>
              <a:ext uri="{FF2B5EF4-FFF2-40B4-BE49-F238E27FC236}">
                <a16:creationId xmlns:a16="http://schemas.microsoft.com/office/drawing/2014/main" id="{921D35EF-4B5A-429D-AFE9-29F0423D94B6}"/>
              </a:ext>
            </a:extLst>
          </p:cNvPr>
          <p:cNvSpPr/>
          <p:nvPr/>
        </p:nvSpPr>
        <p:spPr bwMode="auto">
          <a:xfrm>
            <a:off x="5909093" y="4412932"/>
            <a:ext cx="1703321" cy="259913"/>
          </a:xfrm>
          <a:prstGeom prst="roundRect">
            <a:avLst>
              <a:gd name="adj" fmla="val 50000"/>
            </a:avLst>
          </a:prstGeom>
          <a:solidFill>
            <a:schemeClr val="accent1"/>
          </a:solidFill>
          <a:ln>
            <a:noFill/>
            <a:headEnd type="none" w="med" len="med"/>
            <a:tailEnd type="none" w="med" len="med"/>
          </a:ln>
          <a:effectLst>
            <a:outerShdw blurRad="127000" sx="102000" sy="102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Segoe UI Semilight" charset="0"/>
              </a:rPr>
              <a:t>DATA SOURCES</a:t>
            </a:r>
          </a:p>
        </p:txBody>
      </p:sp>
      <p:sp>
        <p:nvSpPr>
          <p:cNvPr id="81" name="Rectangle: Rounded Corners 28">
            <a:extLst>
              <a:ext uri="{FF2B5EF4-FFF2-40B4-BE49-F238E27FC236}">
                <a16:creationId xmlns:a16="http://schemas.microsoft.com/office/drawing/2014/main" id="{802130F3-92A1-40FF-BC1E-B576515CC999}"/>
              </a:ext>
            </a:extLst>
          </p:cNvPr>
          <p:cNvSpPr/>
          <p:nvPr/>
        </p:nvSpPr>
        <p:spPr bwMode="auto">
          <a:xfrm>
            <a:off x="8902578" y="4395877"/>
            <a:ext cx="1703321" cy="259913"/>
          </a:xfrm>
          <a:prstGeom prst="roundRect">
            <a:avLst>
              <a:gd name="adj" fmla="val 50000"/>
            </a:avLst>
          </a:prstGeom>
          <a:solidFill>
            <a:schemeClr val="accent1">
              <a:lumMod val="75000"/>
            </a:schemeClr>
          </a:solidFill>
          <a:ln>
            <a:noFill/>
            <a:headEnd type="none" w="med" len="med"/>
            <a:tailEnd type="none" w="med" len="med"/>
          </a:ln>
          <a:effectLst>
            <a:outerShdw blurRad="127000" sx="102000" sy="102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Segoe UI Semilight" charset="0"/>
              </a:rPr>
              <a:t>BENEFITS</a:t>
            </a:r>
          </a:p>
        </p:txBody>
      </p:sp>
      <p:sp>
        <p:nvSpPr>
          <p:cNvPr id="85" name="TextBox 84">
            <a:extLst>
              <a:ext uri="{FF2B5EF4-FFF2-40B4-BE49-F238E27FC236}">
                <a16:creationId xmlns:a16="http://schemas.microsoft.com/office/drawing/2014/main" id="{1911C3B0-B137-4C43-B916-757B5CD962A1}"/>
              </a:ext>
            </a:extLst>
          </p:cNvPr>
          <p:cNvSpPr txBox="1"/>
          <p:nvPr/>
        </p:nvSpPr>
        <p:spPr>
          <a:xfrm>
            <a:off x="8471769" y="4758083"/>
            <a:ext cx="2673857" cy="1323439"/>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rgbClr val="606B71"/>
                </a:solidFill>
                <a:effectLst/>
                <a:uLnTx/>
                <a:uFillTx/>
                <a:latin typeface="Arial" panose="020B0604020202020204"/>
                <a:ea typeface="+mn-ea"/>
                <a:cs typeface="+mn-cs"/>
              </a:rPr>
              <a:t>Support Business Growth (RIH) in 2023 of +44M$ across Priority Launches by:</a:t>
            </a:r>
          </a:p>
          <a:p>
            <a:pPr marL="171450" marR="0" lvl="0" indent="-171450" defTabSz="914400" rtl="0" eaLnBrk="1" fontAlgn="auto" latinLnBrk="0" hangingPunct="1">
              <a:lnSpc>
                <a:spcPct val="100000"/>
              </a:lnSpc>
              <a:spcBef>
                <a:spcPts val="0"/>
              </a:spcBef>
              <a:spcAft>
                <a:spcPts val="0"/>
              </a:spcAft>
              <a:buClrTx/>
              <a:buSzTx/>
              <a:buFontTx/>
              <a:buChar char="-"/>
              <a:tabLst/>
              <a:defRPr/>
            </a:pPr>
            <a:r>
              <a:rPr lang="en-US" sz="900" dirty="0">
                <a:solidFill>
                  <a:srgbClr val="606B71"/>
                </a:solidFill>
                <a:latin typeface="Arial" panose="020B0604020202020204"/>
              </a:rPr>
              <a:t>Tracking IQVIA performance across Priority Launches</a:t>
            </a:r>
          </a:p>
          <a:p>
            <a:pPr marL="171450" marR="0" lvl="0" indent="-171450" defTabSz="914400" rtl="0" eaLnBrk="1" fontAlgn="auto" latinLnBrk="0" hangingPunct="1">
              <a:lnSpc>
                <a:spcPct val="100000"/>
              </a:lnSpc>
              <a:spcBef>
                <a:spcPts val="0"/>
              </a:spcBef>
              <a:spcAft>
                <a:spcPts val="0"/>
              </a:spcAft>
              <a:buClrTx/>
              <a:buSzTx/>
              <a:buFontTx/>
              <a:buChar char="-"/>
              <a:tabLst/>
              <a:defRPr/>
            </a:pPr>
            <a:r>
              <a:rPr kumimoji="0" lang="en-US" sz="900" i="0" u="none" strike="noStrike" kern="1200" cap="none" spc="0" normalizeH="0" baseline="0" noProof="0" dirty="0">
                <a:ln>
                  <a:noFill/>
                </a:ln>
                <a:solidFill>
                  <a:srgbClr val="606B71"/>
                </a:solidFill>
                <a:effectLst/>
                <a:uLnTx/>
                <a:uFillTx/>
                <a:latin typeface="Arial" panose="020B0604020202020204"/>
                <a:ea typeface="+mn-ea"/>
                <a:cs typeface="+mn-cs"/>
              </a:rPr>
              <a:t>Support key Account leads in understanding strengths and weaknesses, identifying white spaces and opportunities for further engagements/sales</a:t>
            </a:r>
            <a:endParaRPr kumimoji="0" lang="en-US" sz="900" i="0" u="none" strike="noStrike" kern="1200" cap="none" spc="0" normalizeH="0" baseline="0" noProof="0" dirty="0">
              <a:ln>
                <a:noFill/>
              </a:ln>
              <a:solidFill>
                <a:srgbClr val="00A3E0">
                  <a:lumMod val="75000"/>
                </a:srgbClr>
              </a:solidFill>
              <a:effectLst/>
              <a:uLnTx/>
              <a:uFillTx/>
              <a:latin typeface="Arial" panose="020B0604020202020204"/>
              <a:ea typeface="+mn-ea"/>
              <a:cs typeface="+mn-cs"/>
            </a:endParaRPr>
          </a:p>
        </p:txBody>
      </p:sp>
      <p:sp>
        <p:nvSpPr>
          <p:cNvPr id="94" name="TextBox 93">
            <a:extLst>
              <a:ext uri="{FF2B5EF4-FFF2-40B4-BE49-F238E27FC236}">
                <a16:creationId xmlns:a16="http://schemas.microsoft.com/office/drawing/2014/main" id="{36F42DE1-D37B-4704-8558-1391B9A37C64}"/>
              </a:ext>
            </a:extLst>
          </p:cNvPr>
          <p:cNvSpPr txBox="1"/>
          <p:nvPr/>
        </p:nvSpPr>
        <p:spPr>
          <a:xfrm>
            <a:off x="362089" y="1031975"/>
            <a:ext cx="5572726" cy="338554"/>
          </a:xfrm>
          <a:prstGeom prst="rect">
            <a:avLst/>
          </a:prstGeom>
          <a:noFill/>
        </p:spPr>
        <p:txBody>
          <a:bodyPr wrap="square" rtlCol="0">
            <a:spAutoFit/>
          </a:bodyPr>
          <a:lstStyle/>
          <a:p>
            <a:r>
              <a:rPr lang="en-US" sz="1600" b="1" i="1" dirty="0">
                <a:solidFill>
                  <a:schemeClr val="accent1"/>
                </a:solidFill>
              </a:rPr>
              <a:t>Project Status: </a:t>
            </a:r>
            <a:r>
              <a:rPr lang="en-US" sz="1600" b="1" i="1" dirty="0">
                <a:solidFill>
                  <a:schemeClr val="accent2"/>
                </a:solidFill>
                <a:cs typeface="Arial"/>
              </a:rPr>
              <a:t>Under Assessment </a:t>
            </a:r>
            <a:endParaRPr lang="en-US" sz="1600" i="1" dirty="0">
              <a:solidFill>
                <a:schemeClr val="accent2"/>
              </a:solidFill>
            </a:endParaRPr>
          </a:p>
        </p:txBody>
      </p:sp>
      <p:sp>
        <p:nvSpPr>
          <p:cNvPr id="95" name="TextBox 94">
            <a:extLst>
              <a:ext uri="{FF2B5EF4-FFF2-40B4-BE49-F238E27FC236}">
                <a16:creationId xmlns:a16="http://schemas.microsoft.com/office/drawing/2014/main" id="{D62F74FE-B703-43B0-A748-FE4CB4B2863B}"/>
              </a:ext>
            </a:extLst>
          </p:cNvPr>
          <p:cNvSpPr txBox="1"/>
          <p:nvPr/>
        </p:nvSpPr>
        <p:spPr>
          <a:xfrm>
            <a:off x="1075208" y="1877949"/>
            <a:ext cx="4016773" cy="1397819"/>
          </a:xfrm>
          <a:prstGeom prst="rect">
            <a:avLst/>
          </a:prstGeom>
          <a:noFill/>
        </p:spPr>
        <p:txBody>
          <a:bodyPr wrap="square" rtlCol="0">
            <a:spAutoFit/>
          </a:bodyPr>
          <a:lstStyle/>
          <a:p>
            <a:pPr>
              <a:lnSpc>
                <a:spcPct val="150000"/>
              </a:lnSpc>
            </a:pPr>
            <a:r>
              <a:rPr lang="en-US" sz="900" b="1" dirty="0">
                <a:solidFill>
                  <a:schemeClr val="bg1">
                    <a:lumMod val="50000"/>
                  </a:schemeClr>
                </a:solidFill>
              </a:rPr>
              <a:t>Key Sponsor: </a:t>
            </a:r>
            <a:r>
              <a:rPr lang="en-US" sz="900" i="1" dirty="0">
                <a:solidFill>
                  <a:schemeClr val="bg1">
                    <a:lumMod val="50000"/>
                  </a:schemeClr>
                </a:solidFill>
              </a:rPr>
              <a:t>Natalie Harb</a:t>
            </a:r>
          </a:p>
          <a:p>
            <a:pPr>
              <a:lnSpc>
                <a:spcPct val="150000"/>
              </a:lnSpc>
            </a:pPr>
            <a:r>
              <a:rPr lang="en-US" sz="900" b="1" i="1" dirty="0">
                <a:solidFill>
                  <a:schemeClr val="bg1">
                    <a:lumMod val="50000"/>
                  </a:schemeClr>
                </a:solidFill>
              </a:rPr>
              <a:t>Process Owners: </a:t>
            </a:r>
            <a:r>
              <a:rPr lang="en-US" sz="900" i="1" dirty="0">
                <a:solidFill>
                  <a:schemeClr val="bg1">
                    <a:lumMod val="50000"/>
                  </a:schemeClr>
                </a:solidFill>
              </a:rPr>
              <a:t>Alice Cinzia Perego, Deepa </a:t>
            </a:r>
            <a:r>
              <a:rPr lang="en-US" sz="900" i="1" dirty="0" err="1">
                <a:solidFill>
                  <a:schemeClr val="bg1">
                    <a:lumMod val="50000"/>
                  </a:schemeClr>
                </a:solidFill>
              </a:rPr>
              <a:t>Ananthakrishnan</a:t>
            </a:r>
            <a:endParaRPr lang="en-US" sz="900" i="1" dirty="0">
              <a:solidFill>
                <a:schemeClr val="bg1">
                  <a:lumMod val="50000"/>
                </a:schemeClr>
              </a:solidFill>
            </a:endParaRPr>
          </a:p>
          <a:p>
            <a:pPr>
              <a:lnSpc>
                <a:spcPct val="150000"/>
              </a:lnSpc>
              <a:spcAft>
                <a:spcPts val="400"/>
              </a:spcAft>
            </a:pPr>
            <a:r>
              <a:rPr lang="en-US" sz="900" b="1" i="1" dirty="0">
                <a:solidFill>
                  <a:schemeClr val="bg1">
                    <a:lumMod val="50000"/>
                  </a:schemeClr>
                </a:solidFill>
              </a:rPr>
              <a:t>VA SME:  </a:t>
            </a:r>
            <a:r>
              <a:rPr lang="en-US" sz="900" i="1" dirty="0">
                <a:solidFill>
                  <a:schemeClr val="bg1">
                    <a:lumMod val="50000"/>
                  </a:schemeClr>
                </a:solidFill>
              </a:rPr>
              <a:t>Anabel Sableski, Julian Shim</a:t>
            </a:r>
          </a:p>
          <a:p>
            <a:pPr>
              <a:spcAft>
                <a:spcPts val="600"/>
              </a:spcAft>
            </a:pPr>
            <a:r>
              <a:rPr lang="en-US" sz="900" b="1" i="1" dirty="0">
                <a:solidFill>
                  <a:schemeClr val="bg1">
                    <a:lumMod val="50000"/>
                  </a:schemeClr>
                </a:solidFill>
              </a:rPr>
              <a:t>ED&amp;A: </a:t>
            </a:r>
            <a:r>
              <a:rPr lang="en-US" sz="900" i="1" dirty="0">
                <a:solidFill>
                  <a:schemeClr val="bg1">
                    <a:lumMod val="50000"/>
                  </a:schemeClr>
                </a:solidFill>
              </a:rPr>
              <a:t>Carmen Tejada (PM), Catia Ferreira (Data), Matteo Fedrizzi (Analytics), Sergio Gomez and Petrana Petrova (Reporting)</a:t>
            </a:r>
          </a:p>
          <a:p>
            <a:r>
              <a:rPr lang="en-US" sz="900" b="1" i="1" dirty="0">
                <a:solidFill>
                  <a:schemeClr val="bg1">
                    <a:lumMod val="50000"/>
                  </a:schemeClr>
                </a:solidFill>
              </a:rPr>
              <a:t>End Users: </a:t>
            </a:r>
            <a:r>
              <a:rPr lang="en-US" sz="900" i="1" dirty="0">
                <a:solidFill>
                  <a:schemeClr val="bg1">
                    <a:lumMod val="50000"/>
                  </a:schemeClr>
                </a:solidFill>
              </a:rPr>
              <a:t>Around 100 Internal Users – mainly leadership team, VPs, GADs and Asset Partners. </a:t>
            </a:r>
          </a:p>
        </p:txBody>
      </p:sp>
      <p:pic>
        <p:nvPicPr>
          <p:cNvPr id="97" name="Picture 3" descr="Salesforce logo">
            <a:extLst>
              <a:ext uri="{FF2B5EF4-FFF2-40B4-BE49-F238E27FC236}">
                <a16:creationId xmlns:a16="http://schemas.microsoft.com/office/drawing/2014/main" id="{584C3251-CEA4-40D5-BA3D-F829AAB307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93653" y="5045745"/>
            <a:ext cx="912826" cy="608550"/>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97" descr="Logo, company name&#10;&#10;Description automatically generated">
            <a:extLst>
              <a:ext uri="{FF2B5EF4-FFF2-40B4-BE49-F238E27FC236}">
                <a16:creationId xmlns:a16="http://schemas.microsoft.com/office/drawing/2014/main" id="{AB4AC974-FCDF-4141-9FB0-C0A223480855}"/>
              </a:ext>
            </a:extLst>
          </p:cNvPr>
          <p:cNvPicPr>
            <a:picLocks noChangeAspect="1"/>
          </p:cNvPicPr>
          <p:nvPr/>
        </p:nvPicPr>
        <p:blipFill rotWithShape="1">
          <a:blip r:embed="rId7">
            <a:clrChange>
              <a:clrFrom>
                <a:srgbClr val="FFFFFF"/>
              </a:clrFrom>
              <a:clrTo>
                <a:srgbClr val="FFFFFF">
                  <a:alpha val="0"/>
                </a:srgbClr>
              </a:clrTo>
            </a:clrChange>
          </a:blip>
          <a:srcRect l="14913" t="18533" r="16409" b="29186"/>
          <a:stretch/>
        </p:blipFill>
        <p:spPr>
          <a:xfrm>
            <a:off x="5488682" y="4914628"/>
            <a:ext cx="1483155" cy="730258"/>
          </a:xfrm>
          <a:prstGeom prst="rect">
            <a:avLst/>
          </a:prstGeom>
          <a:noFill/>
        </p:spPr>
      </p:pic>
      <p:sp>
        <p:nvSpPr>
          <p:cNvPr id="100" name="Rectangle 99">
            <a:extLst>
              <a:ext uri="{FF2B5EF4-FFF2-40B4-BE49-F238E27FC236}">
                <a16:creationId xmlns:a16="http://schemas.microsoft.com/office/drawing/2014/main" id="{F084DA12-2B69-444A-B63E-9CEBF6BCB2AF}"/>
              </a:ext>
            </a:extLst>
          </p:cNvPr>
          <p:cNvSpPr/>
          <p:nvPr/>
        </p:nvSpPr>
        <p:spPr>
          <a:xfrm>
            <a:off x="929010" y="3665450"/>
            <a:ext cx="4087707" cy="2398508"/>
          </a:xfrm>
          <a:prstGeom prst="rect">
            <a:avLst/>
          </a:prstGeom>
          <a:noFill/>
          <a:ln>
            <a:solidFill>
              <a:schemeClr val="bg1"/>
            </a:solid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6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9" name="Rectangle: Rounded Corners 28">
            <a:extLst>
              <a:ext uri="{FF2B5EF4-FFF2-40B4-BE49-F238E27FC236}">
                <a16:creationId xmlns:a16="http://schemas.microsoft.com/office/drawing/2014/main" id="{5E6113A3-51EA-4413-9B78-E6AECF04331F}"/>
              </a:ext>
            </a:extLst>
          </p:cNvPr>
          <p:cNvSpPr/>
          <p:nvPr/>
        </p:nvSpPr>
        <p:spPr bwMode="auto">
          <a:xfrm>
            <a:off x="2186393" y="3592523"/>
            <a:ext cx="1703321" cy="259913"/>
          </a:xfrm>
          <a:prstGeom prst="roundRect">
            <a:avLst>
              <a:gd name="adj" fmla="val 50000"/>
            </a:avLst>
          </a:prstGeom>
          <a:solidFill>
            <a:schemeClr val="accent2"/>
          </a:solidFill>
          <a:ln>
            <a:noFill/>
            <a:headEnd type="none" w="med" len="med"/>
            <a:tailEnd type="none" w="med" len="med"/>
          </a:ln>
          <a:effectLst>
            <a:outerShdw blurRad="127000" sx="102000" sy="102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anose="020B0604020202020204"/>
                <a:ea typeface="+mn-ea"/>
                <a:cs typeface="Segoe UI Semilight" charset="0"/>
              </a:rPr>
              <a:t>Scope</a:t>
            </a:r>
          </a:p>
        </p:txBody>
      </p:sp>
      <p:sp>
        <p:nvSpPr>
          <p:cNvPr id="101" name="TextBox 100">
            <a:extLst>
              <a:ext uri="{FF2B5EF4-FFF2-40B4-BE49-F238E27FC236}">
                <a16:creationId xmlns:a16="http://schemas.microsoft.com/office/drawing/2014/main" id="{DC9EFF1A-71D9-46CC-8B59-54613F164F09}"/>
              </a:ext>
            </a:extLst>
          </p:cNvPr>
          <p:cNvSpPr txBox="1"/>
          <p:nvPr/>
        </p:nvSpPr>
        <p:spPr>
          <a:xfrm>
            <a:off x="1038133" y="3827118"/>
            <a:ext cx="3900658" cy="2123658"/>
          </a:xfrm>
          <a:prstGeom prst="rect">
            <a:avLst/>
          </a:prstGeom>
          <a:noFill/>
        </p:spPr>
        <p:txBody>
          <a:bodyPr wrap="square" rtlCol="0">
            <a:spAutoFit/>
          </a:bodyPr>
          <a:lstStyle/>
          <a:p>
            <a:pPr marL="171450" indent="-171450" algn="just">
              <a:spcAft>
                <a:spcPts val="600"/>
              </a:spcAft>
              <a:buFont typeface="Arial" panose="020B0604020202020204" pitchFamily="34" charset="0"/>
              <a:buChar char="•"/>
            </a:pPr>
            <a:r>
              <a:rPr lang="en-US" sz="900" b="1" i="1" dirty="0">
                <a:solidFill>
                  <a:schemeClr val="bg1">
                    <a:lumMod val="50000"/>
                  </a:schemeClr>
                </a:solidFill>
              </a:rPr>
              <a:t>Data extraction: </a:t>
            </a:r>
            <a:r>
              <a:rPr lang="en-US" sz="900" dirty="0">
                <a:solidFill>
                  <a:schemeClr val="bg1">
                    <a:lumMod val="50000"/>
                  </a:schemeClr>
                </a:solidFill>
              </a:rPr>
              <a:t>Automate data extraction from data source systems (CRM, MRA)  </a:t>
            </a:r>
          </a:p>
          <a:p>
            <a:pPr marL="171450" indent="-171450" algn="just">
              <a:spcAft>
                <a:spcPts val="600"/>
              </a:spcAft>
              <a:buFont typeface="Arial" panose="020B0604020202020204" pitchFamily="34" charset="0"/>
              <a:buChar char="•"/>
            </a:pPr>
            <a:r>
              <a:rPr lang="en-US" sz="900" b="1" i="1" dirty="0">
                <a:solidFill>
                  <a:schemeClr val="bg1">
                    <a:lumMod val="50000"/>
                  </a:schemeClr>
                </a:solidFill>
              </a:rPr>
              <a:t>Data transformation: </a:t>
            </a:r>
            <a:r>
              <a:rPr lang="en-US" sz="900" dirty="0">
                <a:solidFill>
                  <a:schemeClr val="bg1">
                    <a:lumMod val="50000"/>
                  </a:schemeClr>
                </a:solidFill>
              </a:rPr>
              <a:t>Perform data transformation/mapping as per shared business rules (Annex) </a:t>
            </a:r>
            <a:endParaRPr lang="en-US" sz="900" b="1" i="1" dirty="0">
              <a:solidFill>
                <a:schemeClr val="bg1">
                  <a:lumMod val="50000"/>
                </a:schemeClr>
              </a:solidFill>
            </a:endParaRPr>
          </a:p>
          <a:p>
            <a:pPr marL="171450" indent="-171450" algn="just">
              <a:buFont typeface="Arial" panose="020B0604020202020204" pitchFamily="34" charset="0"/>
              <a:buChar char="•"/>
            </a:pPr>
            <a:r>
              <a:rPr lang="en-US" sz="900" b="1" i="1" dirty="0">
                <a:solidFill>
                  <a:schemeClr val="bg1">
                    <a:lumMod val="50000"/>
                  </a:schemeClr>
                </a:solidFill>
              </a:rPr>
              <a:t>Data visualization: </a:t>
            </a:r>
            <a:r>
              <a:rPr lang="en-US" sz="900" dirty="0">
                <a:solidFill>
                  <a:schemeClr val="bg1">
                    <a:lumMod val="50000"/>
                  </a:schemeClr>
                </a:solidFill>
              </a:rPr>
              <a:t>Create dashboard that feeds from source system data based on mock-up version done by VA team (recreation of slides). </a:t>
            </a:r>
          </a:p>
          <a:p>
            <a:pPr marL="171450" indent="-171450" algn="just">
              <a:buFont typeface="Arial" panose="020B0604020202020204" pitchFamily="34" charset="0"/>
              <a:buChar char="•"/>
            </a:pPr>
            <a:r>
              <a:rPr lang="en-US" sz="900" dirty="0">
                <a:solidFill>
                  <a:schemeClr val="bg1">
                    <a:lumMod val="50000"/>
                  </a:schemeClr>
                </a:solidFill>
              </a:rPr>
              <a:t>Visualizations to be created for 2 personas:</a:t>
            </a:r>
          </a:p>
          <a:p>
            <a:pPr marL="628650" lvl="1" indent="-171450" algn="just">
              <a:buFont typeface="Arial" panose="020B0604020202020204" pitchFamily="34" charset="0"/>
              <a:buChar char="•"/>
            </a:pPr>
            <a:r>
              <a:rPr lang="en-US" sz="900" dirty="0">
                <a:solidFill>
                  <a:schemeClr val="bg1">
                    <a:lumMod val="50000"/>
                  </a:schemeClr>
                </a:solidFill>
              </a:rPr>
              <a:t>Leadership team/Presidents: Main KPIs tracked against previous year, size of total opportunity and established goals </a:t>
            </a:r>
          </a:p>
          <a:p>
            <a:pPr marL="628650" lvl="1" indent="-171450" algn="just">
              <a:spcAft>
                <a:spcPts val="600"/>
              </a:spcAft>
              <a:buFont typeface="Arial" panose="020B0604020202020204" pitchFamily="34" charset="0"/>
              <a:buChar char="•"/>
            </a:pPr>
            <a:r>
              <a:rPr lang="en-US" sz="900" dirty="0">
                <a:solidFill>
                  <a:schemeClr val="bg1">
                    <a:lumMod val="50000"/>
                  </a:schemeClr>
                </a:solidFill>
              </a:rPr>
              <a:t>GAD/Asset Partners: Account performance and track it vs previous years</a:t>
            </a:r>
          </a:p>
          <a:p>
            <a:pPr marL="171450" indent="-171450" algn="just">
              <a:buFont typeface="Arial" panose="020B0604020202020204" pitchFamily="34" charset="0"/>
              <a:buChar char="•"/>
            </a:pPr>
            <a:r>
              <a:rPr lang="en-US" sz="900" b="1" i="1" dirty="0">
                <a:solidFill>
                  <a:schemeClr val="bg1">
                    <a:lumMod val="50000"/>
                  </a:schemeClr>
                </a:solidFill>
              </a:rPr>
              <a:t>Project management</a:t>
            </a:r>
            <a:r>
              <a:rPr lang="en-US" sz="900" dirty="0">
                <a:solidFill>
                  <a:schemeClr val="bg1">
                    <a:lumMod val="50000"/>
                  </a:schemeClr>
                </a:solidFill>
              </a:rPr>
              <a:t>: Coordination and follow-up of project. </a:t>
            </a:r>
          </a:p>
        </p:txBody>
      </p:sp>
      <p:sp>
        <p:nvSpPr>
          <p:cNvPr id="2" name="TextBox 1">
            <a:extLst>
              <a:ext uri="{FF2B5EF4-FFF2-40B4-BE49-F238E27FC236}">
                <a16:creationId xmlns:a16="http://schemas.microsoft.com/office/drawing/2014/main" id="{C3B71799-30FB-4192-90CB-D7FC9C41E0FD}"/>
              </a:ext>
            </a:extLst>
          </p:cNvPr>
          <p:cNvSpPr txBox="1"/>
          <p:nvPr/>
        </p:nvSpPr>
        <p:spPr>
          <a:xfrm>
            <a:off x="929009" y="6383383"/>
            <a:ext cx="3520785" cy="261610"/>
          </a:xfrm>
          <a:prstGeom prst="rect">
            <a:avLst/>
          </a:prstGeom>
          <a:noFill/>
        </p:spPr>
        <p:txBody>
          <a:bodyPr wrap="square" rtlCol="0">
            <a:spAutoFit/>
          </a:bodyPr>
          <a:lstStyle/>
          <a:p>
            <a:r>
              <a:rPr lang="en-US" sz="1050" dirty="0">
                <a:solidFill>
                  <a:schemeClr val="tx2"/>
                </a:solidFill>
              </a:rPr>
              <a:t>* Project Charter provided by Launch team in Annex.</a:t>
            </a:r>
          </a:p>
        </p:txBody>
      </p:sp>
    </p:spTree>
    <p:extLst>
      <p:ext uri="{BB962C8B-B14F-4D97-AF65-F5344CB8AC3E}">
        <p14:creationId xmlns:p14="http://schemas.microsoft.com/office/powerpoint/2010/main" val="8838753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DA7E5690-FD95-47B7-8A74-E2669683C0DB}"/>
              </a:ext>
            </a:extLst>
          </p:cNvPr>
          <p:cNvGraphicFramePr>
            <a:graphicFrameLocks noChangeAspect="1"/>
          </p:cNvGraphicFramePr>
          <p:nvPr>
            <p:custDataLst>
              <p:tags r:id="rId1"/>
            </p:custDataLst>
            <p:extLst>
              <p:ext uri="{D42A27DB-BD31-4B8C-83A1-F6EECF244321}">
                <p14:modId xmlns:p14="http://schemas.microsoft.com/office/powerpoint/2010/main" val="40876837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6" name="Object 5" hidden="1">
                        <a:extLst>
                          <a:ext uri="{FF2B5EF4-FFF2-40B4-BE49-F238E27FC236}">
                            <a16:creationId xmlns:a16="http://schemas.microsoft.com/office/drawing/2014/main" id="{DA7E5690-FD95-47B7-8A74-E2669683C0D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5" name="Diagrama de flujo: operación manual 3">
            <a:extLst>
              <a:ext uri="{FF2B5EF4-FFF2-40B4-BE49-F238E27FC236}">
                <a16:creationId xmlns:a16="http://schemas.microsoft.com/office/drawing/2014/main" id="{7F75B8A7-9978-4F95-BC83-93E2C1023939}"/>
              </a:ext>
            </a:extLst>
          </p:cNvPr>
          <p:cNvSpPr/>
          <p:nvPr/>
        </p:nvSpPr>
        <p:spPr>
          <a:xfrm>
            <a:off x="331825" y="1098826"/>
            <a:ext cx="11077077" cy="1093513"/>
          </a:xfrm>
          <a:prstGeom prst="flowChartManualOperation">
            <a:avLst/>
          </a:prstGeom>
          <a:gradFill>
            <a:gsLst>
              <a:gs pos="0">
                <a:schemeClr val="bg1">
                  <a:lumMod val="85000"/>
                </a:schemeClr>
              </a:gs>
              <a:gs pos="50000">
                <a:schemeClr val="bg1">
                  <a:lumMod val="95000"/>
                </a:schemeClr>
              </a:gs>
              <a:gs pos="91000">
                <a:schemeClr val="bg1"/>
              </a:gs>
            </a:gsLst>
            <a:lin ang="5400000" scaled="0"/>
          </a:gradFill>
          <a:ln w="9525" cap="flat"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400"/>
              <a:buFontTx/>
              <a:buNone/>
              <a:tabLst/>
              <a:defRPr/>
            </a:pPr>
            <a:endParaRPr kumimoji="0" lang="es-ES" sz="1800" b="1" i="0" u="none" strike="noStrike" kern="1200" cap="none" spc="0" normalizeH="0" baseline="0" noProof="0">
              <a:ln>
                <a:noFill/>
              </a:ln>
              <a:solidFill>
                <a:srgbClr val="7F7F7F"/>
              </a:solidFill>
              <a:effectLst/>
              <a:uLnTx/>
              <a:uFillTx/>
              <a:latin typeface="Arial"/>
              <a:ea typeface="+mn-ea"/>
              <a:cs typeface="Arial"/>
            </a:endParaRPr>
          </a:p>
        </p:txBody>
      </p:sp>
      <p:sp>
        <p:nvSpPr>
          <p:cNvPr id="44" name="Rectangle: Rounded Corners 43">
            <a:extLst>
              <a:ext uri="{FF2B5EF4-FFF2-40B4-BE49-F238E27FC236}">
                <a16:creationId xmlns:a16="http://schemas.microsoft.com/office/drawing/2014/main" id="{FE20F9C6-BC4B-42FD-86D0-BF988E5E8995}"/>
              </a:ext>
            </a:extLst>
          </p:cNvPr>
          <p:cNvSpPr/>
          <p:nvPr/>
        </p:nvSpPr>
        <p:spPr>
          <a:xfrm>
            <a:off x="8834613" y="2928726"/>
            <a:ext cx="2054821" cy="1840083"/>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49" name="Rectangle: Rounded Corners 48">
            <a:extLst>
              <a:ext uri="{FF2B5EF4-FFF2-40B4-BE49-F238E27FC236}">
                <a16:creationId xmlns:a16="http://schemas.microsoft.com/office/drawing/2014/main" id="{E69AF2BB-A7A3-448F-A93F-DC7E3855EC42}"/>
              </a:ext>
            </a:extLst>
          </p:cNvPr>
          <p:cNvSpPr/>
          <p:nvPr/>
        </p:nvSpPr>
        <p:spPr>
          <a:xfrm>
            <a:off x="597683" y="3380974"/>
            <a:ext cx="2003573" cy="900000"/>
          </a:xfrm>
          <a:prstGeom prst="roundRect">
            <a:avLst/>
          </a:prstGeom>
          <a:solidFill>
            <a:srgbClr val="C6E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3" name="Rectangle: Rounded Corners 12">
            <a:extLst>
              <a:ext uri="{FF2B5EF4-FFF2-40B4-BE49-F238E27FC236}">
                <a16:creationId xmlns:a16="http://schemas.microsoft.com/office/drawing/2014/main" id="{08617D84-012C-4252-A42A-15BDE2C492BF}"/>
              </a:ext>
            </a:extLst>
          </p:cNvPr>
          <p:cNvSpPr/>
          <p:nvPr/>
        </p:nvSpPr>
        <p:spPr>
          <a:xfrm>
            <a:off x="613172" y="2149964"/>
            <a:ext cx="2003573" cy="903207"/>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7" name="Rectangle: Rounded Corners 6">
            <a:extLst>
              <a:ext uri="{FF2B5EF4-FFF2-40B4-BE49-F238E27FC236}">
                <a16:creationId xmlns:a16="http://schemas.microsoft.com/office/drawing/2014/main" id="{0E230094-A479-4F7E-BAF9-54EBB6A99945}"/>
              </a:ext>
            </a:extLst>
          </p:cNvPr>
          <p:cNvSpPr/>
          <p:nvPr/>
        </p:nvSpPr>
        <p:spPr>
          <a:xfrm>
            <a:off x="6105725" y="3391468"/>
            <a:ext cx="1931657" cy="871254"/>
          </a:xfrm>
          <a:prstGeom prst="roundRect">
            <a:avLst/>
          </a:prstGeom>
          <a:solidFill>
            <a:srgbClr val="C6E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pic>
        <p:nvPicPr>
          <p:cNvPr id="12" name="Picture 11">
            <a:extLst>
              <a:ext uri="{FF2B5EF4-FFF2-40B4-BE49-F238E27FC236}">
                <a16:creationId xmlns:a16="http://schemas.microsoft.com/office/drawing/2014/main" id="{78775363-6301-4567-A0C7-291233979605}"/>
              </a:ext>
            </a:extLst>
          </p:cNvPr>
          <p:cNvPicPr>
            <a:picLocks noChangeAspect="1"/>
          </p:cNvPicPr>
          <p:nvPr/>
        </p:nvPicPr>
        <p:blipFill>
          <a:blip r:embed="rId6"/>
          <a:stretch>
            <a:fillRect/>
          </a:stretch>
        </p:blipFill>
        <p:spPr>
          <a:xfrm>
            <a:off x="9488043" y="3635741"/>
            <a:ext cx="747960" cy="720548"/>
          </a:xfrm>
          <a:prstGeom prst="rect">
            <a:avLst/>
          </a:prstGeom>
        </p:spPr>
      </p:pic>
      <p:cxnSp>
        <p:nvCxnSpPr>
          <p:cNvPr id="38" name="Straight Arrow Connector 37">
            <a:extLst>
              <a:ext uri="{FF2B5EF4-FFF2-40B4-BE49-F238E27FC236}">
                <a16:creationId xmlns:a16="http://schemas.microsoft.com/office/drawing/2014/main" id="{A3B49FCC-B5D5-4B97-BC5E-8C1A0B11C083}"/>
              </a:ext>
            </a:extLst>
          </p:cNvPr>
          <p:cNvCxnSpPr>
            <a:cxnSpLocks/>
            <a:endCxn id="7" idx="1"/>
          </p:cNvCxnSpPr>
          <p:nvPr/>
        </p:nvCxnSpPr>
        <p:spPr>
          <a:xfrm>
            <a:off x="5316076" y="3827095"/>
            <a:ext cx="789649" cy="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4D9B7E2F-3EF6-4C2B-91C0-1A5A471F1C6E}"/>
              </a:ext>
            </a:extLst>
          </p:cNvPr>
          <p:cNvSpPr txBox="1"/>
          <p:nvPr/>
        </p:nvSpPr>
        <p:spPr>
          <a:xfrm>
            <a:off x="5674175" y="1518528"/>
            <a:ext cx="2920736"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accent2"/>
                </a:solidFill>
                <a:effectLst/>
                <a:uLnTx/>
                <a:uFillTx/>
                <a:latin typeface="Arial" panose="020B0604020202020204"/>
                <a:ea typeface="+mn-ea"/>
                <a:cs typeface="+mn-cs"/>
              </a:rPr>
              <a:t>Data transformation</a:t>
            </a:r>
          </a:p>
        </p:txBody>
      </p:sp>
      <p:sp>
        <p:nvSpPr>
          <p:cNvPr id="59" name="TextBox 58">
            <a:extLst>
              <a:ext uri="{FF2B5EF4-FFF2-40B4-BE49-F238E27FC236}">
                <a16:creationId xmlns:a16="http://schemas.microsoft.com/office/drawing/2014/main" id="{218B5DCA-187B-4DC7-9644-C896F6A08455}"/>
              </a:ext>
            </a:extLst>
          </p:cNvPr>
          <p:cNvSpPr txBox="1"/>
          <p:nvPr/>
        </p:nvSpPr>
        <p:spPr>
          <a:xfrm>
            <a:off x="8834613" y="3067892"/>
            <a:ext cx="2054821"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accent2"/>
                </a:solidFill>
                <a:effectLst/>
                <a:uLnTx/>
                <a:uFillTx/>
                <a:latin typeface="Arial" panose="020B0604020202020204"/>
                <a:ea typeface="+mn-ea"/>
                <a:cs typeface="+mn-cs"/>
              </a:rPr>
              <a:t>Power BI dashboard</a:t>
            </a:r>
          </a:p>
        </p:txBody>
      </p:sp>
      <p:pic>
        <p:nvPicPr>
          <p:cNvPr id="34" name="Picture 3" descr="Salesforce logo">
            <a:extLst>
              <a:ext uri="{FF2B5EF4-FFF2-40B4-BE49-F238E27FC236}">
                <a16:creationId xmlns:a16="http://schemas.microsoft.com/office/drawing/2014/main" id="{AA536246-F114-491D-AD1C-4C676A07FD7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02329" y="2346697"/>
            <a:ext cx="873875" cy="582583"/>
          </a:xfrm>
          <a:prstGeom prst="rect">
            <a:avLst/>
          </a:prstGeom>
          <a:noFill/>
          <a:extLst>
            <a:ext uri="{909E8E84-426E-40DD-AFC4-6F175D3DCCD1}">
              <a14:hiddenFill xmlns:a14="http://schemas.microsoft.com/office/drawing/2010/main">
                <a:solidFill>
                  <a:srgbClr val="FFFFFF"/>
                </a:solidFill>
              </a14:hiddenFill>
            </a:ext>
          </a:extLst>
        </p:spPr>
      </p:pic>
      <p:pic>
        <p:nvPicPr>
          <p:cNvPr id="109576" name="Picture 8" descr="Alteryx Designer Reviews, Ratings &amp; Features 2022 | Gartner Peer Insights">
            <a:extLst>
              <a:ext uri="{FF2B5EF4-FFF2-40B4-BE49-F238E27FC236}">
                <a16:creationId xmlns:a16="http://schemas.microsoft.com/office/drawing/2014/main" id="{91CB9A93-F714-4363-80B8-8365ADB9412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75897" y="3640845"/>
            <a:ext cx="1535060" cy="383765"/>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Connector: Elbow 14">
            <a:extLst>
              <a:ext uri="{FF2B5EF4-FFF2-40B4-BE49-F238E27FC236}">
                <a16:creationId xmlns:a16="http://schemas.microsoft.com/office/drawing/2014/main" id="{6A70C67C-F0DF-484B-8DD3-25EFC404808C}"/>
              </a:ext>
            </a:extLst>
          </p:cNvPr>
          <p:cNvCxnSpPr>
            <a:cxnSpLocks/>
            <a:stCxn id="13" idx="3"/>
          </p:cNvCxnSpPr>
          <p:nvPr/>
        </p:nvCxnSpPr>
        <p:spPr>
          <a:xfrm>
            <a:off x="2616745" y="2601568"/>
            <a:ext cx="1362006" cy="1230683"/>
          </a:xfrm>
          <a:prstGeom prst="bentConnector3">
            <a:avLst>
              <a:gd name="adj1" fmla="val 50000"/>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475037B5-5BEF-4E50-A988-3A5D555D6043}"/>
              </a:ext>
            </a:extLst>
          </p:cNvPr>
          <p:cNvCxnSpPr>
            <a:cxnSpLocks/>
          </p:cNvCxnSpPr>
          <p:nvPr/>
        </p:nvCxnSpPr>
        <p:spPr>
          <a:xfrm flipV="1">
            <a:off x="2596935" y="3830920"/>
            <a:ext cx="1381816" cy="1283982"/>
          </a:xfrm>
          <a:prstGeom prst="bentConnector3">
            <a:avLst>
              <a:gd name="adj1" fmla="val 50630"/>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173" name="Oval 7172">
            <a:extLst>
              <a:ext uri="{FF2B5EF4-FFF2-40B4-BE49-F238E27FC236}">
                <a16:creationId xmlns:a16="http://schemas.microsoft.com/office/drawing/2014/main" id="{885E821D-7984-40A3-BED5-A5A79A3DAD0D}"/>
              </a:ext>
            </a:extLst>
          </p:cNvPr>
          <p:cNvSpPr/>
          <p:nvPr/>
        </p:nvSpPr>
        <p:spPr>
          <a:xfrm>
            <a:off x="3161843" y="3099381"/>
            <a:ext cx="252000" cy="25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1200" b="1" dirty="0"/>
              <a:t>1</a:t>
            </a:r>
          </a:p>
        </p:txBody>
      </p:sp>
      <p:sp>
        <p:nvSpPr>
          <p:cNvPr id="64" name="Oval 63">
            <a:extLst>
              <a:ext uri="{FF2B5EF4-FFF2-40B4-BE49-F238E27FC236}">
                <a16:creationId xmlns:a16="http://schemas.microsoft.com/office/drawing/2014/main" id="{F9667050-2731-46D0-85D6-A70B3046A9C4}"/>
              </a:ext>
            </a:extLst>
          </p:cNvPr>
          <p:cNvSpPr/>
          <p:nvPr/>
        </p:nvSpPr>
        <p:spPr>
          <a:xfrm>
            <a:off x="4914087" y="5774055"/>
            <a:ext cx="216000" cy="216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1050" b="1" dirty="0"/>
              <a:t>1</a:t>
            </a:r>
          </a:p>
        </p:txBody>
      </p:sp>
      <p:sp>
        <p:nvSpPr>
          <p:cNvPr id="7174" name="TextBox 7173">
            <a:extLst>
              <a:ext uri="{FF2B5EF4-FFF2-40B4-BE49-F238E27FC236}">
                <a16:creationId xmlns:a16="http://schemas.microsoft.com/office/drawing/2014/main" id="{D1A3C2D0-DB0F-48C4-A058-75366C181711}"/>
              </a:ext>
            </a:extLst>
          </p:cNvPr>
          <p:cNvSpPr txBox="1"/>
          <p:nvPr/>
        </p:nvSpPr>
        <p:spPr>
          <a:xfrm>
            <a:off x="5130087" y="5743171"/>
            <a:ext cx="5106180" cy="261610"/>
          </a:xfrm>
          <a:prstGeom prst="rect">
            <a:avLst/>
          </a:prstGeom>
          <a:noFill/>
        </p:spPr>
        <p:txBody>
          <a:bodyPr wrap="square" rtlCol="0">
            <a:spAutoFit/>
          </a:bodyPr>
          <a:lstStyle/>
          <a:p>
            <a:r>
              <a:rPr lang="en-US" sz="1050" dirty="0">
                <a:solidFill>
                  <a:srgbClr val="005587"/>
                </a:solidFill>
              </a:rPr>
              <a:t>Sales Data – daily refresh </a:t>
            </a:r>
          </a:p>
        </p:txBody>
      </p:sp>
      <p:sp>
        <p:nvSpPr>
          <p:cNvPr id="67" name="TextBox 66">
            <a:extLst>
              <a:ext uri="{FF2B5EF4-FFF2-40B4-BE49-F238E27FC236}">
                <a16:creationId xmlns:a16="http://schemas.microsoft.com/office/drawing/2014/main" id="{964D3411-CCE8-4E6C-8743-10C90E575419}"/>
              </a:ext>
            </a:extLst>
          </p:cNvPr>
          <p:cNvSpPr txBox="1"/>
          <p:nvPr/>
        </p:nvSpPr>
        <p:spPr>
          <a:xfrm>
            <a:off x="5121668" y="6016279"/>
            <a:ext cx="5057801" cy="261610"/>
          </a:xfrm>
          <a:prstGeom prst="rect">
            <a:avLst/>
          </a:prstGeom>
          <a:noFill/>
        </p:spPr>
        <p:txBody>
          <a:bodyPr wrap="square" rtlCol="0">
            <a:spAutoFit/>
          </a:bodyPr>
          <a:lstStyle/>
          <a:p>
            <a:r>
              <a:rPr lang="en-US" sz="1050" dirty="0">
                <a:solidFill>
                  <a:srgbClr val="005587"/>
                </a:solidFill>
              </a:rPr>
              <a:t>Revenue Data – monthly refresh</a:t>
            </a:r>
          </a:p>
        </p:txBody>
      </p:sp>
      <p:sp>
        <p:nvSpPr>
          <p:cNvPr id="2" name="TextBox 1">
            <a:extLst>
              <a:ext uri="{FF2B5EF4-FFF2-40B4-BE49-F238E27FC236}">
                <a16:creationId xmlns:a16="http://schemas.microsoft.com/office/drawing/2014/main" id="{F6B7E865-139A-4E61-9E9A-0E084534A14A}"/>
              </a:ext>
            </a:extLst>
          </p:cNvPr>
          <p:cNvSpPr txBox="1"/>
          <p:nvPr/>
        </p:nvSpPr>
        <p:spPr>
          <a:xfrm>
            <a:off x="673149" y="2429967"/>
            <a:ext cx="1238250" cy="338554"/>
          </a:xfrm>
          <a:prstGeom prst="rect">
            <a:avLst/>
          </a:prstGeom>
          <a:noFill/>
        </p:spPr>
        <p:txBody>
          <a:bodyPr wrap="square" rtlCol="0">
            <a:spAutoFit/>
          </a:bodyPr>
          <a:lstStyle/>
          <a:p>
            <a:r>
              <a:rPr lang="en-US" sz="1600" dirty="0">
                <a:solidFill>
                  <a:schemeClr val="accent2"/>
                </a:solidFill>
              </a:rPr>
              <a:t>CRM</a:t>
            </a:r>
          </a:p>
        </p:txBody>
      </p:sp>
      <p:pic>
        <p:nvPicPr>
          <p:cNvPr id="28" name="Picture 27" descr="Logo, company name&#10;&#10;Description automatically generated">
            <a:extLst>
              <a:ext uri="{FF2B5EF4-FFF2-40B4-BE49-F238E27FC236}">
                <a16:creationId xmlns:a16="http://schemas.microsoft.com/office/drawing/2014/main" id="{13D40B61-CC44-4FA4-A970-614B1DA4E97F}"/>
              </a:ext>
            </a:extLst>
          </p:cNvPr>
          <p:cNvPicPr>
            <a:picLocks noChangeAspect="1"/>
          </p:cNvPicPr>
          <p:nvPr/>
        </p:nvPicPr>
        <p:blipFill rotWithShape="1">
          <a:blip r:embed="rId9">
            <a:clrChange>
              <a:clrFrom>
                <a:srgbClr val="FFFFFF"/>
              </a:clrFrom>
              <a:clrTo>
                <a:srgbClr val="FFFFFF">
                  <a:alpha val="0"/>
                </a:srgbClr>
              </a:clrTo>
            </a:clrChange>
          </a:blip>
          <a:srcRect l="14913" t="18533" r="16409" b="29186"/>
          <a:stretch/>
        </p:blipFill>
        <p:spPr>
          <a:xfrm>
            <a:off x="1175218" y="3523204"/>
            <a:ext cx="1349214" cy="664310"/>
          </a:xfrm>
          <a:prstGeom prst="rect">
            <a:avLst/>
          </a:prstGeom>
          <a:solidFill>
            <a:srgbClr val="C6EFFF"/>
          </a:solidFill>
        </p:spPr>
      </p:pic>
      <p:sp>
        <p:nvSpPr>
          <p:cNvPr id="29" name="TextBox 28">
            <a:extLst>
              <a:ext uri="{FF2B5EF4-FFF2-40B4-BE49-F238E27FC236}">
                <a16:creationId xmlns:a16="http://schemas.microsoft.com/office/drawing/2014/main" id="{946491E8-BE2F-4750-9305-2111D7F70877}"/>
              </a:ext>
            </a:extLst>
          </p:cNvPr>
          <p:cNvSpPr txBox="1"/>
          <p:nvPr/>
        </p:nvSpPr>
        <p:spPr>
          <a:xfrm>
            <a:off x="667848" y="3709403"/>
            <a:ext cx="1238250" cy="338554"/>
          </a:xfrm>
          <a:prstGeom prst="rect">
            <a:avLst/>
          </a:prstGeom>
          <a:noFill/>
        </p:spPr>
        <p:txBody>
          <a:bodyPr wrap="square" rtlCol="0">
            <a:spAutoFit/>
          </a:bodyPr>
          <a:lstStyle/>
          <a:p>
            <a:r>
              <a:rPr lang="en-US" sz="1600" dirty="0">
                <a:solidFill>
                  <a:schemeClr val="accent2"/>
                </a:solidFill>
              </a:rPr>
              <a:t>MRA</a:t>
            </a:r>
          </a:p>
        </p:txBody>
      </p:sp>
      <p:sp>
        <p:nvSpPr>
          <p:cNvPr id="32" name="TextBox 31">
            <a:extLst>
              <a:ext uri="{FF2B5EF4-FFF2-40B4-BE49-F238E27FC236}">
                <a16:creationId xmlns:a16="http://schemas.microsoft.com/office/drawing/2014/main" id="{CBD1CB14-9B4B-46F9-A1CD-CCEBA8165BF1}"/>
              </a:ext>
            </a:extLst>
          </p:cNvPr>
          <p:cNvSpPr txBox="1"/>
          <p:nvPr/>
        </p:nvSpPr>
        <p:spPr>
          <a:xfrm>
            <a:off x="1599469" y="1518528"/>
            <a:ext cx="2920736"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accent2"/>
                </a:solidFill>
                <a:effectLst/>
                <a:uLnTx/>
                <a:uFillTx/>
                <a:latin typeface="Arial" panose="020B0604020202020204"/>
                <a:ea typeface="+mn-ea"/>
                <a:cs typeface="+mn-cs"/>
              </a:rPr>
              <a:t>Data extraction</a:t>
            </a:r>
          </a:p>
        </p:txBody>
      </p:sp>
      <p:sp>
        <p:nvSpPr>
          <p:cNvPr id="35" name="TextBox 34">
            <a:extLst>
              <a:ext uri="{FF2B5EF4-FFF2-40B4-BE49-F238E27FC236}">
                <a16:creationId xmlns:a16="http://schemas.microsoft.com/office/drawing/2014/main" id="{DF9455FF-8950-4C03-91F4-0878FB7A17C2}"/>
              </a:ext>
            </a:extLst>
          </p:cNvPr>
          <p:cNvSpPr txBox="1"/>
          <p:nvPr/>
        </p:nvSpPr>
        <p:spPr>
          <a:xfrm>
            <a:off x="8427365" y="1518528"/>
            <a:ext cx="2920736"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accent2"/>
                </a:solidFill>
                <a:effectLst/>
                <a:uLnTx/>
                <a:uFillTx/>
                <a:latin typeface="Arial" panose="020B0604020202020204"/>
                <a:ea typeface="+mn-ea"/>
                <a:cs typeface="+mn-cs"/>
              </a:rPr>
              <a:t>Data visualization</a:t>
            </a:r>
          </a:p>
        </p:txBody>
      </p:sp>
      <p:sp>
        <p:nvSpPr>
          <p:cNvPr id="45" name="Rectangle: Rounded Corners 44">
            <a:extLst>
              <a:ext uri="{FF2B5EF4-FFF2-40B4-BE49-F238E27FC236}">
                <a16:creationId xmlns:a16="http://schemas.microsoft.com/office/drawing/2014/main" id="{3EBD4C3A-8D17-420E-ABFB-4945591BD6AE}"/>
              </a:ext>
            </a:extLst>
          </p:cNvPr>
          <p:cNvSpPr/>
          <p:nvPr/>
        </p:nvSpPr>
        <p:spPr>
          <a:xfrm>
            <a:off x="611591" y="4647496"/>
            <a:ext cx="2003573" cy="900000"/>
          </a:xfrm>
          <a:prstGeom prst="roundRect">
            <a:avLst/>
          </a:prstGeom>
          <a:solidFill>
            <a:srgbClr val="C6E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cxnSp>
        <p:nvCxnSpPr>
          <p:cNvPr id="7168" name="Straight Arrow Connector 7167">
            <a:extLst>
              <a:ext uri="{FF2B5EF4-FFF2-40B4-BE49-F238E27FC236}">
                <a16:creationId xmlns:a16="http://schemas.microsoft.com/office/drawing/2014/main" id="{5C220980-D17E-49A9-857D-C16164ACF19F}"/>
              </a:ext>
            </a:extLst>
          </p:cNvPr>
          <p:cNvCxnSpPr>
            <a:cxnSpLocks/>
            <a:stCxn id="49" idx="3"/>
          </p:cNvCxnSpPr>
          <p:nvPr/>
        </p:nvCxnSpPr>
        <p:spPr>
          <a:xfrm>
            <a:off x="2601256" y="3830974"/>
            <a:ext cx="1377495" cy="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2" name="Rectangle: Rounded Corners 51">
            <a:extLst>
              <a:ext uri="{FF2B5EF4-FFF2-40B4-BE49-F238E27FC236}">
                <a16:creationId xmlns:a16="http://schemas.microsoft.com/office/drawing/2014/main" id="{415FC868-C29A-4011-875F-ABEF56B384DC}"/>
              </a:ext>
            </a:extLst>
          </p:cNvPr>
          <p:cNvSpPr/>
          <p:nvPr/>
        </p:nvSpPr>
        <p:spPr>
          <a:xfrm>
            <a:off x="3994240" y="3391468"/>
            <a:ext cx="1364993" cy="871254"/>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1400" dirty="0">
                <a:solidFill>
                  <a:schemeClr val="accent2"/>
                </a:solidFill>
              </a:rPr>
              <a:t>SQL Database</a:t>
            </a:r>
          </a:p>
        </p:txBody>
      </p:sp>
      <p:pic>
        <p:nvPicPr>
          <p:cNvPr id="53" name="Graphic 52" descr="Database">
            <a:extLst>
              <a:ext uri="{FF2B5EF4-FFF2-40B4-BE49-F238E27FC236}">
                <a16:creationId xmlns:a16="http://schemas.microsoft.com/office/drawing/2014/main" id="{15BDDF82-4534-48C5-A9A3-3BCF20D31C8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044850" y="3832585"/>
            <a:ext cx="542453" cy="542453"/>
          </a:xfrm>
          <a:prstGeom prst="rect">
            <a:avLst/>
          </a:prstGeom>
        </p:spPr>
      </p:pic>
      <p:pic>
        <p:nvPicPr>
          <p:cNvPr id="54" name="Graphic 53" descr="Database">
            <a:extLst>
              <a:ext uri="{FF2B5EF4-FFF2-40B4-BE49-F238E27FC236}">
                <a16:creationId xmlns:a16="http://schemas.microsoft.com/office/drawing/2014/main" id="{101245A5-FB34-4449-820D-64F2D5BD0F3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02042" y="3942657"/>
            <a:ext cx="542453" cy="542453"/>
          </a:xfrm>
          <a:prstGeom prst="rect">
            <a:avLst/>
          </a:prstGeom>
        </p:spPr>
      </p:pic>
      <p:sp>
        <p:nvSpPr>
          <p:cNvPr id="63" name="Oval 62">
            <a:extLst>
              <a:ext uri="{FF2B5EF4-FFF2-40B4-BE49-F238E27FC236}">
                <a16:creationId xmlns:a16="http://schemas.microsoft.com/office/drawing/2014/main" id="{CC218A8A-F0F0-4038-A965-9439C58A4214}"/>
              </a:ext>
            </a:extLst>
          </p:cNvPr>
          <p:cNvSpPr/>
          <p:nvPr/>
        </p:nvSpPr>
        <p:spPr>
          <a:xfrm>
            <a:off x="2833584" y="3701095"/>
            <a:ext cx="252000" cy="25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1200" b="1" dirty="0"/>
              <a:t>2</a:t>
            </a:r>
          </a:p>
        </p:txBody>
      </p:sp>
      <p:pic>
        <p:nvPicPr>
          <p:cNvPr id="56" name="Picture 4">
            <a:extLst>
              <a:ext uri="{FF2B5EF4-FFF2-40B4-BE49-F238E27FC236}">
                <a16:creationId xmlns:a16="http://schemas.microsoft.com/office/drawing/2014/main" id="{3BE9FEA1-AA53-41A5-A7B2-16D294C5A35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40680" y="4919913"/>
            <a:ext cx="375262" cy="358947"/>
          </a:xfrm>
          <a:prstGeom prst="rect">
            <a:avLst/>
          </a:prstGeom>
          <a:noFill/>
          <a:extLst>
            <a:ext uri="{909E8E84-426E-40DD-AFC4-6F175D3DCCD1}">
              <a14:hiddenFill xmlns:a14="http://schemas.microsoft.com/office/drawing/2010/main">
                <a:solidFill>
                  <a:srgbClr val="FFFFFF"/>
                </a:solidFill>
              </a14:hiddenFill>
            </a:ext>
          </a:extLst>
        </p:spPr>
      </p:pic>
      <p:sp>
        <p:nvSpPr>
          <p:cNvPr id="57" name="TextBox 56">
            <a:extLst>
              <a:ext uri="{FF2B5EF4-FFF2-40B4-BE49-F238E27FC236}">
                <a16:creationId xmlns:a16="http://schemas.microsoft.com/office/drawing/2014/main" id="{8C53AA9C-E89F-44F0-929A-40B799745904}"/>
              </a:ext>
            </a:extLst>
          </p:cNvPr>
          <p:cNvSpPr txBox="1"/>
          <p:nvPr/>
        </p:nvSpPr>
        <p:spPr>
          <a:xfrm>
            <a:off x="629222" y="4748961"/>
            <a:ext cx="1569097" cy="677108"/>
          </a:xfrm>
          <a:prstGeom prst="rect">
            <a:avLst/>
          </a:prstGeom>
          <a:noFill/>
        </p:spPr>
        <p:txBody>
          <a:bodyPr wrap="square" rtlCol="0">
            <a:spAutoFit/>
          </a:bodyPr>
          <a:lstStyle/>
          <a:p>
            <a:r>
              <a:rPr lang="en-US" sz="1100" dirty="0">
                <a:solidFill>
                  <a:schemeClr val="accent2"/>
                </a:solidFill>
              </a:rPr>
              <a:t>LAUNCH Input</a:t>
            </a:r>
          </a:p>
          <a:p>
            <a:pPr marL="171450" indent="-171450">
              <a:buFont typeface="Arial" panose="020B0604020202020204" pitchFamily="34" charset="0"/>
              <a:buChar char="•"/>
            </a:pPr>
            <a:r>
              <a:rPr lang="en-US" sz="900" dirty="0">
                <a:solidFill>
                  <a:schemeClr val="accent2"/>
                </a:solidFill>
              </a:rPr>
              <a:t>Priority Assets </a:t>
            </a:r>
          </a:p>
          <a:p>
            <a:pPr marL="171450" indent="-171450">
              <a:buFont typeface="Arial" panose="020B0604020202020204" pitchFamily="34" charset="0"/>
              <a:buChar char="•"/>
            </a:pPr>
            <a:r>
              <a:rPr lang="en-US" sz="900" dirty="0">
                <a:solidFill>
                  <a:schemeClr val="accent2"/>
                </a:solidFill>
              </a:rPr>
              <a:t>MDM Hierarchy with Pillar/Offerings</a:t>
            </a:r>
          </a:p>
        </p:txBody>
      </p:sp>
      <p:sp>
        <p:nvSpPr>
          <p:cNvPr id="61" name="TextBox 60">
            <a:extLst>
              <a:ext uri="{FF2B5EF4-FFF2-40B4-BE49-F238E27FC236}">
                <a16:creationId xmlns:a16="http://schemas.microsoft.com/office/drawing/2014/main" id="{1032928F-93D1-438E-9D90-0D4BD0631FC9}"/>
              </a:ext>
            </a:extLst>
          </p:cNvPr>
          <p:cNvSpPr txBox="1"/>
          <p:nvPr/>
        </p:nvSpPr>
        <p:spPr>
          <a:xfrm>
            <a:off x="5121668" y="6287561"/>
            <a:ext cx="5057801" cy="261610"/>
          </a:xfrm>
          <a:prstGeom prst="rect">
            <a:avLst/>
          </a:prstGeom>
          <a:noFill/>
        </p:spPr>
        <p:txBody>
          <a:bodyPr wrap="square" rtlCol="0">
            <a:spAutoFit/>
          </a:bodyPr>
          <a:lstStyle/>
          <a:p>
            <a:r>
              <a:rPr lang="en-US" sz="1050" dirty="0">
                <a:solidFill>
                  <a:srgbClr val="005587"/>
                </a:solidFill>
              </a:rPr>
              <a:t>Local MDM - Hierarchy &amp; Launch Pillar/Offering + Priority assets – Ad-hoc refresh</a:t>
            </a:r>
            <a:endParaRPr lang="en-US" sz="1050" dirty="0">
              <a:solidFill>
                <a:srgbClr val="005587"/>
              </a:solidFill>
              <a:highlight>
                <a:srgbClr val="FFFF00"/>
              </a:highlight>
            </a:endParaRPr>
          </a:p>
        </p:txBody>
      </p:sp>
      <p:sp>
        <p:nvSpPr>
          <p:cNvPr id="62" name="Oval 61">
            <a:extLst>
              <a:ext uri="{FF2B5EF4-FFF2-40B4-BE49-F238E27FC236}">
                <a16:creationId xmlns:a16="http://schemas.microsoft.com/office/drawing/2014/main" id="{D93791DF-A2DF-4E37-BF99-03588576A0E9}"/>
              </a:ext>
            </a:extLst>
          </p:cNvPr>
          <p:cNvSpPr/>
          <p:nvPr/>
        </p:nvSpPr>
        <p:spPr>
          <a:xfrm>
            <a:off x="3161843" y="4441480"/>
            <a:ext cx="252000" cy="25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1200" b="1" dirty="0"/>
              <a:t>3</a:t>
            </a:r>
          </a:p>
        </p:txBody>
      </p:sp>
      <p:sp>
        <p:nvSpPr>
          <p:cNvPr id="66" name="Oval 65">
            <a:extLst>
              <a:ext uri="{FF2B5EF4-FFF2-40B4-BE49-F238E27FC236}">
                <a16:creationId xmlns:a16="http://schemas.microsoft.com/office/drawing/2014/main" id="{5C16A0B1-0962-4742-876F-418CEF8B701B}"/>
              </a:ext>
            </a:extLst>
          </p:cNvPr>
          <p:cNvSpPr/>
          <p:nvPr/>
        </p:nvSpPr>
        <p:spPr>
          <a:xfrm>
            <a:off x="4914087" y="6031528"/>
            <a:ext cx="216000" cy="216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1050" b="1" dirty="0"/>
              <a:t>2</a:t>
            </a:r>
          </a:p>
        </p:txBody>
      </p:sp>
      <p:sp>
        <p:nvSpPr>
          <p:cNvPr id="68" name="Oval 67">
            <a:extLst>
              <a:ext uri="{FF2B5EF4-FFF2-40B4-BE49-F238E27FC236}">
                <a16:creationId xmlns:a16="http://schemas.microsoft.com/office/drawing/2014/main" id="{69CE712F-3DFC-4C71-8C03-81C2CFD29A3C}"/>
              </a:ext>
            </a:extLst>
          </p:cNvPr>
          <p:cNvSpPr/>
          <p:nvPr/>
        </p:nvSpPr>
        <p:spPr>
          <a:xfrm>
            <a:off x="4914087" y="6289056"/>
            <a:ext cx="216000" cy="216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1050" b="1" dirty="0"/>
              <a:t>3</a:t>
            </a:r>
          </a:p>
        </p:txBody>
      </p:sp>
      <p:cxnSp>
        <p:nvCxnSpPr>
          <p:cNvPr id="7172" name="Straight Connector 7171">
            <a:extLst>
              <a:ext uri="{FF2B5EF4-FFF2-40B4-BE49-F238E27FC236}">
                <a16:creationId xmlns:a16="http://schemas.microsoft.com/office/drawing/2014/main" id="{093EF47B-7CE9-4DDF-B19D-000F93500E40}"/>
              </a:ext>
            </a:extLst>
          </p:cNvPr>
          <p:cNvCxnSpPr>
            <a:cxnSpLocks/>
          </p:cNvCxnSpPr>
          <p:nvPr/>
        </p:nvCxnSpPr>
        <p:spPr>
          <a:xfrm>
            <a:off x="637406" y="1899080"/>
            <a:ext cx="4805581" cy="11172"/>
          </a:xfrm>
          <a:prstGeom prst="line">
            <a:avLst/>
          </a:prstGeom>
          <a:ln w="127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CBE828D-7904-4E1E-9AB5-13B69A923755}"/>
              </a:ext>
            </a:extLst>
          </p:cNvPr>
          <p:cNvCxnSpPr>
            <a:cxnSpLocks/>
          </p:cNvCxnSpPr>
          <p:nvPr/>
        </p:nvCxnSpPr>
        <p:spPr>
          <a:xfrm>
            <a:off x="5744495" y="1899080"/>
            <a:ext cx="2636180" cy="0"/>
          </a:xfrm>
          <a:prstGeom prst="line">
            <a:avLst/>
          </a:prstGeom>
          <a:ln w="127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0314407-05DD-40B2-8988-AEF4808E31DA}"/>
              </a:ext>
            </a:extLst>
          </p:cNvPr>
          <p:cNvCxnSpPr>
            <a:cxnSpLocks/>
          </p:cNvCxnSpPr>
          <p:nvPr/>
        </p:nvCxnSpPr>
        <p:spPr>
          <a:xfrm>
            <a:off x="8588701" y="1899080"/>
            <a:ext cx="2636180" cy="0"/>
          </a:xfrm>
          <a:prstGeom prst="line">
            <a:avLst/>
          </a:prstGeom>
          <a:ln w="127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8D32CD9F-5792-4379-8DCA-AF0220C747A5}"/>
              </a:ext>
            </a:extLst>
          </p:cNvPr>
          <p:cNvCxnSpPr>
            <a:cxnSpLocks/>
          </p:cNvCxnSpPr>
          <p:nvPr/>
        </p:nvCxnSpPr>
        <p:spPr>
          <a:xfrm>
            <a:off x="8044964" y="3807084"/>
            <a:ext cx="789649" cy="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3" name="Rectangle 72">
            <a:extLst>
              <a:ext uri="{FF2B5EF4-FFF2-40B4-BE49-F238E27FC236}">
                <a16:creationId xmlns:a16="http://schemas.microsoft.com/office/drawing/2014/main" id="{CD7C0606-6B4B-450A-AACD-DEF88ADEC1F5}"/>
              </a:ext>
            </a:extLst>
          </p:cNvPr>
          <p:cNvSpPr/>
          <p:nvPr/>
        </p:nvSpPr>
        <p:spPr>
          <a:xfrm>
            <a:off x="2456473" y="107856"/>
            <a:ext cx="7929610" cy="783844"/>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wrap="non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Proposed Solution </a:t>
            </a:r>
            <a:endParaRPr kumimoji="0" lang="en-US" sz="2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74" name="Rectangle 73">
            <a:extLst>
              <a:ext uri="{FF2B5EF4-FFF2-40B4-BE49-F238E27FC236}">
                <a16:creationId xmlns:a16="http://schemas.microsoft.com/office/drawing/2014/main" id="{7C03DDB6-D670-4553-8AA6-92AB5DA0CFF0}"/>
              </a:ext>
            </a:extLst>
          </p:cNvPr>
          <p:cNvSpPr/>
          <p:nvPr/>
        </p:nvSpPr>
        <p:spPr>
          <a:xfrm>
            <a:off x="-5290" y="98977"/>
            <a:ext cx="3999374" cy="790575"/>
          </a:xfrm>
          <a:prstGeom prst="rect">
            <a:avLst/>
          </a:prstGeom>
          <a:solidFill>
            <a:schemeClr val="tx1"/>
          </a:solidFill>
          <a:ln>
            <a:noFill/>
          </a:ln>
        </p:spPr>
        <p:style>
          <a:lnRef idx="0">
            <a:schemeClr val="accent1"/>
          </a:lnRef>
          <a:fillRef idx="1">
            <a:schemeClr val="accent1"/>
          </a:fillRef>
          <a:effectRef idx="0">
            <a:schemeClr val="dk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400" b="0" i="0" u="none" strike="noStrike" kern="1200" cap="none" spc="0" normalizeH="0" baseline="0" noProof="0">
                <a:ln>
                  <a:noFill/>
                </a:ln>
                <a:solidFill>
                  <a:srgbClr val="FFFFFF"/>
                </a:solidFill>
                <a:effectLst/>
                <a:uLnTx/>
                <a:uFillTx/>
                <a:latin typeface="Arial" panose="020B0604020202020204"/>
                <a:ea typeface="+mn-ea"/>
                <a:cs typeface="+mn-cs"/>
              </a:rPr>
              <a:t>ED&amp;A </a:t>
            </a:r>
          </a:p>
        </p:txBody>
      </p:sp>
      <p:sp>
        <p:nvSpPr>
          <p:cNvPr id="7180" name="Rectangle 7179">
            <a:extLst>
              <a:ext uri="{FF2B5EF4-FFF2-40B4-BE49-F238E27FC236}">
                <a16:creationId xmlns:a16="http://schemas.microsoft.com/office/drawing/2014/main" id="{30855121-B80D-4598-8C93-A56E278B5C70}"/>
              </a:ext>
            </a:extLst>
          </p:cNvPr>
          <p:cNvSpPr/>
          <p:nvPr/>
        </p:nvSpPr>
        <p:spPr>
          <a:xfrm>
            <a:off x="4779930" y="5643964"/>
            <a:ext cx="5399540" cy="1008133"/>
          </a:xfrm>
          <a:prstGeom prst="rect">
            <a:avLst/>
          </a:prstGeom>
          <a:noFill/>
          <a:ln w="9525">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77" name="TextBox 76">
            <a:extLst>
              <a:ext uri="{FF2B5EF4-FFF2-40B4-BE49-F238E27FC236}">
                <a16:creationId xmlns:a16="http://schemas.microsoft.com/office/drawing/2014/main" id="{4704CA4E-FEFC-459C-A157-EFB4DEF776F6}"/>
              </a:ext>
            </a:extLst>
          </p:cNvPr>
          <p:cNvSpPr txBox="1"/>
          <p:nvPr/>
        </p:nvSpPr>
        <p:spPr>
          <a:xfrm>
            <a:off x="9265402" y="4810621"/>
            <a:ext cx="2609186" cy="253916"/>
          </a:xfrm>
          <a:prstGeom prst="rect">
            <a:avLst/>
          </a:prstGeom>
          <a:noFill/>
        </p:spPr>
        <p:txBody>
          <a:bodyPr wrap="square" rtlCol="0">
            <a:spAutoFit/>
          </a:bodyPr>
          <a:lstStyle/>
          <a:p>
            <a:r>
              <a:rPr lang="en-US" sz="1050" dirty="0">
                <a:solidFill>
                  <a:srgbClr val="005587"/>
                </a:solidFill>
              </a:rPr>
              <a:t>Monthly refreshed</a:t>
            </a:r>
          </a:p>
        </p:txBody>
      </p:sp>
      <p:sp>
        <p:nvSpPr>
          <p:cNvPr id="79" name="Rectangle: Rounded Corners 78">
            <a:extLst>
              <a:ext uri="{FF2B5EF4-FFF2-40B4-BE49-F238E27FC236}">
                <a16:creationId xmlns:a16="http://schemas.microsoft.com/office/drawing/2014/main" id="{8EC78E7B-1169-406C-849E-A95A424E6B39}"/>
              </a:ext>
            </a:extLst>
          </p:cNvPr>
          <p:cNvSpPr/>
          <p:nvPr/>
        </p:nvSpPr>
        <p:spPr>
          <a:xfrm>
            <a:off x="593362" y="5892651"/>
            <a:ext cx="2003573" cy="592405"/>
          </a:xfrm>
          <a:prstGeom prst="roundRect">
            <a:avLst/>
          </a:prstGeom>
          <a:solidFill>
            <a:srgbClr val="C6E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80" name="TextBox 79">
            <a:extLst>
              <a:ext uri="{FF2B5EF4-FFF2-40B4-BE49-F238E27FC236}">
                <a16:creationId xmlns:a16="http://schemas.microsoft.com/office/drawing/2014/main" id="{D3843AFD-E3EC-44DA-A625-D053057CCC16}"/>
              </a:ext>
            </a:extLst>
          </p:cNvPr>
          <p:cNvSpPr txBox="1"/>
          <p:nvPr/>
        </p:nvSpPr>
        <p:spPr>
          <a:xfrm>
            <a:off x="649458" y="6049232"/>
            <a:ext cx="664724" cy="276999"/>
          </a:xfrm>
          <a:prstGeom prst="rect">
            <a:avLst/>
          </a:prstGeom>
          <a:noFill/>
        </p:spPr>
        <p:txBody>
          <a:bodyPr wrap="square" rtlCol="0">
            <a:spAutoFit/>
          </a:bodyPr>
          <a:lstStyle/>
          <a:p>
            <a:r>
              <a:rPr lang="en-US" sz="1200" dirty="0">
                <a:solidFill>
                  <a:schemeClr val="accent2"/>
                </a:solidFill>
              </a:rPr>
              <a:t>MDM</a:t>
            </a:r>
          </a:p>
        </p:txBody>
      </p:sp>
      <p:cxnSp>
        <p:nvCxnSpPr>
          <p:cNvPr id="7183" name="Straight Arrow Connector 7182">
            <a:extLst>
              <a:ext uri="{FF2B5EF4-FFF2-40B4-BE49-F238E27FC236}">
                <a16:creationId xmlns:a16="http://schemas.microsoft.com/office/drawing/2014/main" id="{B0ADFC34-897C-41FE-B718-65ABA63A62E0}"/>
              </a:ext>
            </a:extLst>
          </p:cNvPr>
          <p:cNvCxnSpPr>
            <a:cxnSpLocks/>
            <a:stCxn id="79" idx="0"/>
          </p:cNvCxnSpPr>
          <p:nvPr/>
        </p:nvCxnSpPr>
        <p:spPr>
          <a:xfrm flipV="1">
            <a:off x="1595149" y="5547496"/>
            <a:ext cx="4320" cy="345155"/>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Rounded Corners 49">
            <a:extLst>
              <a:ext uri="{FF2B5EF4-FFF2-40B4-BE49-F238E27FC236}">
                <a16:creationId xmlns:a16="http://schemas.microsoft.com/office/drawing/2014/main" id="{024F460E-2D44-4B14-AD78-657A1DF15A92}"/>
              </a:ext>
            </a:extLst>
          </p:cNvPr>
          <p:cNvSpPr/>
          <p:nvPr/>
        </p:nvSpPr>
        <p:spPr>
          <a:xfrm>
            <a:off x="2881997" y="4862301"/>
            <a:ext cx="1373412" cy="440408"/>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sz="1400" dirty="0">
              <a:solidFill>
                <a:schemeClr val="accent2"/>
              </a:solidFill>
            </a:endParaRPr>
          </a:p>
        </p:txBody>
      </p:sp>
      <p:sp>
        <p:nvSpPr>
          <p:cNvPr id="51" name="TextBox 50">
            <a:extLst>
              <a:ext uri="{FF2B5EF4-FFF2-40B4-BE49-F238E27FC236}">
                <a16:creationId xmlns:a16="http://schemas.microsoft.com/office/drawing/2014/main" id="{2DBE1E16-D935-4C34-BA0B-3049F7380200}"/>
              </a:ext>
            </a:extLst>
          </p:cNvPr>
          <p:cNvSpPr txBox="1"/>
          <p:nvPr/>
        </p:nvSpPr>
        <p:spPr>
          <a:xfrm>
            <a:off x="3614107" y="4861544"/>
            <a:ext cx="641301" cy="430887"/>
          </a:xfrm>
          <a:prstGeom prst="rect">
            <a:avLst/>
          </a:prstGeom>
          <a:noFill/>
        </p:spPr>
        <p:txBody>
          <a:bodyPr wrap="square" rtlCol="0">
            <a:spAutoFit/>
          </a:bodyPr>
          <a:lstStyle/>
          <a:p>
            <a:r>
              <a:rPr lang="en-US" sz="1100" dirty="0">
                <a:solidFill>
                  <a:schemeClr val="tx2"/>
                </a:solidFill>
              </a:rPr>
              <a:t>Alteryx Gallery</a:t>
            </a:r>
          </a:p>
        </p:txBody>
      </p:sp>
      <p:pic>
        <p:nvPicPr>
          <p:cNvPr id="55" name="Picture 8" descr="Alteryx Designer Reviews, Ratings &amp; Features 2022 | Gartner Peer Insights">
            <a:extLst>
              <a:ext uri="{FF2B5EF4-FFF2-40B4-BE49-F238E27FC236}">
                <a16:creationId xmlns:a16="http://schemas.microsoft.com/office/drawing/2014/main" id="{41D78BB4-FA07-41BC-B9E2-4E9E9BFCD7E1}"/>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1" r="31378" b="232"/>
          <a:stretch/>
        </p:blipFill>
        <p:spPr bwMode="auto">
          <a:xfrm>
            <a:off x="2926598" y="4943671"/>
            <a:ext cx="733583" cy="266634"/>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59">
            <a:extLst>
              <a:ext uri="{FF2B5EF4-FFF2-40B4-BE49-F238E27FC236}">
                <a16:creationId xmlns:a16="http://schemas.microsoft.com/office/drawing/2014/main" id="{15D8CFEA-81C1-434B-8796-73BD9A8687E6}"/>
              </a:ext>
            </a:extLst>
          </p:cNvPr>
          <p:cNvPicPr>
            <a:picLocks noChangeAspect="1"/>
          </p:cNvPicPr>
          <p:nvPr/>
        </p:nvPicPr>
        <p:blipFill>
          <a:blip r:embed="rId13"/>
          <a:stretch>
            <a:fillRect/>
          </a:stretch>
        </p:blipFill>
        <p:spPr>
          <a:xfrm>
            <a:off x="1340365" y="5976130"/>
            <a:ext cx="960110" cy="436639"/>
          </a:xfrm>
          <a:prstGeom prst="rect">
            <a:avLst/>
          </a:prstGeom>
        </p:spPr>
      </p:pic>
      <p:sp>
        <p:nvSpPr>
          <p:cNvPr id="65" name="TextBox 64">
            <a:extLst>
              <a:ext uri="{FF2B5EF4-FFF2-40B4-BE49-F238E27FC236}">
                <a16:creationId xmlns:a16="http://schemas.microsoft.com/office/drawing/2014/main" id="{F4ACAB36-B7E9-49C9-B12F-A323D3ACE19A}"/>
              </a:ext>
            </a:extLst>
          </p:cNvPr>
          <p:cNvSpPr txBox="1"/>
          <p:nvPr/>
        </p:nvSpPr>
        <p:spPr>
          <a:xfrm>
            <a:off x="560048" y="5678382"/>
            <a:ext cx="2070202" cy="161583"/>
          </a:xfrm>
          <a:prstGeom prst="rect">
            <a:avLst/>
          </a:prstGeom>
          <a:solidFill>
            <a:schemeClr val="bg1"/>
          </a:solidFill>
        </p:spPr>
        <p:txBody>
          <a:bodyPr wrap="square" tIns="0" bIns="0" rtlCol="0">
            <a:spAutoFit/>
          </a:bodyPr>
          <a:lstStyle/>
          <a:p>
            <a:r>
              <a:rPr lang="en-US" sz="1050" dirty="0">
                <a:solidFill>
                  <a:srgbClr val="005587"/>
                </a:solidFill>
              </a:rPr>
              <a:t>Implement check against MDM</a:t>
            </a:r>
          </a:p>
        </p:txBody>
      </p:sp>
    </p:spTree>
    <p:extLst>
      <p:ext uri="{BB962C8B-B14F-4D97-AF65-F5344CB8AC3E}">
        <p14:creationId xmlns:p14="http://schemas.microsoft.com/office/powerpoint/2010/main" val="8696741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5B249BA-954E-43DA-94E9-E6B2DCB3EB76}"/>
              </a:ext>
            </a:extLst>
          </p:cNvPr>
          <p:cNvGraphicFramePr>
            <a:graphicFrameLocks noChangeAspect="1"/>
          </p:cNvGraphicFramePr>
          <p:nvPr>
            <p:custDataLst>
              <p:tags r:id="rId1"/>
            </p:custDataLst>
            <p:extLst>
              <p:ext uri="{D42A27DB-BD31-4B8C-83A1-F6EECF244321}">
                <p14:modId xmlns:p14="http://schemas.microsoft.com/office/powerpoint/2010/main" val="12760345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6" name="Object 5" hidden="1">
                        <a:extLst>
                          <a:ext uri="{FF2B5EF4-FFF2-40B4-BE49-F238E27FC236}">
                            <a16:creationId xmlns:a16="http://schemas.microsoft.com/office/drawing/2014/main" id="{45B249BA-954E-43DA-94E9-E6B2DCB3EB7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3" name="Table 4">
            <a:extLst>
              <a:ext uri="{FF2B5EF4-FFF2-40B4-BE49-F238E27FC236}">
                <a16:creationId xmlns:a16="http://schemas.microsoft.com/office/drawing/2014/main" id="{F0B6E1CA-76C3-4233-9E8C-DD224B557537}"/>
              </a:ext>
            </a:extLst>
          </p:cNvPr>
          <p:cNvGraphicFramePr>
            <a:graphicFrameLocks noGrp="1"/>
          </p:cNvGraphicFramePr>
          <p:nvPr>
            <p:extLst>
              <p:ext uri="{D42A27DB-BD31-4B8C-83A1-F6EECF244321}">
                <p14:modId xmlns:p14="http://schemas.microsoft.com/office/powerpoint/2010/main" val="4113373751"/>
              </p:ext>
            </p:extLst>
          </p:nvPr>
        </p:nvGraphicFramePr>
        <p:xfrm>
          <a:off x="355873" y="1396755"/>
          <a:ext cx="10997963" cy="4064489"/>
        </p:xfrm>
        <a:graphic>
          <a:graphicData uri="http://schemas.openxmlformats.org/drawingml/2006/table">
            <a:tbl>
              <a:tblPr firstRow="1" bandRow="1">
                <a:tableStyleId>{5C22544A-7EE6-4342-B048-85BDC9FD1C3A}</a:tableStyleId>
              </a:tblPr>
              <a:tblGrid>
                <a:gridCol w="1131593">
                  <a:extLst>
                    <a:ext uri="{9D8B030D-6E8A-4147-A177-3AD203B41FA5}">
                      <a16:colId xmlns:a16="http://schemas.microsoft.com/office/drawing/2014/main" val="1240210977"/>
                    </a:ext>
                  </a:extLst>
                </a:gridCol>
                <a:gridCol w="2695956">
                  <a:extLst>
                    <a:ext uri="{9D8B030D-6E8A-4147-A177-3AD203B41FA5}">
                      <a16:colId xmlns:a16="http://schemas.microsoft.com/office/drawing/2014/main" val="702921672"/>
                    </a:ext>
                  </a:extLst>
                </a:gridCol>
                <a:gridCol w="549834">
                  <a:extLst>
                    <a:ext uri="{9D8B030D-6E8A-4147-A177-3AD203B41FA5}">
                      <a16:colId xmlns:a16="http://schemas.microsoft.com/office/drawing/2014/main" val="2206040634"/>
                    </a:ext>
                  </a:extLst>
                </a:gridCol>
                <a:gridCol w="551715">
                  <a:extLst>
                    <a:ext uri="{9D8B030D-6E8A-4147-A177-3AD203B41FA5}">
                      <a16:colId xmlns:a16="http://schemas.microsoft.com/office/drawing/2014/main" val="510253596"/>
                    </a:ext>
                  </a:extLst>
                </a:gridCol>
                <a:gridCol w="551715">
                  <a:extLst>
                    <a:ext uri="{9D8B030D-6E8A-4147-A177-3AD203B41FA5}">
                      <a16:colId xmlns:a16="http://schemas.microsoft.com/office/drawing/2014/main" val="2476837836"/>
                    </a:ext>
                  </a:extLst>
                </a:gridCol>
                <a:gridCol w="551715">
                  <a:extLst>
                    <a:ext uri="{9D8B030D-6E8A-4147-A177-3AD203B41FA5}">
                      <a16:colId xmlns:a16="http://schemas.microsoft.com/office/drawing/2014/main" val="3573928186"/>
                    </a:ext>
                  </a:extLst>
                </a:gridCol>
                <a:gridCol w="551715">
                  <a:extLst>
                    <a:ext uri="{9D8B030D-6E8A-4147-A177-3AD203B41FA5}">
                      <a16:colId xmlns:a16="http://schemas.microsoft.com/office/drawing/2014/main" val="2264024904"/>
                    </a:ext>
                  </a:extLst>
                </a:gridCol>
                <a:gridCol w="551715">
                  <a:extLst>
                    <a:ext uri="{9D8B030D-6E8A-4147-A177-3AD203B41FA5}">
                      <a16:colId xmlns:a16="http://schemas.microsoft.com/office/drawing/2014/main" val="581888922"/>
                    </a:ext>
                  </a:extLst>
                </a:gridCol>
                <a:gridCol w="551715">
                  <a:extLst>
                    <a:ext uri="{9D8B030D-6E8A-4147-A177-3AD203B41FA5}">
                      <a16:colId xmlns:a16="http://schemas.microsoft.com/office/drawing/2014/main" val="1951900405"/>
                    </a:ext>
                  </a:extLst>
                </a:gridCol>
                <a:gridCol w="551715">
                  <a:extLst>
                    <a:ext uri="{9D8B030D-6E8A-4147-A177-3AD203B41FA5}">
                      <a16:colId xmlns:a16="http://schemas.microsoft.com/office/drawing/2014/main" val="1055372680"/>
                    </a:ext>
                  </a:extLst>
                </a:gridCol>
                <a:gridCol w="551715">
                  <a:extLst>
                    <a:ext uri="{9D8B030D-6E8A-4147-A177-3AD203B41FA5}">
                      <a16:colId xmlns:a16="http://schemas.microsoft.com/office/drawing/2014/main" val="4286801838"/>
                    </a:ext>
                  </a:extLst>
                </a:gridCol>
                <a:gridCol w="551715">
                  <a:extLst>
                    <a:ext uri="{9D8B030D-6E8A-4147-A177-3AD203B41FA5}">
                      <a16:colId xmlns:a16="http://schemas.microsoft.com/office/drawing/2014/main" val="3663680218"/>
                    </a:ext>
                  </a:extLst>
                </a:gridCol>
                <a:gridCol w="551715">
                  <a:extLst>
                    <a:ext uri="{9D8B030D-6E8A-4147-A177-3AD203B41FA5}">
                      <a16:colId xmlns:a16="http://schemas.microsoft.com/office/drawing/2014/main" val="4184735386"/>
                    </a:ext>
                  </a:extLst>
                </a:gridCol>
                <a:gridCol w="551715">
                  <a:extLst>
                    <a:ext uri="{9D8B030D-6E8A-4147-A177-3AD203B41FA5}">
                      <a16:colId xmlns:a16="http://schemas.microsoft.com/office/drawing/2014/main" val="2884265513"/>
                    </a:ext>
                  </a:extLst>
                </a:gridCol>
                <a:gridCol w="551715">
                  <a:extLst>
                    <a:ext uri="{9D8B030D-6E8A-4147-A177-3AD203B41FA5}">
                      <a16:colId xmlns:a16="http://schemas.microsoft.com/office/drawing/2014/main" val="1766837215"/>
                    </a:ext>
                  </a:extLst>
                </a:gridCol>
              </a:tblGrid>
              <a:tr h="268946">
                <a:tc rowSpan="2">
                  <a:txBody>
                    <a:bodyPr/>
                    <a:lstStyle/>
                    <a:p>
                      <a:pPr algn="ctr"/>
                      <a:r>
                        <a:rPr lang="en-US" sz="1200" dirty="0"/>
                        <a:t>PHASE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rowSpan="2">
                  <a:txBody>
                    <a:bodyPr/>
                    <a:lstStyle/>
                    <a:p>
                      <a:pPr algn="ctr"/>
                      <a:r>
                        <a:rPr lang="en-US" sz="1200" dirty="0"/>
                        <a:t>Activities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4">
                  <a:txBody>
                    <a:bodyPr/>
                    <a:lstStyle/>
                    <a:p>
                      <a:pPr algn="ctr"/>
                      <a:r>
                        <a:rPr lang="en-US" sz="1200" dirty="0"/>
                        <a:t>March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4">
                  <a:txBody>
                    <a:bodyPr/>
                    <a:lstStyle/>
                    <a:p>
                      <a:pPr algn="ctr"/>
                      <a:r>
                        <a:rPr lang="en-US" sz="1200" dirty="0"/>
                        <a:t>April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5">
                  <a:txBody>
                    <a:bodyPr/>
                    <a:lstStyle/>
                    <a:p>
                      <a:pPr algn="ctr"/>
                      <a:r>
                        <a:rPr lang="en-US" sz="1200" dirty="0"/>
                        <a:t>May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algn="ctr"/>
                      <a:endParaRPr lang="en-US" sz="120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38495955"/>
                  </a:ext>
                </a:extLst>
              </a:tr>
              <a:tr h="376409">
                <a:tc vMerge="1">
                  <a:txBody>
                    <a:bodyPr/>
                    <a:lstStyle/>
                    <a:p>
                      <a:pPr algn="ctr"/>
                      <a:endParaRPr lang="en-US" sz="1200" b="1"/>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vMerge="1">
                  <a:txBody>
                    <a:bodyPr/>
                    <a:lstStyle/>
                    <a:p>
                      <a:pPr algn="ctr"/>
                      <a:endParaRPr lang="en-US" sz="1200" b="1"/>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900" b="1" dirty="0"/>
                        <a:t>06/03</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900" b="1" dirty="0"/>
                        <a:t>13/03</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900" b="1" dirty="0"/>
                        <a:t>20/03</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900" b="1" dirty="0"/>
                        <a:t>27/03</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900" b="1" dirty="0"/>
                        <a:t>03/04</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900" b="1" dirty="0"/>
                        <a:t>10/04</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900" b="1" dirty="0"/>
                        <a:t>17/04</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900" b="1" dirty="0"/>
                        <a:t>24/04</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900" b="1" dirty="0"/>
                        <a:t>01/05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900" b="1" dirty="0"/>
                        <a:t>08/05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900" b="1" dirty="0"/>
                        <a:t>15/05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900" b="1" dirty="0"/>
                        <a:t>22/05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900" b="1" dirty="0"/>
                        <a:t>29/05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41239345"/>
                  </a:ext>
                </a:extLst>
              </a:tr>
              <a:tr h="643705">
                <a:tc rowSpan="7">
                  <a:txBody>
                    <a:bodyPr/>
                    <a:lstStyle/>
                    <a:p>
                      <a:pPr algn="ctr"/>
                      <a:r>
                        <a:rPr lang="en-US" sz="1000" b="1" kern="1200" dirty="0">
                          <a:solidFill>
                            <a:schemeClr val="dk1"/>
                          </a:solidFill>
                          <a:latin typeface="+mn-lt"/>
                          <a:ea typeface="+mn-ea"/>
                          <a:cs typeface="+mn-cs"/>
                        </a:rPr>
                        <a:t>PHASE I</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a:spcAft>
                          <a:spcPts val="600"/>
                        </a:spcAft>
                      </a:pPr>
                      <a:r>
                        <a:rPr lang="en-US" sz="1000" b="0" dirty="0"/>
                        <a:t>Data Access and Extraction </a:t>
                      </a:r>
                    </a:p>
                    <a:p>
                      <a:pPr marL="171450" indent="-171450" algn="l">
                        <a:spcAft>
                          <a:spcPts val="600"/>
                        </a:spcAft>
                        <a:buFont typeface="Arial" panose="020B0604020202020204" pitchFamily="34" charset="0"/>
                        <a:buChar char="•"/>
                      </a:pPr>
                      <a:r>
                        <a:rPr lang="en-US" sz="800" b="0" i="1" dirty="0"/>
                        <a:t>CRM (Sales) – </a:t>
                      </a:r>
                      <a:r>
                        <a:rPr lang="en-US" sz="800" b="0" i="1" dirty="0">
                          <a:solidFill>
                            <a:schemeClr val="accent1"/>
                          </a:solidFill>
                        </a:rPr>
                        <a:t>ED&amp;A (Data)</a:t>
                      </a:r>
                    </a:p>
                    <a:p>
                      <a:pPr marL="171450" indent="-171450" algn="l">
                        <a:spcAft>
                          <a:spcPts val="600"/>
                        </a:spcAft>
                        <a:buFont typeface="Arial" panose="020B0604020202020204" pitchFamily="34" charset="0"/>
                        <a:buChar char="•"/>
                      </a:pPr>
                      <a:r>
                        <a:rPr lang="en-US" sz="800" b="0" i="1" dirty="0"/>
                        <a:t>MRA (Revenue) – </a:t>
                      </a:r>
                      <a:r>
                        <a:rPr lang="en-US" sz="800" b="0" i="1" dirty="0">
                          <a:solidFill>
                            <a:schemeClr val="accent1"/>
                          </a:solidFill>
                        </a:rPr>
                        <a:t>ED&amp;A (Data)</a:t>
                      </a:r>
                    </a:p>
                    <a:p>
                      <a:pPr marL="171450" indent="-171450" algn="l">
                        <a:spcAft>
                          <a:spcPts val="600"/>
                        </a:spcAft>
                        <a:buFont typeface="Arial" panose="020B0604020202020204" pitchFamily="34" charset="0"/>
                        <a:buChar char="•"/>
                      </a:pPr>
                      <a:r>
                        <a:rPr lang="en-US" sz="800" b="0" i="1" dirty="0">
                          <a:solidFill>
                            <a:schemeClr val="tx1"/>
                          </a:solidFill>
                        </a:rPr>
                        <a:t>Manual Inputs WF </a:t>
                      </a:r>
                      <a:r>
                        <a:rPr lang="en-US" sz="800" b="0" i="1" dirty="0"/>
                        <a:t>– </a:t>
                      </a:r>
                      <a:r>
                        <a:rPr lang="en-US" sz="800" b="0" i="1" dirty="0">
                          <a:solidFill>
                            <a:schemeClr val="accent1"/>
                          </a:solidFill>
                        </a:rPr>
                        <a:t>ED&amp;A (Data)</a:t>
                      </a:r>
                      <a:endParaRPr lang="en-US" sz="800" b="0" i="1"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endParaRPr lang="en-US" sz="1200" b="1" dirty="0"/>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45599217"/>
                  </a:ext>
                </a:extLst>
              </a:tr>
              <a:tr h="384947">
                <a:tc vMerge="1">
                  <a:txBody>
                    <a:bodyPr/>
                    <a:lstStyle/>
                    <a:p>
                      <a:pPr marL="0" algn="ctr" defTabSz="914400" rtl="0" eaLnBrk="1" latinLnBrk="0" hangingPunct="1"/>
                      <a:endParaRPr lang="en-US" sz="1000" b="1" kern="1200" dirty="0">
                        <a:solidFill>
                          <a:schemeClr val="dk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a:spcAft>
                          <a:spcPts val="300"/>
                        </a:spcAft>
                      </a:pPr>
                      <a:r>
                        <a:rPr lang="en-US" sz="1000" b="0" dirty="0"/>
                        <a:t>Data transformation </a:t>
                      </a:r>
                    </a:p>
                    <a:p>
                      <a:pPr marL="171450" indent="-171450" algn="l" defTabSz="914400" rtl="0" eaLnBrk="1" latinLnBrk="0" hangingPunct="1">
                        <a:spcAft>
                          <a:spcPts val="600"/>
                        </a:spcAft>
                        <a:buFont typeface="Arial" panose="020B0604020202020204" pitchFamily="34" charset="0"/>
                        <a:buChar char="•"/>
                      </a:pPr>
                      <a:r>
                        <a:rPr lang="en-US" sz="800" b="0" i="1" kern="1200" dirty="0">
                          <a:solidFill>
                            <a:schemeClr val="dk1"/>
                          </a:solidFill>
                          <a:latin typeface="+mn-lt"/>
                          <a:ea typeface="+mn-ea"/>
                          <a:cs typeface="+mn-cs"/>
                        </a:rPr>
                        <a:t>Data mapping – </a:t>
                      </a:r>
                      <a:r>
                        <a:rPr lang="en-US" sz="800" b="0" i="1" kern="1200" dirty="0">
                          <a:solidFill>
                            <a:schemeClr val="accent1"/>
                          </a:solidFill>
                          <a:latin typeface="+mn-lt"/>
                          <a:ea typeface="+mn-ea"/>
                          <a:cs typeface="+mn-cs"/>
                        </a:rPr>
                        <a:t>ED&amp;A (Analytics) </a:t>
                      </a:r>
                    </a:p>
                    <a:p>
                      <a:pPr marL="171450" indent="-171450" algn="l" defTabSz="914400" rtl="0" eaLnBrk="1" latinLnBrk="0" hangingPunct="1">
                        <a:spcAft>
                          <a:spcPts val="600"/>
                        </a:spcAft>
                        <a:buFont typeface="Arial" panose="020B0604020202020204" pitchFamily="34" charset="0"/>
                        <a:buChar char="•"/>
                      </a:pPr>
                      <a:r>
                        <a:rPr lang="en-US" sz="800" b="0" i="1" kern="1200" dirty="0">
                          <a:solidFill>
                            <a:schemeClr val="dk1"/>
                          </a:solidFill>
                          <a:latin typeface="+mn-lt"/>
                          <a:ea typeface="+mn-ea"/>
                          <a:cs typeface="+mn-cs"/>
                        </a:rPr>
                        <a:t>Data reconciliation – </a:t>
                      </a:r>
                      <a:r>
                        <a:rPr lang="en-US" sz="800" b="0" i="1" kern="1200" dirty="0">
                          <a:solidFill>
                            <a:schemeClr val="accent1"/>
                          </a:solidFill>
                          <a:latin typeface="+mn-lt"/>
                          <a:ea typeface="+mn-ea"/>
                          <a:cs typeface="+mn-cs"/>
                        </a:rPr>
                        <a:t>ED&amp;A (Analytics)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endParaRPr lang="en-US" sz="1200" b="1" dirty="0"/>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6942618"/>
                  </a:ext>
                </a:extLst>
              </a:tr>
              <a:tr h="481819">
                <a:tc vMerge="1">
                  <a:txBody>
                    <a:bodyPr/>
                    <a:lstStyle/>
                    <a:p>
                      <a:pPr algn="ctr"/>
                      <a:endParaRPr lang="en-US" sz="1000" b="1"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a:spcAft>
                          <a:spcPts val="300"/>
                        </a:spcAft>
                      </a:pPr>
                      <a:r>
                        <a:rPr lang="en-US" sz="1000" b="0" dirty="0"/>
                        <a:t>Data visualization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1" u="none" strike="noStrike" kern="1200" cap="none" spc="0" normalizeH="0" baseline="0" noProof="0" dirty="0">
                          <a:ln>
                            <a:noFill/>
                          </a:ln>
                          <a:solidFill>
                            <a:srgbClr val="2B3A42"/>
                          </a:solidFill>
                          <a:effectLst/>
                          <a:uLnTx/>
                          <a:uFillTx/>
                          <a:latin typeface="+mn-lt"/>
                          <a:ea typeface="+mn-ea"/>
                          <a:cs typeface="+mn-cs"/>
                        </a:rPr>
                        <a:t>Data modelling – </a:t>
                      </a:r>
                      <a:r>
                        <a:rPr kumimoji="0" lang="en-US" sz="800" b="0" i="1" u="none" strike="noStrike" kern="1200" cap="none" spc="0" normalizeH="0" baseline="0" noProof="0" dirty="0">
                          <a:ln>
                            <a:noFill/>
                          </a:ln>
                          <a:solidFill>
                            <a:schemeClr val="accent1"/>
                          </a:solidFill>
                          <a:effectLst/>
                          <a:uLnTx/>
                          <a:uFillTx/>
                          <a:latin typeface="+mn-lt"/>
                          <a:ea typeface="+mn-ea"/>
                          <a:cs typeface="+mn-cs"/>
                        </a:rPr>
                        <a:t>ED&amp;A (Reporting)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1" u="none" strike="noStrike" kern="1200" cap="none" spc="0" normalizeH="0" baseline="0" noProof="0" dirty="0">
                          <a:ln>
                            <a:noFill/>
                          </a:ln>
                          <a:solidFill>
                            <a:srgbClr val="2B3A42"/>
                          </a:solidFill>
                          <a:effectLst/>
                          <a:uLnTx/>
                          <a:uFillTx/>
                          <a:latin typeface="+mn-lt"/>
                          <a:ea typeface="+mn-ea"/>
                          <a:cs typeface="+mn-cs"/>
                        </a:rPr>
                        <a:t>Dashboard creation – </a:t>
                      </a:r>
                      <a:r>
                        <a:rPr kumimoji="0" lang="en-US" sz="800" b="0" i="1" u="none" strike="noStrike" kern="1200" cap="none" spc="0" normalizeH="0" baseline="0" noProof="0" dirty="0">
                          <a:ln>
                            <a:noFill/>
                          </a:ln>
                          <a:solidFill>
                            <a:schemeClr val="accent1"/>
                          </a:solidFill>
                          <a:effectLst/>
                          <a:uLnTx/>
                          <a:uFillTx/>
                          <a:latin typeface="+mn-lt"/>
                          <a:ea typeface="+mn-ea"/>
                          <a:cs typeface="+mn-cs"/>
                        </a:rPr>
                        <a:t>ED&amp;A (Reporting)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endParaRPr lang="en-US" sz="1200" b="1" dirty="0"/>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07630"/>
                  </a:ext>
                </a:extLst>
              </a:tr>
              <a:tr h="264993">
                <a:tc vMerge="1">
                  <a:txBody>
                    <a:bodyPr/>
                    <a:lstStyle/>
                    <a:p>
                      <a:pPr algn="ctr"/>
                      <a:endParaRPr lang="en-US" sz="1000" b="1"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US" sz="1000" b="0" kern="1200" dirty="0">
                          <a:solidFill>
                            <a:schemeClr val="dk1"/>
                          </a:solidFill>
                          <a:latin typeface="+mn-lt"/>
                          <a:ea typeface="+mn-ea"/>
                          <a:cs typeface="+mn-cs"/>
                        </a:rPr>
                        <a:t>Data validation/testing – </a:t>
                      </a:r>
                      <a:r>
                        <a:rPr kumimoji="0" lang="en-US" sz="800" b="0" i="1" u="none" strike="noStrike" kern="1200" cap="none" spc="0" normalizeH="0" baseline="0" dirty="0">
                          <a:ln>
                            <a:noFill/>
                          </a:ln>
                          <a:solidFill>
                            <a:schemeClr val="accent1"/>
                          </a:solidFill>
                          <a:effectLst/>
                          <a:uLnTx/>
                          <a:uFillTx/>
                          <a:latin typeface="+mn-lt"/>
                          <a:ea typeface="+mn-ea"/>
                          <a:cs typeface="+mn-cs"/>
                        </a:rPr>
                        <a:t>LAUNCH Team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endParaRPr lang="en-US" sz="1200" b="1"/>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9863742"/>
                  </a:ext>
                </a:extLst>
              </a:tr>
              <a:tr h="264993">
                <a:tc vMerge="1">
                  <a:txBody>
                    <a:bodyPr/>
                    <a:lstStyle/>
                    <a:p>
                      <a:pPr algn="ctr"/>
                      <a:endParaRPr lang="en-US" sz="1000" b="1"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US" sz="1000" b="0" kern="1200" dirty="0">
                          <a:solidFill>
                            <a:schemeClr val="dk1"/>
                          </a:solidFill>
                          <a:latin typeface="+mn-lt"/>
                          <a:ea typeface="+mn-ea"/>
                          <a:cs typeface="+mn-cs"/>
                        </a:rPr>
                        <a:t>Deployment Go Live </a:t>
                      </a:r>
                      <a:r>
                        <a:rPr kumimoji="0" lang="en-US" sz="800" b="0" i="1" u="none" strike="noStrike" kern="1200" cap="none" spc="0" normalizeH="0" baseline="0" noProof="0" dirty="0">
                          <a:ln>
                            <a:noFill/>
                          </a:ln>
                          <a:solidFill>
                            <a:srgbClr val="2B3A42"/>
                          </a:solidFill>
                          <a:effectLst/>
                          <a:uLnTx/>
                          <a:uFillTx/>
                          <a:latin typeface="+mn-lt"/>
                          <a:ea typeface="+mn-ea"/>
                          <a:cs typeface="+mn-cs"/>
                        </a:rPr>
                        <a:t>– </a:t>
                      </a:r>
                      <a:r>
                        <a:rPr kumimoji="0" lang="en-US" sz="800" b="0" i="1" u="none" strike="noStrike" kern="1200" cap="none" spc="0" normalizeH="0" baseline="0" noProof="0" dirty="0">
                          <a:ln>
                            <a:noFill/>
                          </a:ln>
                          <a:solidFill>
                            <a:srgbClr val="00A3E0"/>
                          </a:solidFill>
                          <a:effectLst/>
                          <a:uLnTx/>
                          <a:uFillTx/>
                          <a:latin typeface="+mn-lt"/>
                          <a:ea typeface="+mn-ea"/>
                          <a:cs typeface="+mn-cs"/>
                        </a:rPr>
                        <a:t>ED&amp;A </a:t>
                      </a:r>
                      <a:endParaRPr lang="en-US" sz="1000" b="0" kern="1200" dirty="0">
                        <a:solidFill>
                          <a:schemeClr val="dk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endParaRPr lang="en-US" sz="1200" b="1"/>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9210217"/>
                  </a:ext>
                </a:extLst>
              </a:tr>
              <a:tr h="264993">
                <a:tc vMerge="1">
                  <a:txBody>
                    <a:bodyPr/>
                    <a:lstStyle/>
                    <a:p>
                      <a:pPr algn="ctr"/>
                      <a:endParaRPr lang="en-US" sz="1000" b="1" kern="1200" dirty="0">
                        <a:solidFill>
                          <a:schemeClr val="dk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US" sz="1000" b="0" kern="1200" dirty="0">
                          <a:solidFill>
                            <a:schemeClr val="dk1"/>
                          </a:solidFill>
                          <a:latin typeface="+mn-lt"/>
                          <a:ea typeface="+mn-ea"/>
                          <a:cs typeface="+mn-cs"/>
                        </a:rPr>
                        <a:t>Hypercare </a:t>
                      </a:r>
                      <a:r>
                        <a:rPr kumimoji="0" lang="en-US" sz="800" b="0" i="1" u="none" strike="noStrike" kern="1200" cap="none" spc="0" normalizeH="0" baseline="0" noProof="0" dirty="0">
                          <a:ln>
                            <a:noFill/>
                          </a:ln>
                          <a:solidFill>
                            <a:srgbClr val="2B3A42"/>
                          </a:solidFill>
                          <a:effectLst/>
                          <a:uLnTx/>
                          <a:uFillTx/>
                          <a:latin typeface="+mn-lt"/>
                          <a:ea typeface="+mn-ea"/>
                          <a:cs typeface="+mn-cs"/>
                        </a:rPr>
                        <a:t>– </a:t>
                      </a:r>
                      <a:r>
                        <a:rPr kumimoji="0" lang="en-US" sz="800" b="0" i="1" u="none" strike="noStrike" kern="1200" cap="none" spc="0" normalizeH="0" baseline="0" noProof="0" dirty="0">
                          <a:ln>
                            <a:noFill/>
                          </a:ln>
                          <a:solidFill>
                            <a:srgbClr val="00A3E0"/>
                          </a:solidFill>
                          <a:effectLst/>
                          <a:uLnTx/>
                          <a:uFillTx/>
                          <a:latin typeface="+mn-lt"/>
                          <a:ea typeface="+mn-ea"/>
                          <a:cs typeface="+mn-cs"/>
                        </a:rPr>
                        <a:t>ED&amp;A </a:t>
                      </a:r>
                      <a:endParaRPr lang="en-US" sz="1000" b="0" kern="1200" dirty="0">
                        <a:solidFill>
                          <a:schemeClr val="dk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endParaRPr lang="en-US" sz="1200" b="1"/>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1976035"/>
                  </a:ext>
                </a:extLst>
              </a:tr>
              <a:tr h="264993">
                <a:tc vMerge="1">
                  <a:txBody>
                    <a:bodyPr/>
                    <a:lstStyle/>
                    <a:p>
                      <a:pPr algn="ctr"/>
                      <a:endParaRPr lang="en-US" sz="1000" b="1" kern="1200" dirty="0">
                        <a:solidFill>
                          <a:schemeClr val="dk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US" sz="1000" b="0" kern="1200" dirty="0">
                          <a:solidFill>
                            <a:schemeClr val="dk1"/>
                          </a:solidFill>
                          <a:latin typeface="+mn-lt"/>
                          <a:ea typeface="+mn-ea"/>
                          <a:cs typeface="+mn-cs"/>
                        </a:rPr>
                        <a:t>Regular checkpoints (fortnightly)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endParaRPr lang="en-US" sz="1200" b="1" dirty="0"/>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0586484"/>
                  </a:ext>
                </a:extLst>
              </a:tr>
              <a:tr h="264993">
                <a:tc>
                  <a:txBody>
                    <a:bodyPr/>
                    <a:lstStyle/>
                    <a:p>
                      <a:pPr algn="ctr"/>
                      <a:r>
                        <a:rPr lang="en-US" sz="1000" b="1" kern="1200" dirty="0">
                          <a:solidFill>
                            <a:schemeClr val="dk1"/>
                          </a:solidFill>
                          <a:latin typeface="+mn-lt"/>
                          <a:ea typeface="+mn-ea"/>
                          <a:cs typeface="+mn-cs"/>
                        </a:rPr>
                        <a:t>PHASE II</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US" sz="1000" b="0" kern="1200" dirty="0">
                          <a:solidFill>
                            <a:schemeClr val="dk1"/>
                          </a:solidFill>
                          <a:latin typeface="+mn-lt"/>
                          <a:ea typeface="+mn-ea"/>
                          <a:cs typeface="+mn-cs"/>
                        </a:rPr>
                        <a:t>Provide requirements for next phase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endParaRPr lang="en-US" sz="1200" b="1"/>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b="1" dirty="0"/>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4404053"/>
                  </a:ext>
                </a:extLst>
              </a:tr>
            </a:tbl>
          </a:graphicData>
        </a:graphic>
      </p:graphicFrame>
      <p:sp>
        <p:nvSpPr>
          <p:cNvPr id="32" name="Arrow: Pentagon 31">
            <a:extLst>
              <a:ext uri="{FF2B5EF4-FFF2-40B4-BE49-F238E27FC236}">
                <a16:creationId xmlns:a16="http://schemas.microsoft.com/office/drawing/2014/main" id="{EF78D163-6CA7-4ADC-8B10-B938808C3400}"/>
              </a:ext>
            </a:extLst>
          </p:cNvPr>
          <p:cNvSpPr/>
          <p:nvPr/>
        </p:nvSpPr>
        <p:spPr>
          <a:xfrm>
            <a:off x="4722055" y="2078572"/>
            <a:ext cx="1665501" cy="21600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a:ea typeface="+mn-ea"/>
              <a:cs typeface="+mn-cs"/>
            </a:endParaRPr>
          </a:p>
        </p:txBody>
      </p:sp>
      <p:sp>
        <p:nvSpPr>
          <p:cNvPr id="33" name="Arrow: Pentagon 32">
            <a:extLst>
              <a:ext uri="{FF2B5EF4-FFF2-40B4-BE49-F238E27FC236}">
                <a16:creationId xmlns:a16="http://schemas.microsoft.com/office/drawing/2014/main" id="{B10E444A-7666-46EE-96C8-30A5536ED59F}"/>
              </a:ext>
            </a:extLst>
          </p:cNvPr>
          <p:cNvSpPr/>
          <p:nvPr/>
        </p:nvSpPr>
        <p:spPr>
          <a:xfrm>
            <a:off x="4714683" y="2339471"/>
            <a:ext cx="669851" cy="126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a:ea typeface="+mn-ea"/>
              <a:cs typeface="+mn-cs"/>
            </a:endParaRPr>
          </a:p>
        </p:txBody>
      </p:sp>
      <p:sp>
        <p:nvSpPr>
          <p:cNvPr id="34" name="Arrow: Pentagon 33">
            <a:extLst>
              <a:ext uri="{FF2B5EF4-FFF2-40B4-BE49-F238E27FC236}">
                <a16:creationId xmlns:a16="http://schemas.microsoft.com/office/drawing/2014/main" id="{46A31E6A-82B0-46D0-9577-D247CDF17FE2}"/>
              </a:ext>
            </a:extLst>
          </p:cNvPr>
          <p:cNvSpPr/>
          <p:nvPr/>
        </p:nvSpPr>
        <p:spPr>
          <a:xfrm>
            <a:off x="5049609" y="2510370"/>
            <a:ext cx="1337948" cy="126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a:ea typeface="+mn-ea"/>
              <a:cs typeface="+mn-cs"/>
            </a:endParaRPr>
          </a:p>
        </p:txBody>
      </p:sp>
      <p:sp>
        <p:nvSpPr>
          <p:cNvPr id="35" name="Arrow: Pentagon 34">
            <a:extLst>
              <a:ext uri="{FF2B5EF4-FFF2-40B4-BE49-F238E27FC236}">
                <a16:creationId xmlns:a16="http://schemas.microsoft.com/office/drawing/2014/main" id="{FAF6E94B-8433-4622-9B70-0E8C000D944F}"/>
              </a:ext>
            </a:extLst>
          </p:cNvPr>
          <p:cNvSpPr/>
          <p:nvPr/>
        </p:nvSpPr>
        <p:spPr>
          <a:xfrm>
            <a:off x="5384534" y="2934308"/>
            <a:ext cx="3177990" cy="21600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a:ea typeface="+mn-ea"/>
              <a:cs typeface="+mn-cs"/>
            </a:endParaRPr>
          </a:p>
        </p:txBody>
      </p:sp>
      <p:sp>
        <p:nvSpPr>
          <p:cNvPr id="36" name="Rectangle 35">
            <a:extLst>
              <a:ext uri="{FF2B5EF4-FFF2-40B4-BE49-F238E27FC236}">
                <a16:creationId xmlns:a16="http://schemas.microsoft.com/office/drawing/2014/main" id="{5D9EE3D5-B1AC-4A0A-AB49-F97A977BE729}"/>
              </a:ext>
            </a:extLst>
          </p:cNvPr>
          <p:cNvSpPr/>
          <p:nvPr/>
        </p:nvSpPr>
        <p:spPr>
          <a:xfrm>
            <a:off x="4189664" y="2044036"/>
            <a:ext cx="539067" cy="3134483"/>
          </a:xfrm>
          <a:prstGeom prst="rect">
            <a:avLst/>
          </a:prstGeom>
          <a:pattFill prst="dkUpDiag">
            <a:fgClr>
              <a:schemeClr val="accent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38" name="Arrow: Pentagon 37">
            <a:extLst>
              <a:ext uri="{FF2B5EF4-FFF2-40B4-BE49-F238E27FC236}">
                <a16:creationId xmlns:a16="http://schemas.microsoft.com/office/drawing/2014/main" id="{E302B25F-3423-424B-A7B1-E103136F4D52}"/>
              </a:ext>
            </a:extLst>
          </p:cNvPr>
          <p:cNvSpPr/>
          <p:nvPr/>
        </p:nvSpPr>
        <p:spPr>
          <a:xfrm>
            <a:off x="5384534" y="3185444"/>
            <a:ext cx="2167826" cy="126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a:ea typeface="+mn-ea"/>
              <a:cs typeface="+mn-cs"/>
            </a:endParaRPr>
          </a:p>
        </p:txBody>
      </p:sp>
      <p:sp>
        <p:nvSpPr>
          <p:cNvPr id="39" name="Arrow: Pentagon 38">
            <a:extLst>
              <a:ext uri="{FF2B5EF4-FFF2-40B4-BE49-F238E27FC236}">
                <a16:creationId xmlns:a16="http://schemas.microsoft.com/office/drawing/2014/main" id="{55208242-108F-4B95-B57F-26B9DC6585EA}"/>
              </a:ext>
            </a:extLst>
          </p:cNvPr>
          <p:cNvSpPr/>
          <p:nvPr/>
        </p:nvSpPr>
        <p:spPr>
          <a:xfrm>
            <a:off x="6266033" y="3330163"/>
            <a:ext cx="2268000" cy="126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a:ea typeface="+mn-ea"/>
              <a:cs typeface="+mn-cs"/>
            </a:endParaRPr>
          </a:p>
        </p:txBody>
      </p:sp>
      <p:sp>
        <p:nvSpPr>
          <p:cNvPr id="41" name="Arrow: Pentagon 40">
            <a:extLst>
              <a:ext uri="{FF2B5EF4-FFF2-40B4-BE49-F238E27FC236}">
                <a16:creationId xmlns:a16="http://schemas.microsoft.com/office/drawing/2014/main" id="{18C15FAC-2428-41B8-B858-9A256B462FD0}"/>
              </a:ext>
            </a:extLst>
          </p:cNvPr>
          <p:cNvSpPr/>
          <p:nvPr/>
        </p:nvSpPr>
        <p:spPr>
          <a:xfrm>
            <a:off x="6941614" y="3534131"/>
            <a:ext cx="2572300" cy="21600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a:ea typeface="+mn-ea"/>
              <a:cs typeface="+mn-cs"/>
            </a:endParaRPr>
          </a:p>
        </p:txBody>
      </p:sp>
      <p:sp>
        <p:nvSpPr>
          <p:cNvPr id="42" name="Arrow: Pentagon 41">
            <a:extLst>
              <a:ext uri="{FF2B5EF4-FFF2-40B4-BE49-F238E27FC236}">
                <a16:creationId xmlns:a16="http://schemas.microsoft.com/office/drawing/2014/main" id="{E89AAEDE-36B6-4F02-9CF5-80798BCE53D6}"/>
              </a:ext>
            </a:extLst>
          </p:cNvPr>
          <p:cNvSpPr/>
          <p:nvPr/>
        </p:nvSpPr>
        <p:spPr>
          <a:xfrm>
            <a:off x="6941613" y="3778200"/>
            <a:ext cx="1728000" cy="126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a:ea typeface="+mn-ea"/>
              <a:cs typeface="+mn-cs"/>
            </a:endParaRPr>
          </a:p>
        </p:txBody>
      </p:sp>
      <p:sp>
        <p:nvSpPr>
          <p:cNvPr id="43" name="Arrow: Pentagon 42">
            <a:extLst>
              <a:ext uri="{FF2B5EF4-FFF2-40B4-BE49-F238E27FC236}">
                <a16:creationId xmlns:a16="http://schemas.microsoft.com/office/drawing/2014/main" id="{DE9CA31B-A6F4-4B51-BF6A-5D5FA316E2E3}"/>
              </a:ext>
            </a:extLst>
          </p:cNvPr>
          <p:cNvSpPr/>
          <p:nvPr/>
        </p:nvSpPr>
        <p:spPr>
          <a:xfrm>
            <a:off x="7064128" y="3929423"/>
            <a:ext cx="2412000" cy="126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a:ea typeface="+mn-ea"/>
              <a:cs typeface="+mn-cs"/>
            </a:endParaRPr>
          </a:p>
        </p:txBody>
      </p:sp>
      <p:sp>
        <p:nvSpPr>
          <p:cNvPr id="44" name="Arrow: Pentagon 43">
            <a:extLst>
              <a:ext uri="{FF2B5EF4-FFF2-40B4-BE49-F238E27FC236}">
                <a16:creationId xmlns:a16="http://schemas.microsoft.com/office/drawing/2014/main" id="{80590E6C-E729-4300-8B0D-650BCB7DF040}"/>
              </a:ext>
            </a:extLst>
          </p:cNvPr>
          <p:cNvSpPr/>
          <p:nvPr/>
        </p:nvSpPr>
        <p:spPr>
          <a:xfrm>
            <a:off x="6941614" y="4122992"/>
            <a:ext cx="2572300" cy="21600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panose="020B0604020202020204"/>
                <a:ea typeface="+mn-ea"/>
                <a:cs typeface="+mn-cs"/>
              </a:rPr>
              <a:t>Continuous validation</a:t>
            </a:r>
          </a:p>
        </p:txBody>
      </p:sp>
      <p:sp>
        <p:nvSpPr>
          <p:cNvPr id="45" name="Arrow: Pentagon 44">
            <a:extLst>
              <a:ext uri="{FF2B5EF4-FFF2-40B4-BE49-F238E27FC236}">
                <a16:creationId xmlns:a16="http://schemas.microsoft.com/office/drawing/2014/main" id="{A97CB7C8-00A1-448B-AF5B-17EF539D286B}"/>
              </a:ext>
            </a:extLst>
          </p:cNvPr>
          <p:cNvSpPr/>
          <p:nvPr/>
        </p:nvSpPr>
        <p:spPr>
          <a:xfrm>
            <a:off x="4722055" y="3787262"/>
            <a:ext cx="1127685" cy="126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rPr>
              <a:t>Data Model Analysis</a:t>
            </a:r>
          </a:p>
        </p:txBody>
      </p:sp>
      <p:sp>
        <p:nvSpPr>
          <p:cNvPr id="46" name="Arrow: Pentagon 45">
            <a:extLst>
              <a:ext uri="{FF2B5EF4-FFF2-40B4-BE49-F238E27FC236}">
                <a16:creationId xmlns:a16="http://schemas.microsoft.com/office/drawing/2014/main" id="{484632B5-76B0-4AF7-88AB-0087921D729A}"/>
              </a:ext>
            </a:extLst>
          </p:cNvPr>
          <p:cNvSpPr/>
          <p:nvPr/>
        </p:nvSpPr>
        <p:spPr>
          <a:xfrm>
            <a:off x="8564509" y="4396137"/>
            <a:ext cx="949405" cy="21600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a:ea typeface="+mn-ea"/>
              <a:cs typeface="+mn-cs"/>
            </a:endParaRPr>
          </a:p>
        </p:txBody>
      </p:sp>
      <p:sp>
        <p:nvSpPr>
          <p:cNvPr id="48" name="Rectangle 47">
            <a:extLst>
              <a:ext uri="{FF2B5EF4-FFF2-40B4-BE49-F238E27FC236}">
                <a16:creationId xmlns:a16="http://schemas.microsoft.com/office/drawing/2014/main" id="{B5FFDF95-2C7B-4542-AAB1-6F5BB2746D4C}"/>
              </a:ext>
            </a:extLst>
          </p:cNvPr>
          <p:cNvSpPr/>
          <p:nvPr/>
        </p:nvSpPr>
        <p:spPr>
          <a:xfrm>
            <a:off x="2456473" y="107856"/>
            <a:ext cx="7929610" cy="783844"/>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wrap="non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Project Roadmap</a:t>
            </a:r>
            <a:endParaRPr kumimoji="0" lang="en-US" sz="2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9" name="Rectangle 48">
            <a:extLst>
              <a:ext uri="{FF2B5EF4-FFF2-40B4-BE49-F238E27FC236}">
                <a16:creationId xmlns:a16="http://schemas.microsoft.com/office/drawing/2014/main" id="{6683A1E4-6C6A-47D0-BD53-9B71498AC35E}"/>
              </a:ext>
            </a:extLst>
          </p:cNvPr>
          <p:cNvSpPr/>
          <p:nvPr/>
        </p:nvSpPr>
        <p:spPr>
          <a:xfrm>
            <a:off x="-5290" y="98977"/>
            <a:ext cx="3999374" cy="790575"/>
          </a:xfrm>
          <a:prstGeom prst="rect">
            <a:avLst/>
          </a:prstGeom>
          <a:solidFill>
            <a:schemeClr val="tx1"/>
          </a:solidFill>
          <a:ln>
            <a:noFill/>
          </a:ln>
        </p:spPr>
        <p:style>
          <a:lnRef idx="0">
            <a:schemeClr val="accent1"/>
          </a:lnRef>
          <a:fillRef idx="1">
            <a:schemeClr val="accent1"/>
          </a:fillRef>
          <a:effectRef idx="0">
            <a:schemeClr val="dk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400" b="0" i="0" u="none" strike="noStrike" kern="1200" cap="none" spc="0" normalizeH="0" baseline="0" noProof="0" dirty="0">
                <a:ln>
                  <a:noFill/>
                </a:ln>
                <a:solidFill>
                  <a:srgbClr val="FFFFFF"/>
                </a:solidFill>
                <a:effectLst/>
                <a:uLnTx/>
                <a:uFillTx/>
                <a:latin typeface="Arial" panose="020B0604020202020204"/>
                <a:ea typeface="+mn-ea"/>
                <a:cs typeface="+mn-cs"/>
              </a:rPr>
              <a:t>ED&amp;A </a:t>
            </a:r>
          </a:p>
        </p:txBody>
      </p:sp>
      <p:sp>
        <p:nvSpPr>
          <p:cNvPr id="4" name="Arrow: Chevron 3">
            <a:extLst>
              <a:ext uri="{FF2B5EF4-FFF2-40B4-BE49-F238E27FC236}">
                <a16:creationId xmlns:a16="http://schemas.microsoft.com/office/drawing/2014/main" id="{BF5BB782-833F-47DE-AF17-F2C385D73AFE}"/>
              </a:ext>
            </a:extLst>
          </p:cNvPr>
          <p:cNvSpPr/>
          <p:nvPr/>
        </p:nvSpPr>
        <p:spPr>
          <a:xfrm>
            <a:off x="9448921" y="4670735"/>
            <a:ext cx="1376724" cy="216000"/>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solidFill>
                <a:schemeClr val="tx1"/>
              </a:solidFill>
            </a:endParaRPr>
          </a:p>
        </p:txBody>
      </p:sp>
      <p:sp>
        <p:nvSpPr>
          <p:cNvPr id="47" name="Star: 5 Points 54">
            <a:extLst>
              <a:ext uri="{FF2B5EF4-FFF2-40B4-BE49-F238E27FC236}">
                <a16:creationId xmlns:a16="http://schemas.microsoft.com/office/drawing/2014/main" id="{4B16AA22-FD06-4434-ACEC-1BA3D9F01608}"/>
              </a:ext>
            </a:extLst>
          </p:cNvPr>
          <p:cNvSpPr/>
          <p:nvPr/>
        </p:nvSpPr>
        <p:spPr>
          <a:xfrm>
            <a:off x="9433511" y="4396142"/>
            <a:ext cx="215218" cy="216000"/>
          </a:xfrm>
          <a:prstGeom prst="star5">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Isosceles Triangle 4">
            <a:extLst>
              <a:ext uri="{FF2B5EF4-FFF2-40B4-BE49-F238E27FC236}">
                <a16:creationId xmlns:a16="http://schemas.microsoft.com/office/drawing/2014/main" id="{37BC9C3C-4A58-4F33-BD2C-5102A900D931}"/>
              </a:ext>
            </a:extLst>
          </p:cNvPr>
          <p:cNvSpPr/>
          <p:nvPr/>
        </p:nvSpPr>
        <p:spPr>
          <a:xfrm>
            <a:off x="5884895" y="5001382"/>
            <a:ext cx="129985" cy="12600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4" name="Isosceles Triangle 23">
            <a:extLst>
              <a:ext uri="{FF2B5EF4-FFF2-40B4-BE49-F238E27FC236}">
                <a16:creationId xmlns:a16="http://schemas.microsoft.com/office/drawing/2014/main" id="{F294F80E-A65A-4923-9407-C1295BF36048}"/>
              </a:ext>
            </a:extLst>
          </p:cNvPr>
          <p:cNvSpPr/>
          <p:nvPr/>
        </p:nvSpPr>
        <p:spPr>
          <a:xfrm>
            <a:off x="7607838" y="5001382"/>
            <a:ext cx="129985" cy="12600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5" name="Isosceles Triangle 24">
            <a:extLst>
              <a:ext uri="{FF2B5EF4-FFF2-40B4-BE49-F238E27FC236}">
                <a16:creationId xmlns:a16="http://schemas.microsoft.com/office/drawing/2014/main" id="{D95D2506-CC70-46C1-8709-DD813B7D5918}"/>
              </a:ext>
            </a:extLst>
          </p:cNvPr>
          <p:cNvSpPr/>
          <p:nvPr/>
        </p:nvSpPr>
        <p:spPr>
          <a:xfrm>
            <a:off x="8600835" y="5001382"/>
            <a:ext cx="129985" cy="12600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6" name="Isosceles Triangle 25">
            <a:extLst>
              <a:ext uri="{FF2B5EF4-FFF2-40B4-BE49-F238E27FC236}">
                <a16:creationId xmlns:a16="http://schemas.microsoft.com/office/drawing/2014/main" id="{AAD22B99-9782-4212-B498-5CC1C110AF0D}"/>
              </a:ext>
            </a:extLst>
          </p:cNvPr>
          <p:cNvSpPr/>
          <p:nvPr/>
        </p:nvSpPr>
        <p:spPr>
          <a:xfrm>
            <a:off x="9476128" y="5001382"/>
            <a:ext cx="129985" cy="12600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7" name="TextBox 6">
            <a:extLst>
              <a:ext uri="{FF2B5EF4-FFF2-40B4-BE49-F238E27FC236}">
                <a16:creationId xmlns:a16="http://schemas.microsoft.com/office/drawing/2014/main" id="{F9D6CC23-B07E-4628-A842-0C251EFA8DFA}"/>
              </a:ext>
            </a:extLst>
          </p:cNvPr>
          <p:cNvSpPr txBox="1"/>
          <p:nvPr/>
        </p:nvSpPr>
        <p:spPr>
          <a:xfrm>
            <a:off x="355873" y="5559970"/>
            <a:ext cx="6585740" cy="769441"/>
          </a:xfrm>
          <a:prstGeom prst="rect">
            <a:avLst/>
          </a:prstGeom>
          <a:noFill/>
        </p:spPr>
        <p:txBody>
          <a:bodyPr wrap="square" rtlCol="0">
            <a:spAutoFit/>
          </a:bodyPr>
          <a:lstStyle/>
          <a:p>
            <a:pPr marL="171450" indent="-171450">
              <a:buFont typeface="Arial" panose="020B0604020202020204" pitchFamily="34" charset="0"/>
              <a:buChar char="•"/>
            </a:pPr>
            <a:r>
              <a:rPr lang="en-US" sz="1100" dirty="0">
                <a:solidFill>
                  <a:schemeClr val="tx2"/>
                </a:solidFill>
              </a:rPr>
              <a:t>PHASE I: Leadership Dashboard – Recreation of slides in BI / productionize mockup</a:t>
            </a:r>
          </a:p>
          <a:p>
            <a:pPr marL="171450" indent="-171450">
              <a:buFont typeface="Arial" panose="020B0604020202020204" pitchFamily="34" charset="0"/>
              <a:buChar char="•"/>
            </a:pPr>
            <a:r>
              <a:rPr lang="en-US" sz="1100" dirty="0">
                <a:solidFill>
                  <a:schemeClr val="tx2"/>
                </a:solidFill>
              </a:rPr>
              <a:t>PHASE II: </a:t>
            </a:r>
          </a:p>
          <a:p>
            <a:pPr marL="628650" lvl="1" indent="-171450">
              <a:buFont typeface="Arial" panose="020B0604020202020204" pitchFamily="34" charset="0"/>
              <a:buChar char="•"/>
            </a:pPr>
            <a:r>
              <a:rPr lang="en-US" sz="1100" dirty="0">
                <a:solidFill>
                  <a:schemeClr val="tx2"/>
                </a:solidFill>
              </a:rPr>
              <a:t>Dashboard evolution </a:t>
            </a:r>
          </a:p>
          <a:p>
            <a:pPr marL="628650" lvl="1" indent="-171450">
              <a:buFont typeface="Arial" panose="020B0604020202020204" pitchFamily="34" charset="0"/>
              <a:buChar char="•"/>
            </a:pPr>
            <a:r>
              <a:rPr lang="en-US" sz="1100" dirty="0">
                <a:solidFill>
                  <a:schemeClr val="tx2"/>
                </a:solidFill>
              </a:rPr>
              <a:t>Quality Checks  </a:t>
            </a:r>
          </a:p>
        </p:txBody>
      </p:sp>
      <p:sp>
        <p:nvSpPr>
          <p:cNvPr id="28" name="Arrow: Pentagon 27">
            <a:extLst>
              <a:ext uri="{FF2B5EF4-FFF2-40B4-BE49-F238E27FC236}">
                <a16:creationId xmlns:a16="http://schemas.microsoft.com/office/drawing/2014/main" id="{E158F284-9893-4EFE-81A3-995F8B6E6EC9}"/>
              </a:ext>
            </a:extLst>
          </p:cNvPr>
          <p:cNvSpPr/>
          <p:nvPr/>
        </p:nvSpPr>
        <p:spPr>
          <a:xfrm>
            <a:off x="8665828" y="5212238"/>
            <a:ext cx="2159817" cy="21600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panose="020B0604020202020204"/>
                <a:ea typeface="+mn-ea"/>
                <a:cs typeface="+mn-cs"/>
              </a:rPr>
              <a:t>Requirements</a:t>
            </a:r>
          </a:p>
        </p:txBody>
      </p:sp>
      <p:sp>
        <p:nvSpPr>
          <p:cNvPr id="29" name="Arrow: Pentagon 28">
            <a:extLst>
              <a:ext uri="{FF2B5EF4-FFF2-40B4-BE49-F238E27FC236}">
                <a16:creationId xmlns:a16="http://schemas.microsoft.com/office/drawing/2014/main" id="{D05419C3-87B8-4A52-8153-15FC724FD3C0}"/>
              </a:ext>
            </a:extLst>
          </p:cNvPr>
          <p:cNvSpPr/>
          <p:nvPr/>
        </p:nvSpPr>
        <p:spPr>
          <a:xfrm>
            <a:off x="6195295" y="2701508"/>
            <a:ext cx="1357066" cy="126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a:ea typeface="+mn-ea"/>
              <a:cs typeface="+mn-cs"/>
            </a:endParaRPr>
          </a:p>
        </p:txBody>
      </p:sp>
      <p:sp>
        <p:nvSpPr>
          <p:cNvPr id="37" name="Rectangle 36">
            <a:extLst>
              <a:ext uri="{FF2B5EF4-FFF2-40B4-BE49-F238E27FC236}">
                <a16:creationId xmlns:a16="http://schemas.microsoft.com/office/drawing/2014/main" id="{D93E35CD-A858-47FE-8F47-59E6618503EA}"/>
              </a:ext>
            </a:extLst>
          </p:cNvPr>
          <p:cNvSpPr/>
          <p:nvPr/>
        </p:nvSpPr>
        <p:spPr>
          <a:xfrm>
            <a:off x="6612724" y="2044036"/>
            <a:ext cx="328890" cy="3134483"/>
          </a:xfrm>
          <a:prstGeom prst="rect">
            <a:avLst/>
          </a:prstGeom>
          <a:pattFill prst="dkUpDiag">
            <a:fgClr>
              <a:schemeClr val="accent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30" name="Rectangle 29">
            <a:extLst>
              <a:ext uri="{FF2B5EF4-FFF2-40B4-BE49-F238E27FC236}">
                <a16:creationId xmlns:a16="http://schemas.microsoft.com/office/drawing/2014/main" id="{FCC3FAC7-7BBE-407F-B742-C54408844395}"/>
              </a:ext>
            </a:extLst>
          </p:cNvPr>
          <p:cNvSpPr/>
          <p:nvPr/>
        </p:nvSpPr>
        <p:spPr>
          <a:xfrm>
            <a:off x="9120031" y="5642240"/>
            <a:ext cx="328890" cy="152400"/>
          </a:xfrm>
          <a:prstGeom prst="rect">
            <a:avLst/>
          </a:prstGeom>
          <a:pattFill prst="dkUpDiag">
            <a:fgClr>
              <a:schemeClr val="accent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 name="TextBox 1">
            <a:extLst>
              <a:ext uri="{FF2B5EF4-FFF2-40B4-BE49-F238E27FC236}">
                <a16:creationId xmlns:a16="http://schemas.microsoft.com/office/drawing/2014/main" id="{002FB198-1B72-4E03-9E3D-27863264E5B0}"/>
              </a:ext>
            </a:extLst>
          </p:cNvPr>
          <p:cNvSpPr txBox="1"/>
          <p:nvPr/>
        </p:nvSpPr>
        <p:spPr>
          <a:xfrm>
            <a:off x="9448919" y="5539674"/>
            <a:ext cx="1901481" cy="369332"/>
          </a:xfrm>
          <a:prstGeom prst="rect">
            <a:avLst/>
          </a:prstGeom>
          <a:noFill/>
        </p:spPr>
        <p:txBody>
          <a:bodyPr wrap="square" rtlCol="0">
            <a:spAutoFit/>
          </a:bodyPr>
          <a:lstStyle/>
          <a:p>
            <a:r>
              <a:rPr lang="en-US" sz="900" dirty="0">
                <a:solidFill>
                  <a:schemeClr val="tx2"/>
                </a:solidFill>
              </a:rPr>
              <a:t>Low activity period </a:t>
            </a:r>
            <a:r>
              <a:rPr lang="en-US" sz="900" i="1" dirty="0">
                <a:solidFill>
                  <a:schemeClr val="tx2"/>
                </a:solidFill>
              </a:rPr>
              <a:t>(On Site Team Event / Easter Holidays) </a:t>
            </a:r>
          </a:p>
        </p:txBody>
      </p:sp>
      <p:sp>
        <p:nvSpPr>
          <p:cNvPr id="31" name="Isosceles Triangle 30">
            <a:extLst>
              <a:ext uri="{FF2B5EF4-FFF2-40B4-BE49-F238E27FC236}">
                <a16:creationId xmlns:a16="http://schemas.microsoft.com/office/drawing/2014/main" id="{2C9EB31E-35C4-4D8D-9B8E-984889E44741}"/>
              </a:ext>
            </a:extLst>
          </p:cNvPr>
          <p:cNvSpPr/>
          <p:nvPr/>
        </p:nvSpPr>
        <p:spPr>
          <a:xfrm>
            <a:off x="9219483" y="5967268"/>
            <a:ext cx="129985" cy="12600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40" name="TextBox 39">
            <a:extLst>
              <a:ext uri="{FF2B5EF4-FFF2-40B4-BE49-F238E27FC236}">
                <a16:creationId xmlns:a16="http://schemas.microsoft.com/office/drawing/2014/main" id="{13ED546F-D74D-4107-9FEA-7381438B7CDA}"/>
              </a:ext>
            </a:extLst>
          </p:cNvPr>
          <p:cNvSpPr txBox="1"/>
          <p:nvPr/>
        </p:nvSpPr>
        <p:spPr>
          <a:xfrm>
            <a:off x="9448919" y="5919724"/>
            <a:ext cx="1901481" cy="230832"/>
          </a:xfrm>
          <a:prstGeom prst="rect">
            <a:avLst/>
          </a:prstGeom>
          <a:noFill/>
        </p:spPr>
        <p:txBody>
          <a:bodyPr wrap="square" rtlCol="0">
            <a:spAutoFit/>
          </a:bodyPr>
          <a:lstStyle/>
          <a:p>
            <a:r>
              <a:rPr lang="en-US" sz="900" dirty="0">
                <a:solidFill>
                  <a:schemeClr val="tx2"/>
                </a:solidFill>
              </a:rPr>
              <a:t>Project Checkpoints</a:t>
            </a:r>
            <a:endParaRPr lang="en-US" sz="900" i="1" dirty="0">
              <a:solidFill>
                <a:schemeClr val="tx2"/>
              </a:solidFill>
            </a:endParaRPr>
          </a:p>
        </p:txBody>
      </p:sp>
      <p:sp>
        <p:nvSpPr>
          <p:cNvPr id="50" name="Star: 5 Points 54">
            <a:extLst>
              <a:ext uri="{FF2B5EF4-FFF2-40B4-BE49-F238E27FC236}">
                <a16:creationId xmlns:a16="http://schemas.microsoft.com/office/drawing/2014/main" id="{A6DBB49B-359F-4600-AF98-EC0DF5946563}"/>
              </a:ext>
            </a:extLst>
          </p:cNvPr>
          <p:cNvSpPr/>
          <p:nvPr/>
        </p:nvSpPr>
        <p:spPr>
          <a:xfrm>
            <a:off x="9176866" y="6235266"/>
            <a:ext cx="215218" cy="216000"/>
          </a:xfrm>
          <a:prstGeom prst="star5">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1" name="TextBox 50">
            <a:extLst>
              <a:ext uri="{FF2B5EF4-FFF2-40B4-BE49-F238E27FC236}">
                <a16:creationId xmlns:a16="http://schemas.microsoft.com/office/drawing/2014/main" id="{05C19863-64B2-4711-B5B0-6B2E9BD5A4C4}"/>
              </a:ext>
            </a:extLst>
          </p:cNvPr>
          <p:cNvSpPr txBox="1"/>
          <p:nvPr/>
        </p:nvSpPr>
        <p:spPr>
          <a:xfrm>
            <a:off x="9455255" y="6235266"/>
            <a:ext cx="1901481" cy="230832"/>
          </a:xfrm>
          <a:prstGeom prst="rect">
            <a:avLst/>
          </a:prstGeom>
          <a:noFill/>
        </p:spPr>
        <p:txBody>
          <a:bodyPr wrap="square" rtlCol="0">
            <a:spAutoFit/>
          </a:bodyPr>
          <a:lstStyle/>
          <a:p>
            <a:r>
              <a:rPr lang="en-US" sz="900" dirty="0">
                <a:solidFill>
                  <a:schemeClr val="tx2"/>
                </a:solidFill>
              </a:rPr>
              <a:t>Go Live</a:t>
            </a:r>
            <a:endParaRPr lang="en-US" sz="900" i="1" dirty="0">
              <a:solidFill>
                <a:schemeClr val="tx2"/>
              </a:solidFill>
            </a:endParaRPr>
          </a:p>
        </p:txBody>
      </p:sp>
    </p:spTree>
    <p:extLst>
      <p:ext uri="{BB962C8B-B14F-4D97-AF65-F5344CB8AC3E}">
        <p14:creationId xmlns:p14="http://schemas.microsoft.com/office/powerpoint/2010/main" val="14559934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5B249BA-954E-43DA-94E9-E6B2DCB3EB7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6" name="Object 5" hidden="1">
                        <a:extLst>
                          <a:ext uri="{FF2B5EF4-FFF2-40B4-BE49-F238E27FC236}">
                            <a16:creationId xmlns:a16="http://schemas.microsoft.com/office/drawing/2014/main" id="{45B249BA-954E-43DA-94E9-E6B2DCB3EB7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8" name="Rectangle 47">
            <a:extLst>
              <a:ext uri="{FF2B5EF4-FFF2-40B4-BE49-F238E27FC236}">
                <a16:creationId xmlns:a16="http://schemas.microsoft.com/office/drawing/2014/main" id="{B5FFDF95-2C7B-4542-AAB1-6F5BB2746D4C}"/>
              </a:ext>
            </a:extLst>
          </p:cNvPr>
          <p:cNvSpPr/>
          <p:nvPr/>
        </p:nvSpPr>
        <p:spPr>
          <a:xfrm>
            <a:off x="2456473" y="107856"/>
            <a:ext cx="7929610" cy="783844"/>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wrap="non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Risk Matrix</a:t>
            </a:r>
            <a:endParaRPr kumimoji="0" lang="en-US" sz="2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9" name="Rectangle 48">
            <a:extLst>
              <a:ext uri="{FF2B5EF4-FFF2-40B4-BE49-F238E27FC236}">
                <a16:creationId xmlns:a16="http://schemas.microsoft.com/office/drawing/2014/main" id="{6683A1E4-6C6A-47D0-BD53-9B71498AC35E}"/>
              </a:ext>
            </a:extLst>
          </p:cNvPr>
          <p:cNvSpPr/>
          <p:nvPr/>
        </p:nvSpPr>
        <p:spPr>
          <a:xfrm>
            <a:off x="-5290" y="98977"/>
            <a:ext cx="3999374" cy="792723"/>
          </a:xfrm>
          <a:prstGeom prst="rect">
            <a:avLst/>
          </a:prstGeom>
          <a:solidFill>
            <a:schemeClr val="tx1"/>
          </a:solidFill>
          <a:ln>
            <a:noFill/>
          </a:ln>
        </p:spPr>
        <p:style>
          <a:lnRef idx="0">
            <a:schemeClr val="accent1"/>
          </a:lnRef>
          <a:fillRef idx="1">
            <a:schemeClr val="accent1"/>
          </a:fillRef>
          <a:effectRef idx="0">
            <a:schemeClr val="dk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400" b="0" i="0" u="none" strike="noStrike" kern="1200" cap="none" spc="0" normalizeH="0" baseline="0" noProof="0" dirty="0">
                <a:ln>
                  <a:noFill/>
                </a:ln>
                <a:solidFill>
                  <a:srgbClr val="FFFFFF"/>
                </a:solidFill>
                <a:effectLst/>
                <a:uLnTx/>
                <a:uFillTx/>
                <a:latin typeface="Arial" panose="020B0604020202020204"/>
                <a:ea typeface="+mn-ea"/>
                <a:cs typeface="+mn-cs"/>
              </a:rPr>
              <a:t>ED&amp;A </a:t>
            </a:r>
          </a:p>
        </p:txBody>
      </p:sp>
      <p:graphicFrame>
        <p:nvGraphicFramePr>
          <p:cNvPr id="4" name="Table 4">
            <a:extLst>
              <a:ext uri="{FF2B5EF4-FFF2-40B4-BE49-F238E27FC236}">
                <a16:creationId xmlns:a16="http://schemas.microsoft.com/office/drawing/2014/main" id="{1212F202-8621-4E95-B1D1-7F829737E48C}"/>
              </a:ext>
            </a:extLst>
          </p:cNvPr>
          <p:cNvGraphicFramePr>
            <a:graphicFrameLocks noGrp="1"/>
          </p:cNvGraphicFramePr>
          <p:nvPr>
            <p:extLst>
              <p:ext uri="{D42A27DB-BD31-4B8C-83A1-F6EECF244321}">
                <p14:modId xmlns:p14="http://schemas.microsoft.com/office/powerpoint/2010/main" val="103459689"/>
              </p:ext>
            </p:extLst>
          </p:nvPr>
        </p:nvGraphicFramePr>
        <p:xfrm>
          <a:off x="518944" y="1323064"/>
          <a:ext cx="10229670" cy="3037382"/>
        </p:xfrm>
        <a:graphic>
          <a:graphicData uri="http://schemas.openxmlformats.org/drawingml/2006/table">
            <a:tbl>
              <a:tblPr firstRow="1" bandRow="1">
                <a:tableStyleId>{5C22544A-7EE6-4342-B048-85BDC9FD1C3A}</a:tableStyleId>
              </a:tblPr>
              <a:tblGrid>
                <a:gridCol w="2923178">
                  <a:extLst>
                    <a:ext uri="{9D8B030D-6E8A-4147-A177-3AD203B41FA5}">
                      <a16:colId xmlns:a16="http://schemas.microsoft.com/office/drawing/2014/main" val="3850019498"/>
                    </a:ext>
                  </a:extLst>
                </a:gridCol>
                <a:gridCol w="2723750">
                  <a:extLst>
                    <a:ext uri="{9D8B030D-6E8A-4147-A177-3AD203B41FA5}">
                      <a16:colId xmlns:a16="http://schemas.microsoft.com/office/drawing/2014/main" val="3369442545"/>
                    </a:ext>
                  </a:extLst>
                </a:gridCol>
                <a:gridCol w="2875862">
                  <a:extLst>
                    <a:ext uri="{9D8B030D-6E8A-4147-A177-3AD203B41FA5}">
                      <a16:colId xmlns:a16="http://schemas.microsoft.com/office/drawing/2014/main" val="1760670917"/>
                    </a:ext>
                  </a:extLst>
                </a:gridCol>
                <a:gridCol w="896982">
                  <a:extLst>
                    <a:ext uri="{9D8B030D-6E8A-4147-A177-3AD203B41FA5}">
                      <a16:colId xmlns:a16="http://schemas.microsoft.com/office/drawing/2014/main" val="2150881043"/>
                    </a:ext>
                  </a:extLst>
                </a:gridCol>
                <a:gridCol w="809898">
                  <a:extLst>
                    <a:ext uri="{9D8B030D-6E8A-4147-A177-3AD203B41FA5}">
                      <a16:colId xmlns:a16="http://schemas.microsoft.com/office/drawing/2014/main" val="2593847252"/>
                    </a:ext>
                  </a:extLst>
                </a:gridCol>
              </a:tblGrid>
              <a:tr h="272975">
                <a:tc rowSpan="2">
                  <a:txBody>
                    <a:bodyPr/>
                    <a:lstStyle/>
                    <a:p>
                      <a:pPr algn="ctr"/>
                      <a:r>
                        <a:rPr lang="en-US" sz="1100" dirty="0"/>
                        <a:t>Risk/Issue Description </a:t>
                      </a:r>
                    </a:p>
                  </a:txBody>
                  <a:tcPr anchor="ctr">
                    <a:lnB w="12700" cap="flat" cmpd="sng" algn="ctr">
                      <a:solidFill>
                        <a:schemeClr val="bg1">
                          <a:lumMod val="85000"/>
                        </a:schemeClr>
                      </a:solidFill>
                      <a:prstDash val="solid"/>
                      <a:round/>
                      <a:headEnd type="none" w="med" len="med"/>
                      <a:tailEnd type="none" w="med" len="med"/>
                    </a:lnB>
                  </a:tcPr>
                </a:tc>
                <a:tc rowSpan="2">
                  <a:txBody>
                    <a:bodyPr/>
                    <a:lstStyle/>
                    <a:p>
                      <a:pPr algn="ctr"/>
                      <a:r>
                        <a:rPr lang="en-US" sz="1100" dirty="0"/>
                        <a:t>Impact </a:t>
                      </a:r>
                    </a:p>
                  </a:txBody>
                  <a:tcPr anchor="ctr">
                    <a:lnB w="12700" cap="flat" cmpd="sng" algn="ctr">
                      <a:solidFill>
                        <a:schemeClr val="bg1">
                          <a:lumMod val="85000"/>
                        </a:schemeClr>
                      </a:solidFill>
                      <a:prstDash val="solid"/>
                      <a:round/>
                      <a:headEnd type="none" w="med" len="med"/>
                      <a:tailEnd type="none" w="med" len="med"/>
                    </a:lnB>
                  </a:tcPr>
                </a:tc>
                <a:tc rowSpan="2">
                  <a:txBody>
                    <a:bodyPr/>
                    <a:lstStyle/>
                    <a:p>
                      <a:pPr algn="ctr"/>
                      <a:r>
                        <a:rPr lang="en-US" sz="1100" dirty="0"/>
                        <a:t>Mitigation Action </a:t>
                      </a:r>
                    </a:p>
                  </a:txBody>
                  <a:tcPr anchor="ctr">
                    <a:lnB w="12700" cap="flat" cmpd="sng" algn="ctr">
                      <a:solidFill>
                        <a:schemeClr val="bg1">
                          <a:lumMod val="85000"/>
                        </a:schemeClr>
                      </a:solidFill>
                      <a:prstDash val="solid"/>
                      <a:round/>
                      <a:headEnd type="none" w="med" len="med"/>
                      <a:tailEnd type="none" w="med" len="med"/>
                    </a:lnB>
                  </a:tcPr>
                </a:tc>
                <a:tc gridSpan="2">
                  <a:txBody>
                    <a:bodyPr/>
                    <a:lstStyle/>
                    <a:p>
                      <a:pPr algn="ctr"/>
                      <a:r>
                        <a:rPr lang="en-US" sz="1100" dirty="0"/>
                        <a:t>Score</a:t>
                      </a:r>
                    </a:p>
                  </a:txBody>
                  <a:tcPr anchor="ctr"/>
                </a:tc>
                <a:tc hMerge="1">
                  <a:txBody>
                    <a:bodyPr/>
                    <a:lstStyle/>
                    <a:p>
                      <a:pPr algn="ctr"/>
                      <a:endParaRPr lang="en-US" sz="1400" dirty="0"/>
                    </a:p>
                  </a:txBody>
                  <a:tcPr anchor="ctr"/>
                </a:tc>
                <a:extLst>
                  <a:ext uri="{0D108BD9-81ED-4DB2-BD59-A6C34878D82A}">
                    <a16:rowId xmlns:a16="http://schemas.microsoft.com/office/drawing/2014/main" val="2940379274"/>
                  </a:ext>
                </a:extLst>
              </a:tr>
              <a:tr h="264946">
                <a:tc vMerge="1">
                  <a:txBody>
                    <a:bodyPr/>
                    <a:lstStyle/>
                    <a:p>
                      <a:pPr algn="ctr"/>
                      <a:r>
                        <a:rPr lang="en-US" sz="1400" dirty="0"/>
                        <a:t>Risk Description </a:t>
                      </a:r>
                    </a:p>
                  </a:txBody>
                  <a:tcPr anchor="ctr"/>
                </a:tc>
                <a:tc vMerge="1">
                  <a:txBody>
                    <a:bodyPr/>
                    <a:lstStyle/>
                    <a:p>
                      <a:endParaRPr lang="en-GB"/>
                    </a:p>
                  </a:txBody>
                  <a:tcPr/>
                </a:tc>
                <a:tc vMerge="1">
                  <a:txBody>
                    <a:bodyPr/>
                    <a:lstStyle/>
                    <a:p>
                      <a:pPr algn="ctr"/>
                      <a:r>
                        <a:rPr lang="en-US" sz="1400" dirty="0"/>
                        <a:t>Mitigation Action </a:t>
                      </a:r>
                    </a:p>
                  </a:txBody>
                  <a:tcPr anchor="ctr"/>
                </a:tc>
                <a:tc>
                  <a:txBody>
                    <a:bodyPr/>
                    <a:lstStyle/>
                    <a:p>
                      <a:pPr algn="ctr"/>
                      <a:r>
                        <a:rPr lang="en-US" sz="1050" dirty="0"/>
                        <a:t>Probability</a:t>
                      </a:r>
                    </a:p>
                  </a:txBody>
                  <a:tcPr anchor="ctr">
                    <a:lnB w="12700" cap="flat" cmpd="sng" algn="ctr">
                      <a:solidFill>
                        <a:schemeClr val="bg1">
                          <a:lumMod val="85000"/>
                        </a:schemeClr>
                      </a:solidFill>
                      <a:prstDash val="solid"/>
                      <a:round/>
                      <a:headEnd type="none" w="med" len="med"/>
                      <a:tailEnd type="none" w="med" len="med"/>
                    </a:lnB>
                  </a:tcPr>
                </a:tc>
                <a:tc>
                  <a:txBody>
                    <a:bodyPr/>
                    <a:lstStyle/>
                    <a:p>
                      <a:pPr algn="ctr"/>
                      <a:r>
                        <a:rPr lang="en-US" sz="1050" dirty="0"/>
                        <a:t>Impact </a:t>
                      </a:r>
                    </a:p>
                  </a:txBody>
                  <a:tcPr anchor="ct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656000981"/>
                  </a:ext>
                </a:extLst>
              </a:tr>
              <a:tr h="607794">
                <a:tc>
                  <a:txBody>
                    <a:bodyPr/>
                    <a:lstStyle/>
                    <a:p>
                      <a:r>
                        <a:rPr lang="en-US" sz="1000" dirty="0"/>
                        <a:t>Lack of access to IPM business logics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indent="0">
                        <a:buNone/>
                      </a:pPr>
                      <a:r>
                        <a:rPr lang="en-US" sz="1000" dirty="0"/>
                        <a:t>This can impact on data and metrics shown in Dashboard not matching those of IPM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228600" indent="-228600">
                        <a:buAutoNum type="arabicPeriod"/>
                      </a:pPr>
                      <a:r>
                        <a:rPr lang="en-US" sz="1000" dirty="0"/>
                        <a:t>Apply business logics shared by Deepa</a:t>
                      </a:r>
                    </a:p>
                    <a:p>
                      <a:pPr marL="228600" indent="-228600">
                        <a:buAutoNum type="arabicPeriod"/>
                      </a:pPr>
                      <a:r>
                        <a:rPr lang="en-US" sz="1000" dirty="0"/>
                        <a:t>Continuous output validation with Launch team </a:t>
                      </a:r>
                    </a:p>
                    <a:p>
                      <a:pPr marL="228600" indent="-228600">
                        <a:buAutoNum type="arabicPeriod"/>
                      </a:pPr>
                      <a:r>
                        <a:rPr lang="en-US" sz="1000" dirty="0"/>
                        <a:t>Access to IPM documentation/logics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00" dirty="0"/>
                        <a:t>High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00" dirty="0"/>
                        <a:t>High</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46539563"/>
                  </a:ext>
                </a:extLst>
              </a:tr>
              <a:tr h="1220357">
                <a:tc>
                  <a:txBody>
                    <a:bodyPr/>
                    <a:lstStyle/>
                    <a:p>
                      <a:r>
                        <a:rPr lang="en-US" sz="1000" dirty="0"/>
                        <a:t>Final layout of the dashboard not yet finalized due to changing requirements + some parameters from dashboard such as Priority Launches also will continue evolving alongside Dashboard life.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indent="0">
                        <a:buNone/>
                      </a:pPr>
                      <a:r>
                        <a:rPr lang="en-US" sz="1000" dirty="0"/>
                        <a:t>This can impact on timelines depending on the magnitude of the changes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228600" indent="-228600">
                        <a:buAutoNum type="arabicPeriod"/>
                      </a:pPr>
                      <a:r>
                        <a:rPr lang="en-US" sz="1000" dirty="0"/>
                        <a:t>Clear process for scope changes – prioritize those critical for Go Live and leave smaller ones for next phase</a:t>
                      </a:r>
                    </a:p>
                    <a:p>
                      <a:pPr marL="228600" indent="-228600">
                        <a:buAutoNum type="arabicPeriod"/>
                      </a:pPr>
                      <a:r>
                        <a:rPr lang="en-US" sz="1000" dirty="0"/>
                        <a:t>Additional time added after Go Live to manage changes</a:t>
                      </a:r>
                    </a:p>
                    <a:p>
                      <a:pPr marL="228600" indent="-228600">
                        <a:buAutoNum type="arabicPeriod"/>
                      </a:pPr>
                      <a:r>
                        <a:rPr lang="en-US" sz="1000" dirty="0"/>
                        <a:t>Agree on maintenance model for dashboard once Live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00" dirty="0"/>
                        <a:t>High</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00" dirty="0"/>
                        <a:t>High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981570318"/>
                  </a:ext>
                </a:extLst>
              </a:tr>
              <a:tr h="578064">
                <a:tc>
                  <a:txBody>
                    <a:bodyPr/>
                    <a:lstStyle/>
                    <a:p>
                      <a:r>
                        <a:rPr lang="en-US" sz="1000" dirty="0"/>
                        <a:t>High volume of data from MRA - all Opportunities in scope.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indent="0" algn="l" defTabSz="914400" rtl="0" eaLnBrk="1" latinLnBrk="0" hangingPunct="1">
                        <a:buNone/>
                      </a:pPr>
                      <a:r>
                        <a:rPr lang="en-US" sz="1000" kern="1200" dirty="0">
                          <a:solidFill>
                            <a:schemeClr val="dk1"/>
                          </a:solidFill>
                          <a:latin typeface="+mn-lt"/>
                          <a:ea typeface="+mn-ea"/>
                          <a:cs typeface="+mn-cs"/>
                        </a:rPr>
                        <a:t>This can impact on time and system capacity to download report and workflows involved in data transformation</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228600" indent="-228600" algn="l" defTabSz="914400" rtl="0" eaLnBrk="1" latinLnBrk="0" hangingPunct="1">
                        <a:buAutoNum type="arabicPeriod"/>
                      </a:pPr>
                      <a:r>
                        <a:rPr lang="en-US" sz="1000" kern="1200" dirty="0">
                          <a:solidFill>
                            <a:schemeClr val="dk1"/>
                          </a:solidFill>
                          <a:latin typeface="+mn-lt"/>
                          <a:ea typeface="+mn-ea"/>
                          <a:cs typeface="+mn-cs"/>
                        </a:rPr>
                        <a:t>Break down report into several ones</a:t>
                      </a:r>
                    </a:p>
                    <a:p>
                      <a:pPr marL="228600" indent="-228600" algn="l" defTabSz="914400" rtl="0" eaLnBrk="1" latinLnBrk="0" hangingPunct="1">
                        <a:buAutoNum type="arabicPeriod"/>
                      </a:pPr>
                      <a:r>
                        <a:rPr lang="en-US" sz="1000" kern="1200" dirty="0">
                          <a:solidFill>
                            <a:schemeClr val="dk1"/>
                          </a:solidFill>
                          <a:latin typeface="+mn-lt"/>
                          <a:ea typeface="+mn-ea"/>
                          <a:cs typeface="+mn-cs"/>
                        </a:rPr>
                        <a:t>Review technical design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High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Medium</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1077574"/>
                  </a:ext>
                </a:extLst>
              </a:tr>
            </a:tbl>
          </a:graphicData>
        </a:graphic>
      </p:graphicFrame>
    </p:spTree>
    <p:extLst>
      <p:ext uri="{BB962C8B-B14F-4D97-AF65-F5344CB8AC3E}">
        <p14:creationId xmlns:p14="http://schemas.microsoft.com/office/powerpoint/2010/main" val="29574994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5B249BA-954E-43DA-94E9-E6B2DCB3EB7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6" name="Object 5" hidden="1">
                        <a:extLst>
                          <a:ext uri="{FF2B5EF4-FFF2-40B4-BE49-F238E27FC236}">
                            <a16:creationId xmlns:a16="http://schemas.microsoft.com/office/drawing/2014/main" id="{45B249BA-954E-43DA-94E9-E6B2DCB3EB7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8" name="Rectangle 47">
            <a:extLst>
              <a:ext uri="{FF2B5EF4-FFF2-40B4-BE49-F238E27FC236}">
                <a16:creationId xmlns:a16="http://schemas.microsoft.com/office/drawing/2014/main" id="{B5FFDF95-2C7B-4542-AAB1-6F5BB2746D4C}"/>
              </a:ext>
            </a:extLst>
          </p:cNvPr>
          <p:cNvSpPr/>
          <p:nvPr/>
        </p:nvSpPr>
        <p:spPr>
          <a:xfrm>
            <a:off x="2456473" y="107856"/>
            <a:ext cx="7929610" cy="783844"/>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wrap="non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RACI Matrix</a:t>
            </a:r>
            <a:endParaRPr kumimoji="0" lang="en-US" sz="24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9" name="Rectangle 48">
            <a:extLst>
              <a:ext uri="{FF2B5EF4-FFF2-40B4-BE49-F238E27FC236}">
                <a16:creationId xmlns:a16="http://schemas.microsoft.com/office/drawing/2014/main" id="{6683A1E4-6C6A-47D0-BD53-9B71498AC35E}"/>
              </a:ext>
            </a:extLst>
          </p:cNvPr>
          <p:cNvSpPr/>
          <p:nvPr/>
        </p:nvSpPr>
        <p:spPr>
          <a:xfrm>
            <a:off x="-5290" y="98977"/>
            <a:ext cx="3999374" cy="790575"/>
          </a:xfrm>
          <a:prstGeom prst="rect">
            <a:avLst/>
          </a:prstGeom>
          <a:solidFill>
            <a:schemeClr val="tx1"/>
          </a:solidFill>
          <a:ln>
            <a:noFill/>
          </a:ln>
        </p:spPr>
        <p:style>
          <a:lnRef idx="0">
            <a:schemeClr val="accent1"/>
          </a:lnRef>
          <a:fillRef idx="1">
            <a:schemeClr val="accent1"/>
          </a:fillRef>
          <a:effectRef idx="0">
            <a:schemeClr val="dk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400" b="0" i="0" u="none" strike="noStrike" kern="1200" cap="none" spc="0" normalizeH="0" baseline="0" noProof="0" dirty="0">
                <a:ln>
                  <a:noFill/>
                </a:ln>
                <a:solidFill>
                  <a:srgbClr val="FFFFFF"/>
                </a:solidFill>
                <a:effectLst/>
                <a:uLnTx/>
                <a:uFillTx/>
                <a:latin typeface="Arial" panose="020B0604020202020204"/>
                <a:ea typeface="+mn-ea"/>
                <a:cs typeface="+mn-cs"/>
              </a:rPr>
              <a:t>ED&amp;A </a:t>
            </a:r>
          </a:p>
        </p:txBody>
      </p:sp>
      <p:graphicFrame>
        <p:nvGraphicFramePr>
          <p:cNvPr id="2" name="Table 2">
            <a:extLst>
              <a:ext uri="{FF2B5EF4-FFF2-40B4-BE49-F238E27FC236}">
                <a16:creationId xmlns:a16="http://schemas.microsoft.com/office/drawing/2014/main" id="{CD10EB53-C04C-4091-9D55-C1076305C716}"/>
              </a:ext>
            </a:extLst>
          </p:cNvPr>
          <p:cNvGraphicFramePr>
            <a:graphicFrameLocks noGrp="1"/>
          </p:cNvGraphicFramePr>
          <p:nvPr>
            <p:extLst>
              <p:ext uri="{D42A27DB-BD31-4B8C-83A1-F6EECF244321}">
                <p14:modId xmlns:p14="http://schemas.microsoft.com/office/powerpoint/2010/main" val="2927897397"/>
              </p:ext>
            </p:extLst>
          </p:nvPr>
        </p:nvGraphicFramePr>
        <p:xfrm>
          <a:off x="664753" y="1131404"/>
          <a:ext cx="9721330" cy="3943428"/>
        </p:xfrm>
        <a:graphic>
          <a:graphicData uri="http://schemas.openxmlformats.org/drawingml/2006/table">
            <a:tbl>
              <a:tblPr firstRow="1" bandRow="1">
                <a:tableStyleId>{5C22544A-7EE6-4342-B048-85BDC9FD1C3A}</a:tableStyleId>
              </a:tblPr>
              <a:tblGrid>
                <a:gridCol w="973088">
                  <a:extLst>
                    <a:ext uri="{9D8B030D-6E8A-4147-A177-3AD203B41FA5}">
                      <a16:colId xmlns:a16="http://schemas.microsoft.com/office/drawing/2014/main" val="157681091"/>
                    </a:ext>
                  </a:extLst>
                </a:gridCol>
                <a:gridCol w="2884075">
                  <a:extLst>
                    <a:ext uri="{9D8B030D-6E8A-4147-A177-3AD203B41FA5}">
                      <a16:colId xmlns:a16="http://schemas.microsoft.com/office/drawing/2014/main" val="998643370"/>
                    </a:ext>
                  </a:extLst>
                </a:gridCol>
                <a:gridCol w="1278959">
                  <a:extLst>
                    <a:ext uri="{9D8B030D-6E8A-4147-A177-3AD203B41FA5}">
                      <a16:colId xmlns:a16="http://schemas.microsoft.com/office/drawing/2014/main" val="2514832517"/>
                    </a:ext>
                  </a:extLst>
                </a:gridCol>
                <a:gridCol w="1278959">
                  <a:extLst>
                    <a:ext uri="{9D8B030D-6E8A-4147-A177-3AD203B41FA5}">
                      <a16:colId xmlns:a16="http://schemas.microsoft.com/office/drawing/2014/main" val="2322694668"/>
                    </a:ext>
                  </a:extLst>
                </a:gridCol>
                <a:gridCol w="991949">
                  <a:extLst>
                    <a:ext uri="{9D8B030D-6E8A-4147-A177-3AD203B41FA5}">
                      <a16:colId xmlns:a16="http://schemas.microsoft.com/office/drawing/2014/main" val="1829264021"/>
                    </a:ext>
                  </a:extLst>
                </a:gridCol>
                <a:gridCol w="1157150">
                  <a:extLst>
                    <a:ext uri="{9D8B030D-6E8A-4147-A177-3AD203B41FA5}">
                      <a16:colId xmlns:a16="http://schemas.microsoft.com/office/drawing/2014/main" val="3448035917"/>
                    </a:ext>
                  </a:extLst>
                </a:gridCol>
                <a:gridCol w="1157150">
                  <a:extLst>
                    <a:ext uri="{9D8B030D-6E8A-4147-A177-3AD203B41FA5}">
                      <a16:colId xmlns:a16="http://schemas.microsoft.com/office/drawing/2014/main" val="3177320063"/>
                    </a:ext>
                  </a:extLst>
                </a:gridCol>
              </a:tblGrid>
              <a:tr h="314338">
                <a:tc rowSpan="2">
                  <a:txBody>
                    <a:bodyPr/>
                    <a:lstStyle/>
                    <a:p>
                      <a:pPr algn="ctr"/>
                      <a:r>
                        <a:rPr lang="en-US" sz="1100" dirty="0"/>
                        <a:t>Project Stage</a:t>
                      </a:r>
                    </a:p>
                  </a:txBody>
                  <a:tcPr anchor="ctr">
                    <a:lnB w="12700" cap="flat" cmpd="sng" algn="ctr">
                      <a:solidFill>
                        <a:schemeClr val="bg1">
                          <a:lumMod val="85000"/>
                        </a:schemeClr>
                      </a:solidFill>
                      <a:prstDash val="solid"/>
                      <a:round/>
                      <a:headEnd type="none" w="med" len="med"/>
                      <a:tailEnd type="none" w="med" len="med"/>
                    </a:lnB>
                  </a:tcPr>
                </a:tc>
                <a:tc rowSpan="2">
                  <a:txBody>
                    <a:bodyPr/>
                    <a:lstStyle/>
                    <a:p>
                      <a:pPr algn="ctr"/>
                      <a:r>
                        <a:rPr lang="en-US" sz="1100" dirty="0"/>
                        <a:t>Action</a:t>
                      </a:r>
                    </a:p>
                  </a:txBody>
                  <a:tcPr anchor="ctr">
                    <a:lnB w="12700" cap="flat" cmpd="sng" algn="ctr">
                      <a:solidFill>
                        <a:schemeClr val="bg1">
                          <a:lumMod val="85000"/>
                        </a:schemeClr>
                      </a:solidFill>
                      <a:prstDash val="solid"/>
                      <a:round/>
                      <a:headEnd type="none" w="med" len="med"/>
                      <a:tailEnd type="none" w="med" len="med"/>
                    </a:lnB>
                  </a:tcPr>
                </a:tc>
                <a:tc rowSpan="2">
                  <a:txBody>
                    <a:bodyPr/>
                    <a:lstStyle/>
                    <a:p>
                      <a:pPr algn="ctr"/>
                      <a:r>
                        <a:rPr lang="en-US" sz="1100" dirty="0"/>
                        <a:t>Product</a:t>
                      </a:r>
                    </a:p>
                  </a:txBody>
                  <a:tcPr anchor="ctr">
                    <a:lnB w="12700" cap="flat" cmpd="sng" algn="ctr">
                      <a:solidFill>
                        <a:schemeClr val="bg1">
                          <a:lumMod val="85000"/>
                        </a:schemeClr>
                      </a:solidFill>
                      <a:prstDash val="solid"/>
                      <a:round/>
                      <a:headEnd type="none" w="med" len="med"/>
                      <a:tailEnd type="none" w="med" len="med"/>
                    </a:lnB>
                  </a:tcPr>
                </a:tc>
                <a:tc gridSpan="2">
                  <a:txBody>
                    <a:bodyPr/>
                    <a:lstStyle/>
                    <a:p>
                      <a:pPr algn="ctr"/>
                      <a:r>
                        <a:rPr lang="en-US" sz="1100" dirty="0"/>
                        <a:t>SME</a:t>
                      </a:r>
                    </a:p>
                  </a:txBody>
                  <a:tcPr anchor="ctr"/>
                </a:tc>
                <a:tc hMerge="1">
                  <a:txBody>
                    <a:bodyPr/>
                    <a:lstStyle/>
                    <a:p>
                      <a:pPr algn="ctr"/>
                      <a:endParaRPr lang="en-US" sz="1100" dirty="0"/>
                    </a:p>
                  </a:txBody>
                  <a:tcPr anchor="ctr"/>
                </a:tc>
                <a:tc gridSpan="2">
                  <a:txBody>
                    <a:bodyPr/>
                    <a:lstStyle/>
                    <a:p>
                      <a:pPr algn="ctr"/>
                      <a:r>
                        <a:rPr lang="en-US" sz="1100" dirty="0"/>
                        <a:t>ED&amp;A</a:t>
                      </a:r>
                    </a:p>
                  </a:txBody>
                  <a:tcPr anchor="ctr"/>
                </a:tc>
                <a:tc hMerge="1">
                  <a:txBody>
                    <a:bodyPr/>
                    <a:lstStyle/>
                    <a:p>
                      <a:pPr algn="ctr"/>
                      <a:endParaRPr lang="en-US" sz="1100" dirty="0"/>
                    </a:p>
                  </a:txBody>
                  <a:tcPr anchor="ctr"/>
                </a:tc>
                <a:extLst>
                  <a:ext uri="{0D108BD9-81ED-4DB2-BD59-A6C34878D82A}">
                    <a16:rowId xmlns:a16="http://schemas.microsoft.com/office/drawing/2014/main" val="167635385"/>
                  </a:ext>
                </a:extLst>
              </a:tr>
              <a:tr h="314338">
                <a:tc vMerge="1">
                  <a:txBody>
                    <a:bodyPr/>
                    <a:lstStyle/>
                    <a:p>
                      <a:endParaRPr lang="en-US" sz="1050" dirty="0"/>
                    </a:p>
                  </a:txBody>
                  <a:tcPr/>
                </a:tc>
                <a:tc vMerge="1">
                  <a:txBody>
                    <a:bodyPr/>
                    <a:lstStyle/>
                    <a:p>
                      <a:endParaRPr lang="en-US" sz="1050" dirty="0"/>
                    </a:p>
                  </a:txBody>
                  <a:tcPr/>
                </a:tc>
                <a:tc vMerge="1">
                  <a:txBody>
                    <a:bodyPr/>
                    <a:lstStyle/>
                    <a:p>
                      <a:pPr algn="ctr"/>
                      <a:endParaRPr lang="en-US" sz="1050" b="1" dirty="0">
                        <a:solidFill>
                          <a:schemeClr val="accent2"/>
                        </a:solidFill>
                      </a:endParaRPr>
                    </a:p>
                  </a:txBody>
                  <a:tcPr anchor="ctr">
                    <a:solidFill>
                      <a:schemeClr val="accent1">
                        <a:lumMod val="20000"/>
                        <a:lumOff val="80000"/>
                      </a:schemeClr>
                    </a:solidFill>
                  </a:tcPr>
                </a:tc>
                <a:tc>
                  <a:txBody>
                    <a:bodyPr/>
                    <a:lstStyle/>
                    <a:p>
                      <a:pPr algn="ctr"/>
                      <a:r>
                        <a:rPr lang="en-US" sz="1050" b="1" dirty="0">
                          <a:solidFill>
                            <a:schemeClr val="accent2"/>
                          </a:solidFill>
                        </a:rPr>
                        <a:t>Launch Team</a:t>
                      </a:r>
                    </a:p>
                  </a:txBody>
                  <a:tcPr anchor="ctr">
                    <a:lnB w="12700" cap="flat" cmpd="sng" algn="ctr">
                      <a:solidFill>
                        <a:schemeClr val="bg1">
                          <a:lumMod val="85000"/>
                        </a:schemeClr>
                      </a:solidFill>
                      <a:prstDash val="solid"/>
                      <a:round/>
                      <a:headEnd type="none" w="med" len="med"/>
                      <a:tailEnd type="none" w="med" len="med"/>
                    </a:lnB>
                    <a:solidFill>
                      <a:schemeClr val="accent1">
                        <a:lumMod val="20000"/>
                        <a:lumOff val="80000"/>
                      </a:schemeClr>
                    </a:solidFill>
                  </a:tcPr>
                </a:tc>
                <a:tc>
                  <a:txBody>
                    <a:bodyPr/>
                    <a:lstStyle/>
                    <a:p>
                      <a:pPr algn="ctr"/>
                      <a:r>
                        <a:rPr lang="en-US" sz="1050" b="1" dirty="0">
                          <a:solidFill>
                            <a:schemeClr val="accent2"/>
                          </a:solidFill>
                        </a:rPr>
                        <a:t>VA Team </a:t>
                      </a:r>
                    </a:p>
                  </a:txBody>
                  <a:tcPr anchor="ctr">
                    <a:lnB w="12700" cap="flat" cmpd="sng" algn="ctr">
                      <a:solidFill>
                        <a:schemeClr val="bg1">
                          <a:lumMod val="85000"/>
                        </a:schemeClr>
                      </a:solidFill>
                      <a:prstDash val="solid"/>
                      <a:round/>
                      <a:headEnd type="none" w="med" len="med"/>
                      <a:tailEnd type="none" w="med" len="med"/>
                    </a:lnB>
                    <a:solidFill>
                      <a:schemeClr val="accent1">
                        <a:lumMod val="20000"/>
                        <a:lumOff val="80000"/>
                      </a:schemeClr>
                    </a:solidFill>
                  </a:tcPr>
                </a:tc>
                <a:tc>
                  <a:txBody>
                    <a:bodyPr/>
                    <a:lstStyle/>
                    <a:p>
                      <a:pPr algn="ctr"/>
                      <a:r>
                        <a:rPr lang="en-US" sz="1050" b="1" dirty="0">
                          <a:solidFill>
                            <a:schemeClr val="accent2"/>
                          </a:solidFill>
                        </a:rPr>
                        <a:t>PM </a:t>
                      </a:r>
                    </a:p>
                  </a:txBody>
                  <a:tcPr anchor="ctr">
                    <a:lnB w="12700" cap="flat" cmpd="sng" algn="ctr">
                      <a:solidFill>
                        <a:schemeClr val="bg1">
                          <a:lumMod val="85000"/>
                        </a:schemeClr>
                      </a:solidFill>
                      <a:prstDash val="solid"/>
                      <a:round/>
                      <a:headEnd type="none" w="med" len="med"/>
                      <a:tailEnd type="none" w="med" len="med"/>
                    </a:lnB>
                    <a:solidFill>
                      <a:schemeClr val="accent1">
                        <a:lumMod val="20000"/>
                        <a:lumOff val="80000"/>
                      </a:schemeClr>
                    </a:solidFill>
                  </a:tcPr>
                </a:tc>
                <a:tc>
                  <a:txBody>
                    <a:bodyPr/>
                    <a:lstStyle/>
                    <a:p>
                      <a:pPr algn="ctr"/>
                      <a:r>
                        <a:rPr lang="en-US" sz="1050" b="1" dirty="0">
                          <a:solidFill>
                            <a:schemeClr val="accent2"/>
                          </a:solidFill>
                        </a:rPr>
                        <a:t>Dev Team</a:t>
                      </a:r>
                    </a:p>
                  </a:txBody>
                  <a:tcPr anchor="ctr">
                    <a:lnB w="12700" cap="flat" cmpd="sng" algn="ctr">
                      <a:solidFill>
                        <a:schemeClr val="bg1">
                          <a:lumMod val="8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527169579"/>
                  </a:ext>
                </a:extLst>
              </a:tr>
              <a:tr h="348786">
                <a:tc rowSpan="3">
                  <a:txBody>
                    <a:bodyPr/>
                    <a:lstStyle/>
                    <a:p>
                      <a:r>
                        <a:rPr lang="en-US" sz="1050" b="1" dirty="0">
                          <a:solidFill>
                            <a:schemeClr val="accent2"/>
                          </a:solidFill>
                        </a:rPr>
                        <a:t>Define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050" dirty="0"/>
                        <a:t>Definition of requirements/business rules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Project Requirements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R</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C</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I</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A</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03152058"/>
                  </a:ext>
                </a:extLst>
              </a:tr>
              <a:tr h="314338">
                <a:tc vMerge="1">
                  <a:txBody>
                    <a:bodyPr/>
                    <a:lstStyle/>
                    <a:p>
                      <a:endParaRPr lang="en-US" sz="1050" dirty="0"/>
                    </a:p>
                  </a:txBody>
                  <a:tcPr/>
                </a:tc>
                <a:tc>
                  <a:txBody>
                    <a:bodyPr/>
                    <a:lstStyle/>
                    <a:p>
                      <a:r>
                        <a:rPr lang="en-US" sz="1050" dirty="0"/>
                        <a:t>Definition of solution architecture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Architecture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I</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C</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A</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R</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677582873"/>
                  </a:ext>
                </a:extLst>
              </a:tr>
              <a:tr h="314338">
                <a:tc vMerge="1">
                  <a:txBody>
                    <a:bodyPr/>
                    <a:lstStyle/>
                    <a:p>
                      <a:endParaRPr lang="en-US" sz="1050" dirty="0"/>
                    </a:p>
                  </a:txBody>
                  <a:tcPr/>
                </a:tc>
                <a:tc>
                  <a:txBody>
                    <a:bodyPr/>
                    <a:lstStyle/>
                    <a:p>
                      <a:r>
                        <a:rPr lang="en-US" sz="1050" dirty="0"/>
                        <a:t>Definition and monitoring of project plan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Project Plan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A</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I</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R</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C</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880308573"/>
                  </a:ext>
                </a:extLst>
              </a:tr>
              <a:tr h="348786">
                <a:tc>
                  <a:txBody>
                    <a:bodyPr/>
                    <a:lstStyle/>
                    <a:p>
                      <a:r>
                        <a:rPr lang="en-US" sz="1050" b="1" dirty="0">
                          <a:solidFill>
                            <a:schemeClr val="accent2"/>
                          </a:solidFill>
                        </a:rPr>
                        <a:t>Design</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050" dirty="0"/>
                        <a:t>Solution/Data Model Design</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Solution Design Document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I</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C</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A</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R</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75893130"/>
                  </a:ext>
                </a:extLst>
              </a:tr>
              <a:tr h="314338">
                <a:tc rowSpan="3">
                  <a:txBody>
                    <a:bodyPr/>
                    <a:lstStyle/>
                    <a:p>
                      <a:r>
                        <a:rPr lang="en-US" sz="1050" b="1" dirty="0">
                          <a:solidFill>
                            <a:schemeClr val="accent2"/>
                          </a:solidFill>
                        </a:rPr>
                        <a:t>Develop and Debug</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Solution/Data Model Development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Solution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I</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C</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A</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R</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91614089"/>
                  </a:ext>
                </a:extLst>
              </a:tr>
              <a:tr h="314338">
                <a:tc vMerge="1">
                  <a:txBody>
                    <a:bodyPr/>
                    <a:lstStyle/>
                    <a:p>
                      <a:endParaRPr lang="en-US" sz="1050" b="1" dirty="0">
                        <a:solidFill>
                          <a:schemeClr val="accent2"/>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Testing and data validation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Solution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R</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C</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A</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C</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915445391"/>
                  </a:ext>
                </a:extLst>
              </a:tr>
              <a:tr h="348786">
                <a:tc vMerge="1">
                  <a:txBody>
                    <a:bodyPr/>
                    <a:lstStyle/>
                    <a:p>
                      <a:endParaRPr lang="en-US" sz="1050" b="1" dirty="0">
                        <a:solidFill>
                          <a:schemeClr val="accent2"/>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SDD Sign-Off</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t>Solution Design Document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R</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C</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A</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C</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48905248"/>
                  </a:ext>
                </a:extLst>
              </a:tr>
              <a:tr h="348786">
                <a:tc rowSpan="2">
                  <a:txBody>
                    <a:bodyPr/>
                    <a:lstStyle/>
                    <a:p>
                      <a:r>
                        <a:rPr lang="en-US" sz="1050" b="1" dirty="0">
                          <a:solidFill>
                            <a:schemeClr val="accent2"/>
                          </a:solidFill>
                        </a:rPr>
                        <a:t>Deployment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Solution Deployment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t>Operational Handbook</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C</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I</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A</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R</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435416583"/>
                  </a:ext>
                </a:extLst>
              </a:tr>
              <a:tr h="348786">
                <a:tc vMerge="1">
                  <a:txBody>
                    <a:bodyPr/>
                    <a:lstStyle/>
                    <a:p>
                      <a:endParaRPr lang="en-US" sz="1050" b="1" dirty="0">
                        <a:solidFill>
                          <a:schemeClr val="accent2"/>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Hypercare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t>Operational Handbook</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C</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I</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A</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r>
                        <a:rPr lang="en-US" sz="1050" dirty="0"/>
                        <a:t>R</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084558333"/>
                  </a:ext>
                </a:extLst>
              </a:tr>
            </a:tbl>
          </a:graphicData>
        </a:graphic>
      </p:graphicFrame>
      <p:graphicFrame>
        <p:nvGraphicFramePr>
          <p:cNvPr id="5" name="Table 6">
            <a:extLst>
              <a:ext uri="{FF2B5EF4-FFF2-40B4-BE49-F238E27FC236}">
                <a16:creationId xmlns:a16="http://schemas.microsoft.com/office/drawing/2014/main" id="{F9895C2B-8808-480D-B94E-15D4A56DC125}"/>
              </a:ext>
            </a:extLst>
          </p:cNvPr>
          <p:cNvGraphicFramePr>
            <a:graphicFrameLocks noGrp="1"/>
          </p:cNvGraphicFramePr>
          <p:nvPr>
            <p:extLst>
              <p:ext uri="{D42A27DB-BD31-4B8C-83A1-F6EECF244321}">
                <p14:modId xmlns:p14="http://schemas.microsoft.com/office/powerpoint/2010/main" val="1605657092"/>
              </p:ext>
            </p:extLst>
          </p:nvPr>
        </p:nvGraphicFramePr>
        <p:xfrm>
          <a:off x="664753" y="5584652"/>
          <a:ext cx="5431247" cy="1036320"/>
        </p:xfrm>
        <a:graphic>
          <a:graphicData uri="http://schemas.openxmlformats.org/drawingml/2006/table">
            <a:tbl>
              <a:tblPr firstRow="1" bandRow="1">
                <a:tableStyleId>{5C22544A-7EE6-4342-B048-85BDC9FD1C3A}</a:tableStyleId>
              </a:tblPr>
              <a:tblGrid>
                <a:gridCol w="606698">
                  <a:extLst>
                    <a:ext uri="{9D8B030D-6E8A-4147-A177-3AD203B41FA5}">
                      <a16:colId xmlns:a16="http://schemas.microsoft.com/office/drawing/2014/main" val="1882252919"/>
                    </a:ext>
                  </a:extLst>
                </a:gridCol>
                <a:gridCol w="4824549">
                  <a:extLst>
                    <a:ext uri="{9D8B030D-6E8A-4147-A177-3AD203B41FA5}">
                      <a16:colId xmlns:a16="http://schemas.microsoft.com/office/drawing/2014/main" val="3003620509"/>
                    </a:ext>
                  </a:extLst>
                </a:gridCol>
              </a:tblGrid>
              <a:tr h="155210">
                <a:tc>
                  <a:txBody>
                    <a:bodyPr/>
                    <a:lstStyle/>
                    <a:p>
                      <a:pPr algn="ctr"/>
                      <a:r>
                        <a:rPr lang="en-US" sz="1100" b="1" dirty="0">
                          <a:solidFill>
                            <a:schemeClr val="bg1"/>
                          </a:solidFill>
                        </a:rPr>
                        <a:t>R</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r>
                        <a:rPr lang="en-US" sz="1000" b="1" dirty="0">
                          <a:solidFill>
                            <a:schemeClr val="accent2"/>
                          </a:solidFill>
                        </a:rPr>
                        <a:t>Responsible</a:t>
                      </a:r>
                      <a:r>
                        <a:rPr lang="en-US" sz="1000" b="0" dirty="0">
                          <a:solidFill>
                            <a:schemeClr val="tx1"/>
                          </a:solidFill>
                        </a:rPr>
                        <a:t> – Person working on the activity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993916469"/>
                  </a:ext>
                </a:extLst>
              </a:tr>
              <a:tr h="155210">
                <a:tc>
                  <a:txBody>
                    <a:bodyPr/>
                    <a:lstStyle/>
                    <a:p>
                      <a:pPr algn="ctr"/>
                      <a:r>
                        <a:rPr lang="en-US" sz="1100" b="1" dirty="0">
                          <a:solidFill>
                            <a:schemeClr val="bg1"/>
                          </a:solidFill>
                        </a:rPr>
                        <a:t>A</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r>
                        <a:rPr lang="en-US" sz="1000" b="1" dirty="0">
                          <a:solidFill>
                            <a:schemeClr val="accent2"/>
                          </a:solidFill>
                        </a:rPr>
                        <a:t>Accountable</a:t>
                      </a:r>
                      <a:r>
                        <a:rPr lang="en-US" sz="1000" b="0" dirty="0">
                          <a:solidFill>
                            <a:schemeClr val="tx1"/>
                          </a:solidFill>
                        </a:rPr>
                        <a:t>- Person with decision authority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906738645"/>
                  </a:ext>
                </a:extLst>
              </a:tr>
              <a:tr h="155210">
                <a:tc>
                  <a:txBody>
                    <a:bodyPr/>
                    <a:lstStyle/>
                    <a:p>
                      <a:pPr algn="ctr"/>
                      <a:r>
                        <a:rPr lang="en-US" sz="1100" b="1" dirty="0">
                          <a:solidFill>
                            <a:schemeClr val="bg1"/>
                          </a:solidFill>
                        </a:rPr>
                        <a:t>C</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r>
                        <a:rPr lang="en-US" sz="1000" b="1" dirty="0">
                          <a:solidFill>
                            <a:schemeClr val="accent2"/>
                          </a:solidFill>
                        </a:rPr>
                        <a:t>Consult</a:t>
                      </a:r>
                      <a:r>
                        <a:rPr lang="en-US" sz="1000" b="0" dirty="0">
                          <a:solidFill>
                            <a:schemeClr val="tx1"/>
                          </a:solidFill>
                        </a:rPr>
                        <a:t> – Key stakeholder who should be included in decision or work activity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211864015"/>
                  </a:ext>
                </a:extLst>
              </a:tr>
              <a:tr h="155210">
                <a:tc>
                  <a:txBody>
                    <a:bodyPr/>
                    <a:lstStyle/>
                    <a:p>
                      <a:pPr algn="ctr"/>
                      <a:r>
                        <a:rPr lang="en-US" sz="1100" b="1" dirty="0">
                          <a:solidFill>
                            <a:schemeClr val="bg1"/>
                          </a:solidFill>
                        </a:rPr>
                        <a:t>I</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r>
                        <a:rPr lang="en-US" sz="1000" b="1" dirty="0">
                          <a:solidFill>
                            <a:schemeClr val="accent2"/>
                          </a:solidFill>
                        </a:rPr>
                        <a:t>Inform </a:t>
                      </a:r>
                      <a:r>
                        <a:rPr lang="en-US" sz="1000" b="0" dirty="0">
                          <a:solidFill>
                            <a:schemeClr val="tx1"/>
                          </a:solidFill>
                        </a:rPr>
                        <a:t>– Needs to know of decision or action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469767384"/>
                  </a:ext>
                </a:extLst>
              </a:tr>
            </a:tbl>
          </a:graphicData>
        </a:graphic>
      </p:graphicFrame>
      <p:sp>
        <p:nvSpPr>
          <p:cNvPr id="7" name="TextBox 6">
            <a:extLst>
              <a:ext uri="{FF2B5EF4-FFF2-40B4-BE49-F238E27FC236}">
                <a16:creationId xmlns:a16="http://schemas.microsoft.com/office/drawing/2014/main" id="{39E3A78C-99AB-40D6-8131-D0E8F0BE8949}"/>
              </a:ext>
            </a:extLst>
          </p:cNvPr>
          <p:cNvSpPr txBox="1"/>
          <p:nvPr/>
        </p:nvSpPr>
        <p:spPr>
          <a:xfrm>
            <a:off x="664753" y="5318832"/>
            <a:ext cx="2296161" cy="261610"/>
          </a:xfrm>
          <a:prstGeom prst="rect">
            <a:avLst/>
          </a:prstGeom>
          <a:noFill/>
        </p:spPr>
        <p:txBody>
          <a:bodyPr wrap="square" rtlCol="0">
            <a:spAutoFit/>
          </a:bodyPr>
          <a:lstStyle/>
          <a:p>
            <a:r>
              <a:rPr lang="en-US" sz="1050" b="1" dirty="0">
                <a:solidFill>
                  <a:schemeClr val="accent2"/>
                </a:solidFill>
              </a:rPr>
              <a:t>Responsibility Matrix</a:t>
            </a:r>
          </a:p>
        </p:txBody>
      </p:sp>
    </p:spTree>
    <p:extLst>
      <p:ext uri="{BB962C8B-B14F-4D97-AF65-F5344CB8AC3E}">
        <p14:creationId xmlns:p14="http://schemas.microsoft.com/office/powerpoint/2010/main" val="42353362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7A4B6D61-763B-45EE-9C7A-1B3C21C8769A}"/>
              </a:ext>
            </a:extLst>
          </p:cNvPr>
          <p:cNvGraphicFramePr>
            <a:graphicFrameLocks noChangeAspect="1"/>
          </p:cNvGraphicFramePr>
          <p:nvPr>
            <p:custDataLst>
              <p:tags r:id="rId1"/>
            </p:custDataLst>
            <p:extLst>
              <p:ext uri="{D42A27DB-BD31-4B8C-83A1-F6EECF244321}">
                <p14:modId xmlns:p14="http://schemas.microsoft.com/office/powerpoint/2010/main" val="30398374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3" name="Object 2" hidden="1">
                        <a:extLst>
                          <a:ext uri="{FF2B5EF4-FFF2-40B4-BE49-F238E27FC236}">
                            <a16:creationId xmlns:a16="http://schemas.microsoft.com/office/drawing/2014/main" id="{7A4B6D61-763B-45EE-9C7A-1B3C21C876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6">
            <a:extLst>
              <a:ext uri="{FF2B5EF4-FFF2-40B4-BE49-F238E27FC236}">
                <a16:creationId xmlns:a16="http://schemas.microsoft.com/office/drawing/2014/main" id="{FDF6A53C-1223-49FA-ABB1-68AE9F0395B0}"/>
              </a:ext>
            </a:extLst>
          </p:cNvPr>
          <p:cNvSpPr>
            <a:spLocks noGrp="1"/>
          </p:cNvSpPr>
          <p:nvPr>
            <p:ph type="title"/>
          </p:nvPr>
        </p:nvSpPr>
        <p:spPr/>
        <p:txBody>
          <a:bodyPr vert="horz"/>
          <a:lstStyle/>
          <a:p>
            <a:r>
              <a:rPr lang="en-GB" dirty="0"/>
              <a:t>Annex</a:t>
            </a:r>
          </a:p>
        </p:txBody>
      </p:sp>
    </p:spTree>
    <p:extLst>
      <p:ext uri="{BB962C8B-B14F-4D97-AF65-F5344CB8AC3E}">
        <p14:creationId xmlns:p14="http://schemas.microsoft.com/office/powerpoint/2010/main" val="37524331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C285DD2-CD0C-410A-88D2-347740C1806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2C285DD2-CD0C-410A-88D2-347740C1806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3CF8D506-B3D3-49B3-85B0-129BCC513315}"/>
              </a:ext>
            </a:extLst>
          </p:cNvPr>
          <p:cNvSpPr>
            <a:spLocks noGrp="1"/>
          </p:cNvSpPr>
          <p:nvPr>
            <p:ph type="body" sz="quarter" idx="10"/>
          </p:nvPr>
        </p:nvSpPr>
        <p:spPr/>
        <p:txBody>
          <a:bodyPr/>
          <a:lstStyle/>
          <a:p>
            <a:r>
              <a:rPr lang="en-US"/>
              <a:t>Project Charter and Business Case- LAUNCH Project </a:t>
            </a:r>
          </a:p>
        </p:txBody>
      </p:sp>
      <p:sp>
        <p:nvSpPr>
          <p:cNvPr id="2" name="Title 1">
            <a:extLst>
              <a:ext uri="{FF2B5EF4-FFF2-40B4-BE49-F238E27FC236}">
                <a16:creationId xmlns:a16="http://schemas.microsoft.com/office/drawing/2014/main" id="{8AB6AFAF-2B5B-4A50-9008-998B2C9A03C2}"/>
              </a:ext>
            </a:extLst>
          </p:cNvPr>
          <p:cNvSpPr>
            <a:spLocks noGrp="1"/>
          </p:cNvSpPr>
          <p:nvPr>
            <p:ph type="ctrTitle"/>
          </p:nvPr>
        </p:nvSpPr>
        <p:spPr/>
        <p:txBody>
          <a:bodyPr vert="horz"/>
          <a:lstStyle/>
          <a:p>
            <a:r>
              <a:rPr lang="en-US"/>
              <a:t>Business Requirements </a:t>
            </a:r>
          </a:p>
        </p:txBody>
      </p:sp>
      <p:sp>
        <p:nvSpPr>
          <p:cNvPr id="3" name="Subtitle 2">
            <a:extLst>
              <a:ext uri="{FF2B5EF4-FFF2-40B4-BE49-F238E27FC236}">
                <a16:creationId xmlns:a16="http://schemas.microsoft.com/office/drawing/2014/main" id="{143DBC8B-FF70-423E-AE3E-988A9928E71A}"/>
              </a:ext>
            </a:extLst>
          </p:cNvPr>
          <p:cNvSpPr>
            <a:spLocks noGrp="1"/>
          </p:cNvSpPr>
          <p:nvPr>
            <p:ph type="subTitle" idx="1"/>
          </p:nvPr>
        </p:nvSpPr>
        <p:spPr/>
        <p:txBody>
          <a:bodyPr/>
          <a:lstStyle/>
          <a:p>
            <a:r>
              <a:rPr lang="en-US"/>
              <a:t>Enterprise Data &amp; Analytics</a:t>
            </a:r>
          </a:p>
        </p:txBody>
      </p:sp>
    </p:spTree>
    <p:extLst>
      <p:ext uri="{BB962C8B-B14F-4D97-AF65-F5344CB8AC3E}">
        <p14:creationId xmlns:p14="http://schemas.microsoft.com/office/powerpoint/2010/main" val="34535209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583A6CA-28FA-4FBE-990B-74AA7AE23CE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5" progId="TCLayout.ActiveDocument.1">
                  <p:embed/>
                </p:oleObj>
              </mc:Choice>
              <mc:Fallback>
                <p:oleObj name="think-cell Slide" r:id="rId4" imgW="592" imgH="595" progId="TCLayout.ActiveDocument.1">
                  <p:embed/>
                  <p:pic>
                    <p:nvPicPr>
                      <p:cNvPr id="6" name="Object 5" hidden="1">
                        <a:extLst>
                          <a:ext uri="{FF2B5EF4-FFF2-40B4-BE49-F238E27FC236}">
                            <a16:creationId xmlns:a16="http://schemas.microsoft.com/office/drawing/2014/main" id="{B583A6CA-28FA-4FBE-990B-74AA7AE23CE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Text Placeholder 10">
            <a:extLst>
              <a:ext uri="{FF2B5EF4-FFF2-40B4-BE49-F238E27FC236}">
                <a16:creationId xmlns:a16="http://schemas.microsoft.com/office/drawing/2014/main" id="{C390A509-EEFD-45FC-B37D-2AFF866D46E5}"/>
              </a:ext>
            </a:extLst>
          </p:cNvPr>
          <p:cNvSpPr>
            <a:spLocks noGrp="1"/>
          </p:cNvSpPr>
          <p:nvPr>
            <p:ph type="body" sz="quarter" idx="16"/>
          </p:nvPr>
        </p:nvSpPr>
        <p:spPr>
          <a:xfrm>
            <a:off x="417332" y="577318"/>
            <a:ext cx="11368631" cy="402336"/>
          </a:xfrm>
        </p:spPr>
        <p:txBody>
          <a:bodyPr anchor="ctr"/>
          <a:lstStyle/>
          <a:p>
            <a:pPr algn="ctr"/>
            <a:r>
              <a:rPr lang="en-US"/>
              <a:t>LAUNCH Project </a:t>
            </a:r>
          </a:p>
        </p:txBody>
      </p:sp>
      <p:sp>
        <p:nvSpPr>
          <p:cNvPr id="7" name="Title 6">
            <a:extLst>
              <a:ext uri="{FF2B5EF4-FFF2-40B4-BE49-F238E27FC236}">
                <a16:creationId xmlns:a16="http://schemas.microsoft.com/office/drawing/2014/main" id="{84274496-035B-46F9-8D03-E9145C3AFAAD}"/>
              </a:ext>
            </a:extLst>
          </p:cNvPr>
          <p:cNvSpPr>
            <a:spLocks noGrp="1"/>
          </p:cNvSpPr>
          <p:nvPr>
            <p:ph type="title"/>
          </p:nvPr>
        </p:nvSpPr>
        <p:spPr>
          <a:xfrm>
            <a:off x="417332" y="253423"/>
            <a:ext cx="11368631" cy="361950"/>
          </a:xfrm>
        </p:spPr>
        <p:txBody>
          <a:bodyPr vert="horz"/>
          <a:lstStyle/>
          <a:p>
            <a:pPr algn="ctr"/>
            <a:r>
              <a:rPr lang="en-GB" sz="2400"/>
              <a:t>Lean Project Charter</a:t>
            </a:r>
          </a:p>
        </p:txBody>
      </p:sp>
      <p:graphicFrame>
        <p:nvGraphicFramePr>
          <p:cNvPr id="22" name="Table 22">
            <a:extLst>
              <a:ext uri="{FF2B5EF4-FFF2-40B4-BE49-F238E27FC236}">
                <a16:creationId xmlns:a16="http://schemas.microsoft.com/office/drawing/2014/main" id="{E27DDE2C-D53D-42AC-8E72-F58F496931D3}"/>
              </a:ext>
            </a:extLst>
          </p:cNvPr>
          <p:cNvGraphicFramePr>
            <a:graphicFrameLocks noGrp="1"/>
          </p:cNvGraphicFramePr>
          <p:nvPr/>
        </p:nvGraphicFramePr>
        <p:xfrm>
          <a:off x="318655" y="1071155"/>
          <a:ext cx="11546388" cy="5123224"/>
        </p:xfrm>
        <a:graphic>
          <a:graphicData uri="http://schemas.openxmlformats.org/drawingml/2006/table">
            <a:tbl>
              <a:tblPr firstRow="1" bandRow="1">
                <a:tableStyleId>{5C22544A-7EE6-4342-B048-85BDC9FD1C3A}</a:tableStyleId>
              </a:tblPr>
              <a:tblGrid>
                <a:gridCol w="5883850">
                  <a:extLst>
                    <a:ext uri="{9D8B030D-6E8A-4147-A177-3AD203B41FA5}">
                      <a16:colId xmlns:a16="http://schemas.microsoft.com/office/drawing/2014/main" val="1778063785"/>
                    </a:ext>
                  </a:extLst>
                </a:gridCol>
                <a:gridCol w="208280">
                  <a:extLst>
                    <a:ext uri="{9D8B030D-6E8A-4147-A177-3AD203B41FA5}">
                      <a16:colId xmlns:a16="http://schemas.microsoft.com/office/drawing/2014/main" val="1737953982"/>
                    </a:ext>
                  </a:extLst>
                </a:gridCol>
                <a:gridCol w="5454258">
                  <a:extLst>
                    <a:ext uri="{9D8B030D-6E8A-4147-A177-3AD203B41FA5}">
                      <a16:colId xmlns:a16="http://schemas.microsoft.com/office/drawing/2014/main" val="1030793549"/>
                    </a:ext>
                  </a:extLst>
                </a:gridCol>
              </a:tblGrid>
              <a:tr h="2566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rPr>
                        <a:t>Goal Statement: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dirty="0">
                          <a:ln>
                            <a:noFill/>
                          </a:ln>
                          <a:solidFill>
                            <a:srgbClr val="2B3A42"/>
                          </a:solidFill>
                          <a:effectLst/>
                          <a:uLnTx/>
                          <a:uFillTx/>
                          <a:latin typeface="+mn-lt"/>
                          <a:ea typeface="+mn-ea"/>
                          <a:cs typeface="+mn-cs"/>
                        </a:rPr>
                        <a:t>Winning on Launch Excellence is a key strategic priority for IQVIA and </a:t>
                      </a:r>
                      <a:r>
                        <a:rPr kumimoji="0" lang="en-US" sz="1000" b="0" i="0" u="none" strike="noStrike" kern="1200" cap="none" spc="0" normalizeH="0" baseline="0" noProof="0" dirty="0">
                          <a:ln>
                            <a:noFill/>
                          </a:ln>
                          <a:solidFill>
                            <a:srgbClr val="2B3A42"/>
                          </a:solidFill>
                          <a:effectLst/>
                          <a:uLnTx/>
                          <a:uFillTx/>
                          <a:latin typeface="+mn-lt"/>
                          <a:ea typeface="+mn-ea"/>
                          <a:cs typeface="+mn-cs"/>
                        </a:rPr>
                        <a:t>the Launch Excellence CEP (customer engagement platform) initiative has been established to accelerate IQVIA’s $ share of launch opportunities. The goals of the Launch excellence CEP are: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2B3A42"/>
                          </a:solidFill>
                          <a:effectLst/>
                          <a:uLnTx/>
                          <a:uFillTx/>
                          <a:latin typeface="+mn-lt"/>
                          <a:ea typeface="+mn-ea"/>
                          <a:cs typeface="+mn-cs"/>
                        </a:rPr>
                        <a:t>Establish IQVIA as end-to-end strategic partner for Launch planning and execution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2B3A42"/>
                          </a:solidFill>
                          <a:effectLst/>
                          <a:uLnTx/>
                          <a:uFillTx/>
                          <a:latin typeface="+mn-lt"/>
                          <a:ea typeface="+mn-ea"/>
                          <a:cs typeface="+mn-cs"/>
                        </a:rPr>
                        <a:t>Maximize IQVIA success rate by ensuring consistency of best practices and fostering a community based on knowledge sharing</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2B3A42"/>
                          </a:solidFill>
                          <a:effectLst/>
                          <a:uLnTx/>
                          <a:uFillTx/>
                          <a:latin typeface="+mn-lt"/>
                          <a:ea typeface="+mn-ea"/>
                          <a:cs typeface="+mn-cs"/>
                        </a:rPr>
                        <a:t>Further cement IQVIA’s position as a Thought Leader in Launch Excellence</a:t>
                      </a:r>
                      <a:endParaRPr kumimoji="0" lang="en-US" sz="1000" b="0" i="0" u="none" strike="noStrike" kern="1200" cap="none" spc="0" normalizeH="0" baseline="0" noProof="0" dirty="0">
                        <a:ln>
                          <a:noFill/>
                        </a:ln>
                        <a:solidFill>
                          <a:srgbClr val="2B3A42"/>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B3A42"/>
                          </a:solidFill>
                          <a:effectLst/>
                          <a:uLnTx/>
                          <a:uFillTx/>
                          <a:latin typeface="+mn-lt"/>
                          <a:ea typeface="+mn-ea"/>
                          <a:cs typeface="+mn-cs"/>
                        </a:rPr>
                        <a:t>In order to assess the impact of the launch Excellence CEP and track IQVIA growth on Launches the team has established a set of KPIs and created a dashboard to monitor </a:t>
                      </a:r>
                      <a:r>
                        <a:rPr lang="en-US" sz="1000" b="0" i="0" u="none" strike="noStrike" kern="1200" cap="none" spc="0" normalizeH="0" baseline="0" noProof="0" dirty="0">
                          <a:ln>
                            <a:noFill/>
                          </a:ln>
                          <a:solidFill>
                            <a:srgbClr val="2B3A42"/>
                          </a:solidFill>
                          <a:effectLst/>
                          <a:uLnTx/>
                          <a:uFillTx/>
                          <a:latin typeface="+mn-lt"/>
                          <a:ea typeface="+mn-ea"/>
                          <a:cs typeface="+mn-cs"/>
                        </a:rPr>
                        <a:t>progress</a:t>
                      </a:r>
                      <a:r>
                        <a:rPr kumimoji="0" lang="en-US" sz="1000" b="0" i="0" u="none" strike="noStrike" kern="1200" cap="none" spc="0" normalizeH="0" baseline="0" noProof="0" dirty="0">
                          <a:ln>
                            <a:noFill/>
                          </a:ln>
                          <a:solidFill>
                            <a:srgbClr val="2B3A42"/>
                          </a:solidFill>
                          <a:effectLst/>
                          <a:uLnTx/>
                          <a:uFillTx/>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B3A42"/>
                          </a:solidFill>
                          <a:effectLst/>
                          <a:uLnTx/>
                          <a:uFillTx/>
                          <a:latin typeface="+mn-lt"/>
                          <a:ea typeface="+mn-ea"/>
                          <a:cs typeface="+mn-cs"/>
                        </a:rPr>
                        <a:t>KPIs: TCV, RIH and Opportunity Counts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B3A42"/>
                          </a:solidFill>
                          <a:effectLst/>
                          <a:uLnTx/>
                          <a:uFillTx/>
                          <a:latin typeface="+mn-lt"/>
                          <a:ea typeface="+mn-ea"/>
                          <a:cs typeface="+mn-cs"/>
                        </a:rPr>
                        <a:t>Dashboard personas:</a:t>
                      </a:r>
                    </a:p>
                    <a:p>
                      <a:pPr marL="228600" marR="0" lvl="0" indent="-228600" algn="l" rtl="0" eaLnBrk="1" fontAlgn="auto" latinLnBrk="0" hangingPunct="1">
                        <a:lnSpc>
                          <a:spcPct val="100000"/>
                        </a:lnSpc>
                        <a:spcBef>
                          <a:spcPts val="0"/>
                        </a:spcBef>
                        <a:spcAft>
                          <a:spcPts val="0"/>
                        </a:spcAft>
                        <a:buClrTx/>
                        <a:buSzTx/>
                        <a:buFontTx/>
                        <a:buAutoNum type="arabicParenR"/>
                      </a:pPr>
                      <a:r>
                        <a:rPr kumimoji="0" lang="en-US" sz="1000" b="0" i="0" u="none" strike="noStrike" kern="1200" cap="none" spc="0" normalizeH="0" baseline="0" noProof="0" dirty="0">
                          <a:ln>
                            <a:noFill/>
                          </a:ln>
                          <a:solidFill>
                            <a:srgbClr val="2B3A42"/>
                          </a:solidFill>
                          <a:effectLst/>
                          <a:uLnTx/>
                          <a:uFillTx/>
                          <a:latin typeface="+mn-lt"/>
                          <a:ea typeface="+mn-ea"/>
                          <a:cs typeface="+mn-cs"/>
                        </a:rPr>
                        <a:t>Leadership team / Presidents: gain an overview of overall IQVIA performance across main KPIs and track it against previous years, size of total opportunity and established goals</a:t>
                      </a:r>
                      <a:r>
                        <a:rPr lang="en-US" sz="1000" b="0" i="0" u="none" strike="noStrike" kern="1200" cap="none" spc="0" normalizeH="0" baseline="0" noProof="0" dirty="0">
                          <a:ln>
                            <a:noFill/>
                          </a:ln>
                          <a:solidFill>
                            <a:srgbClr val="2B3A42"/>
                          </a:solidFill>
                          <a:effectLst/>
                          <a:uLnTx/>
                          <a:uFillTx/>
                          <a:latin typeface="+mn-lt"/>
                          <a:ea typeface="+mn-ea"/>
                          <a:cs typeface="+mn-cs"/>
                        </a:rPr>
                        <a:t> </a:t>
                      </a:r>
                      <a:endParaRPr kumimoji="0" lang="en-US" sz="1000" b="0" i="0" u="none" strike="noStrike" kern="1200" cap="none" spc="0" normalizeH="0" baseline="0" noProof="0" dirty="0">
                        <a:ln>
                          <a:noFill/>
                        </a:ln>
                        <a:solidFill>
                          <a:srgbClr val="2B3A42"/>
                        </a:solidFill>
                        <a:effectLst/>
                        <a:uLnTx/>
                        <a:uFillTx/>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en-US" sz="1000" b="0" i="0" u="none" strike="noStrike" kern="1200" cap="none" spc="0" normalizeH="0" baseline="0" noProof="0" dirty="0">
                          <a:ln>
                            <a:noFill/>
                          </a:ln>
                          <a:solidFill>
                            <a:srgbClr val="2B3A42"/>
                          </a:solidFill>
                          <a:effectLst/>
                          <a:uLnTx/>
                          <a:uFillTx/>
                          <a:latin typeface="+mn-lt"/>
                          <a:ea typeface="+mn-ea"/>
                          <a:cs typeface="+mn-cs"/>
                        </a:rPr>
                        <a:t>GADs/Asset Partners: gain an overview of their account performance (across priority launches and other assets) and track it vs previous years. Deep dive into asset performance and get more granularity in order to identify white spaces and opportunities for future engagements.</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lnSpc>
                          <a:spcPct val="100000"/>
                        </a:lnSpc>
                      </a:pPr>
                      <a:endParaRPr lang="en-US" sz="1200" b="0">
                        <a:solidFill>
                          <a:schemeClr val="tx1"/>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1" dirty="0">
                          <a:solidFill>
                            <a:schemeClr val="tx1"/>
                          </a:solidFill>
                        </a:rPr>
                        <a:t>Current Process: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dirty="0">
                          <a:ln>
                            <a:noFill/>
                          </a:ln>
                          <a:solidFill>
                            <a:srgbClr val="2B3A42"/>
                          </a:solidFill>
                          <a:effectLst/>
                          <a:uLnTx/>
                          <a:uFillTx/>
                          <a:latin typeface="+mn-lt"/>
                          <a:ea typeface="+mn-ea"/>
                          <a:cs typeface="+mn-cs"/>
                        </a:rPr>
                        <a:t>Pilot Dashboard has been created: Launch Revenue Tracker in collaboration with IPM team.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sng" strike="noStrike" kern="1200" cap="none" spc="0" normalizeH="0" baseline="0" dirty="0">
                          <a:ln>
                            <a:noFill/>
                          </a:ln>
                          <a:solidFill>
                            <a:srgbClr val="2B3A42"/>
                          </a:solidFill>
                          <a:effectLst/>
                          <a:uLnTx/>
                          <a:uFillTx/>
                          <a:latin typeface="+mn-lt"/>
                          <a:ea typeface="+mn-ea"/>
                          <a:cs typeface="+mn-cs"/>
                        </a:rPr>
                        <a:t>Data sources: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dirty="0">
                          <a:ln>
                            <a:noFill/>
                          </a:ln>
                          <a:solidFill>
                            <a:srgbClr val="2B3A42"/>
                          </a:solidFill>
                          <a:effectLst/>
                          <a:uLnTx/>
                          <a:uFillTx/>
                          <a:latin typeface="+mn-lt"/>
                          <a:ea typeface="+mn-ea"/>
                          <a:cs typeface="+mn-cs"/>
                        </a:rPr>
                        <a:t>CRM</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dirty="0">
                          <a:ln>
                            <a:noFill/>
                          </a:ln>
                          <a:solidFill>
                            <a:srgbClr val="2B3A42"/>
                          </a:solidFill>
                          <a:effectLst/>
                          <a:uLnTx/>
                          <a:uFillTx/>
                          <a:latin typeface="+mn-lt"/>
                          <a:ea typeface="+mn-ea"/>
                          <a:cs typeface="+mn-cs"/>
                        </a:rPr>
                        <a:t>Finance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dirty="0">
                          <a:ln>
                            <a:noFill/>
                          </a:ln>
                          <a:solidFill>
                            <a:srgbClr val="2B3A42"/>
                          </a:solidFill>
                          <a:effectLst/>
                          <a:uLnTx/>
                          <a:uFillTx/>
                          <a:latin typeface="+mn-lt"/>
                          <a:ea typeface="+mn-ea"/>
                          <a:cs typeface="+mn-cs"/>
                        </a:rPr>
                        <a:t>Other: Priority Assets List, with Launch dates, Launch type, and other Asset Qualifiers (excel file - analysis based on various sources e.g. Plink)</a:t>
                      </a:r>
                      <a:endParaRPr kumimoji="0" lang="en-US" sz="1400" b="1" i="1" u="none" strike="noStrike" kern="1200" cap="none" spc="0" normalizeH="0" baseline="0" dirty="0">
                        <a:ln>
                          <a:noFill/>
                        </a:ln>
                        <a:solidFill>
                          <a:srgbClr val="FF0000"/>
                        </a:solidFill>
                        <a:effectLst/>
                        <a:uLnTx/>
                        <a:uFillTx/>
                        <a:latin typeface="+mn-lt"/>
                        <a:ea typeface="+mn-ea"/>
                        <a:cs typeface="+mn-cs"/>
                      </a:endParaRPr>
                    </a:p>
                    <a:p>
                      <a:pPr marL="0" marR="0" lvl="0" indent="0" algn="l" rtl="0" eaLnBrk="1" fontAlgn="auto" latinLnBrk="0" hangingPunct="1">
                        <a:lnSpc>
                          <a:spcPct val="100000"/>
                        </a:lnSpc>
                        <a:spcBef>
                          <a:spcPts val="0"/>
                        </a:spcBef>
                        <a:spcAft>
                          <a:spcPts val="0"/>
                        </a:spcAft>
                        <a:buClrTx/>
                        <a:buSzTx/>
                        <a:buFontTx/>
                        <a:buNone/>
                      </a:pPr>
                      <a:r>
                        <a:rPr kumimoji="0" lang="en-US" sz="1000" b="0" i="0" u="sng" strike="noStrike" kern="1200" cap="none" spc="0" normalizeH="0" baseline="0" dirty="0">
                          <a:ln>
                            <a:noFill/>
                          </a:ln>
                          <a:solidFill>
                            <a:srgbClr val="2B3A42"/>
                          </a:solidFill>
                          <a:effectLst/>
                          <a:uLnTx/>
                          <a:uFillTx/>
                          <a:latin typeface="+mn-lt"/>
                          <a:ea typeface="+mn-ea"/>
                          <a:cs typeface="+mn-cs"/>
                        </a:rPr>
                        <a:t>Process:</a:t>
                      </a:r>
                      <a:r>
                        <a:rPr lang="en-US" sz="1000" b="0" i="0" u="none" strike="noStrike" kern="1200" cap="none" spc="0" normalizeH="0" baseline="0" dirty="0">
                          <a:ln>
                            <a:noFill/>
                          </a:ln>
                          <a:solidFill>
                            <a:srgbClr val="2B3A42"/>
                          </a:solidFill>
                          <a:effectLst/>
                          <a:uLnTx/>
                          <a:uFillTx/>
                          <a:latin typeface="+mn-lt"/>
                          <a:ea typeface="+mn-ea"/>
                          <a:cs typeface="+mn-cs"/>
                        </a:rPr>
                        <a:t> </a:t>
                      </a:r>
                      <a:endParaRPr kumimoji="0" lang="en-US" sz="1000" b="0" i="0" u="none" strike="noStrike" kern="1200" cap="none" spc="0" normalizeH="0" baseline="0" dirty="0">
                        <a:ln>
                          <a:noFill/>
                        </a:ln>
                        <a:solidFill>
                          <a:srgbClr val="2B3A42"/>
                        </a:solidFill>
                        <a:effectLst/>
                        <a:uLnTx/>
                        <a:uFillTx/>
                        <a:latin typeface="+mn-lt"/>
                        <a:ea typeface="+mn-ea"/>
                        <a:cs typeface="+mn-cs"/>
                      </a:endParaRPr>
                    </a:p>
                    <a:p>
                      <a:pPr marL="0" marR="0" lvl="0" indent="0" algn="l" rtl="0" eaLnBrk="1" fontAlgn="auto" latinLnBrk="0" hangingPunct="1">
                        <a:lnSpc>
                          <a:spcPct val="100000"/>
                        </a:lnSpc>
                        <a:spcBef>
                          <a:spcPts val="0"/>
                        </a:spcBef>
                        <a:spcAft>
                          <a:spcPts val="0"/>
                        </a:spcAft>
                        <a:buClrTx/>
                        <a:buSzTx/>
                        <a:buFontTx/>
                        <a:buNone/>
                      </a:pPr>
                      <a:r>
                        <a:rPr kumimoji="0" lang="en-US" sz="1000" b="0" i="0" u="none" strike="noStrike" kern="1200" cap="none" spc="0" normalizeH="0" baseline="0" dirty="0">
                          <a:ln>
                            <a:noFill/>
                          </a:ln>
                          <a:solidFill>
                            <a:srgbClr val="2B3A42"/>
                          </a:solidFill>
                          <a:effectLst/>
                          <a:uLnTx/>
                          <a:uFillTx/>
                          <a:latin typeface="+mn-lt"/>
                          <a:ea typeface="+mn-ea"/>
                          <a:cs typeface="+mn-cs"/>
                        </a:rPr>
                        <a:t>Tracker is refreshed at the beginning of the month and data is extracted to manually review and update the Drug classification/product name field in CRM. Post review, Drug classification/product name is fed into asset name field of the tracker. Tracker thus updated has a one-month lag in terms of CRM and finance data</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0471621"/>
                  </a:ext>
                </a:extLst>
              </a:tr>
              <a:tr h="0">
                <a:tc>
                  <a:txBody>
                    <a:bodyPr/>
                    <a:lstStyle/>
                    <a:p>
                      <a:pPr algn="l" rtl="0">
                        <a:lnSpc>
                          <a:spcPct val="100000"/>
                        </a:lnSpc>
                      </a:pPr>
                      <a:endParaRPr lang="en-US" sz="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lnSpc>
                          <a:spcPct val="100000"/>
                        </a:lnSpc>
                      </a:pPr>
                      <a:endParaRPr lang="en-US" sz="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lnSpc>
                          <a:spcPct val="100000"/>
                        </a:lnSpc>
                      </a:pPr>
                      <a:endParaRPr lang="en-US" sz="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6711742"/>
                  </a:ext>
                </a:extLst>
              </a:tr>
              <a:tr h="22936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mn-lt"/>
                          <a:ea typeface="+mn-ea"/>
                          <a:cs typeface="+mn-cs"/>
                        </a:rPr>
                        <a:t>Expected Timeframe:</a:t>
                      </a:r>
                      <a:endParaRPr kumimoji="0" lang="en-US" sz="1000" b="0" i="1" u="none" strike="noStrike" kern="1200" cap="none" spc="0" normalizeH="0" baseline="0" noProof="0" dirty="0">
                        <a:ln>
                          <a:noFill/>
                        </a:ln>
                        <a:solidFill>
                          <a:srgbClr val="2B3A42"/>
                        </a:solidFill>
                        <a:effectLst/>
                        <a:uLnTx/>
                        <a:uFillTx/>
                        <a:latin typeface="Arial"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B3A42"/>
                          </a:solidFill>
                          <a:effectLst/>
                          <a:uLnTx/>
                          <a:uFillTx/>
                          <a:latin typeface="+mn-lt"/>
                          <a:ea typeface="+mn-ea"/>
                          <a:cs typeface="+mn-cs"/>
                        </a:rPr>
                        <a:t>Depending on the objectives we plan to have different timelines in place for resolution.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2B3A42"/>
                          </a:solidFill>
                          <a:effectLst/>
                          <a:uLnTx/>
                          <a:uFillTx/>
                          <a:latin typeface="+mn-lt"/>
                          <a:ea typeface="+mn-ea"/>
                          <a:cs typeface="+mn-cs"/>
                        </a:rPr>
                        <a:t>Improve look and feel: V1 end of February 2023 based on VA mock-up (with adaptations where needed) – V2 Q3/Q4 2023 (including visualizations for the two personas)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2B3A42"/>
                          </a:solidFill>
                          <a:effectLst/>
                          <a:uLnTx/>
                          <a:uFillTx/>
                          <a:latin typeface="+mn-lt"/>
                          <a:ea typeface="+mn-ea"/>
                          <a:cs typeface="+mn-cs"/>
                        </a:rPr>
                        <a:t>Access to data sources: ASAP at project start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2B3A42"/>
                          </a:solidFill>
                          <a:effectLst/>
                          <a:uLnTx/>
                          <a:uFillTx/>
                          <a:latin typeface="+mn-lt"/>
                          <a:ea typeface="+mn-ea"/>
                          <a:cs typeface="+mn-cs"/>
                        </a:rPr>
                        <a:t>Production strategy: in parallel to dashboard development and ready before first release.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2B3A42"/>
                          </a:solidFill>
                          <a:effectLst/>
                          <a:uLnTx/>
                          <a:uFillTx/>
                          <a:latin typeface="+mn-lt"/>
                          <a:ea typeface="+mn-ea"/>
                          <a:cs typeface="+mn-cs"/>
                        </a:rPr>
                        <a:t>QC and data maintenance: on-going throughout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2B3A42"/>
                        </a:solidFill>
                        <a:effectLst/>
                        <a:uLnTx/>
                        <a:uFillTx/>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2B3A42"/>
                          </a:solidFill>
                          <a:effectLst/>
                          <a:uLnTx/>
                          <a:uFillTx/>
                          <a:latin typeface="+mn-lt"/>
                          <a:ea typeface="+mn-ea"/>
                          <a:cs typeface="+mn-cs"/>
                        </a:rPr>
                        <a:t>Add on: Transition to more automated data cleaning: Q2/Q3 2023</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lnSpc>
                          <a:spcPct val="100000"/>
                        </a:lnSpc>
                      </a:pPr>
                      <a:endParaRPr lang="en-US" sz="1200" b="0">
                        <a:solidFill>
                          <a:schemeClr val="tx1"/>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mn-lt"/>
                          <a:ea typeface="+mn-ea"/>
                          <a:cs typeface="+mn-cs"/>
                        </a:rPr>
                        <a:t>Project Team &amp; Stakeholders: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1" u="none" strike="noStrike" kern="1200" cap="none" spc="0" normalizeH="0" baseline="0" noProof="0" dirty="0">
                        <a:ln>
                          <a:noFill/>
                        </a:ln>
                        <a:solidFill>
                          <a:srgbClr val="606B71"/>
                        </a:solidFill>
                        <a:effectLst/>
                        <a:uLnTx/>
                        <a:uFillTx/>
                        <a:latin typeface="+mn-lt"/>
                        <a:ea typeface="+mn-ea"/>
                        <a:cs typeface="+mn-cs"/>
                      </a:endParaRPr>
                    </a:p>
                    <a:p>
                      <a:pPr marL="115888" marR="0" lvl="0" indent="-115888" algn="l" defTabSz="914400" rtl="0" eaLnBrk="1" fontAlgn="base" latinLnBrk="0" hangingPunct="1">
                        <a:lnSpc>
                          <a:spcPct val="100000"/>
                        </a:lnSpc>
                        <a:spcBef>
                          <a:spcPct val="20000"/>
                        </a:spcBef>
                        <a:spcAft>
                          <a:spcPct val="0"/>
                        </a:spcAft>
                        <a:buClr>
                          <a:srgbClr val="00A3E0"/>
                        </a:buClr>
                        <a:buSzTx/>
                        <a:buFont typeface="Arial" pitchFamily="34" charset="0"/>
                        <a:buChar char="•"/>
                        <a:tabLst/>
                        <a:defRPr/>
                      </a:pPr>
                      <a:r>
                        <a:rPr kumimoji="0" lang="en-US" sz="1050" b="1" i="0" u="none" strike="noStrike" kern="1200" cap="none" spc="0" normalizeH="0" baseline="0" noProof="0" dirty="0">
                          <a:ln>
                            <a:noFill/>
                          </a:ln>
                          <a:solidFill>
                            <a:srgbClr val="000033"/>
                          </a:solidFill>
                          <a:effectLst/>
                          <a:uLnTx/>
                          <a:uFillTx/>
                          <a:latin typeface="Arial" pitchFamily="34" charset="0"/>
                          <a:ea typeface="+mn-ea"/>
                          <a:cs typeface="+mn-cs"/>
                        </a:rPr>
                        <a:t>Sponsor: </a:t>
                      </a:r>
                      <a:r>
                        <a:rPr kumimoji="0" lang="en-US" sz="1050" b="0" i="0" u="none" strike="noStrike" kern="1200" cap="none" spc="0" normalizeH="0" baseline="0" noProof="0" dirty="0">
                          <a:ln>
                            <a:noFill/>
                          </a:ln>
                          <a:solidFill>
                            <a:srgbClr val="000033"/>
                          </a:solidFill>
                          <a:effectLst/>
                          <a:uLnTx/>
                          <a:uFillTx/>
                          <a:latin typeface="Arial" pitchFamily="34" charset="0"/>
                          <a:ea typeface="+mn-ea"/>
                          <a:cs typeface="+mn-cs"/>
                        </a:rPr>
                        <a:t>Natalie Harb</a:t>
                      </a:r>
                    </a:p>
                    <a:p>
                      <a:pPr marL="115888" marR="0" lvl="0" indent="-115888" algn="l" defTabSz="914400" rtl="0" eaLnBrk="1" fontAlgn="base" latinLnBrk="0" hangingPunct="1">
                        <a:lnSpc>
                          <a:spcPct val="100000"/>
                        </a:lnSpc>
                        <a:spcBef>
                          <a:spcPct val="20000"/>
                        </a:spcBef>
                        <a:spcAft>
                          <a:spcPct val="0"/>
                        </a:spcAft>
                        <a:buClr>
                          <a:srgbClr val="00A3E0"/>
                        </a:buClr>
                        <a:buSzTx/>
                        <a:buFont typeface="Arial" pitchFamily="34" charset="0"/>
                        <a:buChar char="•"/>
                        <a:tabLst/>
                        <a:defRPr/>
                      </a:pPr>
                      <a:r>
                        <a:rPr kumimoji="0" lang="en-US" sz="1050" b="1" i="0" u="none" strike="noStrike" kern="1200" cap="none" spc="0" normalizeH="0" baseline="0" noProof="0" dirty="0">
                          <a:ln>
                            <a:noFill/>
                          </a:ln>
                          <a:solidFill>
                            <a:srgbClr val="000033"/>
                          </a:solidFill>
                          <a:effectLst/>
                          <a:uLnTx/>
                          <a:uFillTx/>
                          <a:latin typeface="Arial" pitchFamily="34" charset="0"/>
                          <a:ea typeface="+mn-ea"/>
                          <a:cs typeface="+mn-cs"/>
                        </a:rPr>
                        <a:t>Process Owner: </a:t>
                      </a:r>
                      <a:r>
                        <a:rPr kumimoji="0" lang="en-US" sz="1050" b="0" i="0" u="none" strike="noStrike" kern="1200" cap="none" spc="0" normalizeH="0" baseline="0" noProof="0" dirty="0">
                          <a:ln>
                            <a:noFill/>
                          </a:ln>
                          <a:solidFill>
                            <a:srgbClr val="000033"/>
                          </a:solidFill>
                          <a:effectLst/>
                          <a:uLnTx/>
                          <a:uFillTx/>
                          <a:latin typeface="Arial" pitchFamily="34" charset="0"/>
                          <a:ea typeface="+mn-ea"/>
                          <a:cs typeface="+mn-cs"/>
                        </a:rPr>
                        <a:t>Alice Cinzia Perego, Deepa </a:t>
                      </a:r>
                      <a:r>
                        <a:rPr kumimoji="0" lang="en-US" sz="1050" b="0" i="0" u="none" strike="noStrike" kern="1200" cap="none" spc="0" normalizeH="0" baseline="0" noProof="0" dirty="0" err="1">
                          <a:ln>
                            <a:noFill/>
                          </a:ln>
                          <a:solidFill>
                            <a:srgbClr val="000033"/>
                          </a:solidFill>
                          <a:effectLst/>
                          <a:uLnTx/>
                          <a:uFillTx/>
                          <a:latin typeface="Arial" pitchFamily="34" charset="0"/>
                          <a:ea typeface="+mn-ea"/>
                          <a:cs typeface="+mn-cs"/>
                        </a:rPr>
                        <a:t>Ananthakrishnan</a:t>
                      </a:r>
                      <a:endParaRPr kumimoji="0" lang="en-US" sz="1050" b="1" i="0" u="none" strike="noStrike" kern="1200" cap="none" spc="0" normalizeH="0" baseline="0" noProof="0" dirty="0">
                        <a:ln>
                          <a:noFill/>
                        </a:ln>
                        <a:solidFill>
                          <a:srgbClr val="000033"/>
                        </a:solidFill>
                        <a:effectLst/>
                        <a:uLnTx/>
                        <a:uFillTx/>
                        <a:latin typeface="Arial" pitchFamily="34" charset="0"/>
                        <a:ea typeface="+mn-ea"/>
                        <a:cs typeface="+mn-cs"/>
                      </a:endParaRPr>
                    </a:p>
                    <a:p>
                      <a:pPr marL="115888" marR="0" lvl="0" indent="-115888" algn="l" defTabSz="914400" rtl="0" eaLnBrk="1" fontAlgn="base" latinLnBrk="0" hangingPunct="1">
                        <a:lnSpc>
                          <a:spcPct val="100000"/>
                        </a:lnSpc>
                        <a:spcBef>
                          <a:spcPct val="20000"/>
                        </a:spcBef>
                        <a:spcAft>
                          <a:spcPct val="0"/>
                        </a:spcAft>
                        <a:buClr>
                          <a:srgbClr val="00A3E0"/>
                        </a:buClr>
                        <a:buSzTx/>
                        <a:buFont typeface="Arial" pitchFamily="34" charset="0"/>
                        <a:buChar char="•"/>
                        <a:tabLst/>
                        <a:defRPr/>
                      </a:pPr>
                      <a:r>
                        <a:rPr kumimoji="0" lang="en-US" sz="1050" b="1" i="0" u="none" strike="noStrike" kern="1200" cap="none" spc="0" normalizeH="0" baseline="0" noProof="0" dirty="0">
                          <a:ln>
                            <a:noFill/>
                          </a:ln>
                          <a:solidFill>
                            <a:srgbClr val="000033"/>
                          </a:solidFill>
                          <a:effectLst/>
                          <a:uLnTx/>
                          <a:uFillTx/>
                          <a:latin typeface="Arial" pitchFamily="34" charset="0"/>
                          <a:ea typeface="+mn-ea"/>
                          <a:cs typeface="+mn-cs"/>
                        </a:rPr>
                        <a:t>Facilitator: </a:t>
                      </a:r>
                      <a:r>
                        <a:rPr kumimoji="0" lang="en-US" sz="1050" b="0" i="0" u="none" strike="noStrike" kern="1200" cap="none" spc="0" normalizeH="0" baseline="0" noProof="0" dirty="0">
                          <a:ln>
                            <a:noFill/>
                          </a:ln>
                          <a:solidFill>
                            <a:srgbClr val="000033"/>
                          </a:solidFill>
                          <a:effectLst/>
                          <a:uLnTx/>
                          <a:uFillTx/>
                          <a:latin typeface="Arial" pitchFamily="34" charset="0"/>
                          <a:ea typeface="+mn-ea"/>
                          <a:cs typeface="+mn-cs"/>
                        </a:rPr>
                        <a:t>Carmen Tejada, Ayreen Marin</a:t>
                      </a:r>
                    </a:p>
                    <a:p>
                      <a:pPr marL="115888" marR="0" lvl="0" indent="-115888" algn="l" defTabSz="914400" rtl="0" eaLnBrk="1" fontAlgn="base" latinLnBrk="0" hangingPunct="1">
                        <a:lnSpc>
                          <a:spcPct val="100000"/>
                        </a:lnSpc>
                        <a:spcBef>
                          <a:spcPct val="20000"/>
                        </a:spcBef>
                        <a:spcAft>
                          <a:spcPct val="0"/>
                        </a:spcAft>
                        <a:buClr>
                          <a:srgbClr val="00A3E0"/>
                        </a:buClr>
                        <a:buSzTx/>
                        <a:buFont typeface="Arial" pitchFamily="34" charset="0"/>
                        <a:buChar char="•"/>
                        <a:tabLst/>
                        <a:defRPr/>
                      </a:pPr>
                      <a:r>
                        <a:rPr kumimoji="0" lang="en-US" sz="1050" b="1" i="0" u="none" strike="noStrike" kern="1200" cap="none" spc="0" normalizeH="0" baseline="0" noProof="0" dirty="0">
                          <a:ln>
                            <a:noFill/>
                          </a:ln>
                          <a:solidFill>
                            <a:srgbClr val="000033"/>
                          </a:solidFill>
                          <a:effectLst/>
                          <a:uLnTx/>
                          <a:uFillTx/>
                          <a:latin typeface="Arial" pitchFamily="34" charset="0"/>
                          <a:ea typeface="+mn-ea"/>
                          <a:cs typeface="+mn-cs"/>
                        </a:rPr>
                        <a:t>Development  and on-going solution management: </a:t>
                      </a:r>
                      <a:r>
                        <a:rPr kumimoji="0" lang="en-US" sz="1050" b="0" i="0" u="none" strike="noStrike" kern="1200" cap="none" spc="0" normalizeH="0" baseline="0" noProof="0" dirty="0">
                          <a:ln>
                            <a:noFill/>
                          </a:ln>
                          <a:solidFill>
                            <a:srgbClr val="000033"/>
                          </a:solidFill>
                          <a:effectLst/>
                          <a:uLnTx/>
                          <a:uFillTx/>
                          <a:latin typeface="Arial" pitchFamily="34" charset="0"/>
                          <a:ea typeface="+mn-ea"/>
                          <a:cs typeface="+mn-cs"/>
                        </a:rPr>
                        <a:t>ED&amp;A Team</a:t>
                      </a:r>
                      <a:endParaRPr kumimoji="0" lang="en-US" sz="1050" b="1" i="0" u="none" strike="noStrike" kern="1200" cap="none" spc="0" normalizeH="0" baseline="0" noProof="0" dirty="0">
                        <a:ln>
                          <a:noFill/>
                        </a:ln>
                        <a:solidFill>
                          <a:srgbClr val="000033"/>
                        </a:solidFill>
                        <a:effectLst/>
                        <a:uLnTx/>
                        <a:uFillTx/>
                        <a:latin typeface="Arial" pitchFamily="34" charset="0"/>
                        <a:ea typeface="+mn-ea"/>
                        <a:cs typeface="+mn-cs"/>
                      </a:endParaRPr>
                    </a:p>
                    <a:p>
                      <a:pPr marL="115888" marR="0" lvl="0" indent="-115888" algn="l" defTabSz="914400" rtl="0" eaLnBrk="1" fontAlgn="base" latinLnBrk="0" hangingPunct="1">
                        <a:lnSpc>
                          <a:spcPct val="100000"/>
                        </a:lnSpc>
                        <a:spcBef>
                          <a:spcPct val="20000"/>
                        </a:spcBef>
                        <a:spcAft>
                          <a:spcPct val="0"/>
                        </a:spcAft>
                        <a:buClr>
                          <a:srgbClr val="00A3E0"/>
                        </a:buClr>
                        <a:buSzTx/>
                        <a:buFont typeface="Arial" pitchFamily="34" charset="0"/>
                        <a:buChar char="•"/>
                        <a:tabLst/>
                        <a:defRPr/>
                      </a:pPr>
                      <a:r>
                        <a:rPr kumimoji="0" lang="en-US" sz="1050" b="1" i="0" u="none" strike="noStrike" kern="1200" cap="none" spc="0" normalizeH="0" baseline="0" noProof="0" dirty="0">
                          <a:ln>
                            <a:noFill/>
                          </a:ln>
                          <a:solidFill>
                            <a:srgbClr val="000033"/>
                          </a:solidFill>
                          <a:effectLst/>
                          <a:uLnTx/>
                          <a:uFillTx/>
                          <a:latin typeface="Arial" pitchFamily="34" charset="0"/>
                          <a:ea typeface="+mn-ea"/>
                          <a:cs typeface="+mn-cs"/>
                        </a:rPr>
                        <a:t>Participants: </a:t>
                      </a:r>
                      <a:r>
                        <a:rPr kumimoji="0" lang="en-US" sz="1050" b="0" i="0" u="none" strike="noStrike" kern="1200" cap="none" spc="0" normalizeH="0" baseline="0" noProof="0" dirty="0">
                          <a:ln>
                            <a:noFill/>
                          </a:ln>
                          <a:solidFill>
                            <a:srgbClr val="000033"/>
                          </a:solidFill>
                          <a:effectLst/>
                          <a:uLnTx/>
                          <a:uFillTx/>
                          <a:latin typeface="Arial" pitchFamily="34" charset="0"/>
                          <a:ea typeface="+mn-ea"/>
                          <a:cs typeface="+mn-cs"/>
                        </a:rPr>
                        <a:t>Sableski, Anabel (VA SME)</a:t>
                      </a:r>
                    </a:p>
                    <a:p>
                      <a:pPr marL="115888" marR="0" lvl="0" indent="-115888" algn="l" defTabSz="914400" rtl="0" eaLnBrk="1" fontAlgn="base" latinLnBrk="0" hangingPunct="1">
                        <a:lnSpc>
                          <a:spcPct val="100000"/>
                        </a:lnSpc>
                        <a:spcBef>
                          <a:spcPct val="20000"/>
                        </a:spcBef>
                        <a:spcAft>
                          <a:spcPct val="0"/>
                        </a:spcAft>
                        <a:buClr>
                          <a:srgbClr val="00A3E0"/>
                        </a:buClr>
                        <a:buSzTx/>
                        <a:buFont typeface="Arial" pitchFamily="34" charset="0"/>
                        <a:buChar char="•"/>
                        <a:tabLst/>
                        <a:defRPr/>
                      </a:pPr>
                      <a:r>
                        <a:rPr kumimoji="0" lang="en-US" sz="1050" b="1" i="0" u="none" strike="noStrike" kern="1200" cap="none" spc="0" normalizeH="0" baseline="0" noProof="0" dirty="0">
                          <a:ln>
                            <a:noFill/>
                          </a:ln>
                          <a:solidFill>
                            <a:srgbClr val="000033"/>
                          </a:solidFill>
                          <a:effectLst/>
                          <a:uLnTx/>
                          <a:uFillTx/>
                          <a:latin typeface="Arial" pitchFamily="34" charset="0"/>
                          <a:ea typeface="+mn-ea"/>
                          <a:cs typeface="+mn-cs"/>
                        </a:rPr>
                        <a:t>End Users: </a:t>
                      </a:r>
                      <a:r>
                        <a:rPr kumimoji="0" lang="en-US" sz="1050" b="0" i="0" u="none" strike="noStrike" kern="1200" cap="none" spc="0" normalizeH="0" baseline="0" noProof="0" dirty="0">
                          <a:ln>
                            <a:noFill/>
                          </a:ln>
                          <a:solidFill>
                            <a:srgbClr val="000033"/>
                          </a:solidFill>
                          <a:effectLst/>
                          <a:uLnTx/>
                          <a:uFillTx/>
                          <a:latin typeface="Arial" pitchFamily="34" charset="0"/>
                          <a:ea typeface="+mn-ea"/>
                          <a:cs typeface="+mn-cs"/>
                        </a:rPr>
                        <a:t>Around 100 Internal Users – mainly leadership team, VPs, GADs and Asset Partners. </a:t>
                      </a:r>
                      <a:endParaRPr kumimoji="0" lang="en-US" sz="1050" b="0" i="1" u="none" strike="noStrike" kern="1200" cap="none" spc="0" normalizeH="0" baseline="0" noProof="0" dirty="0">
                        <a:ln>
                          <a:noFill/>
                        </a:ln>
                        <a:solidFill>
                          <a:srgbClr val="FF0000"/>
                        </a:solidFill>
                        <a:effectLst/>
                        <a:uLnTx/>
                        <a:uFillTx/>
                        <a:latin typeface="Arial" pitchFamily="34" charset="0"/>
                        <a:ea typeface="+mn-ea"/>
                        <a:cs typeface="+mn-cs"/>
                      </a:endParaRPr>
                    </a:p>
                    <a:p>
                      <a:pPr marL="0" indent="0" algn="l" rtl="0">
                        <a:lnSpc>
                          <a:spcPct val="100000"/>
                        </a:lnSpc>
                        <a:buFont typeface="Arial" panose="020B0604020202020204" pitchFamily="34" charset="0"/>
                        <a:buNone/>
                      </a:pPr>
                      <a:endParaRPr kumimoji="0" lang="en-US" sz="1000" b="0" i="1" u="none" strike="noStrike" kern="1200" cap="none" spc="0" normalizeH="0" baseline="0" noProof="0" dirty="0">
                        <a:ln>
                          <a:noFill/>
                        </a:ln>
                        <a:solidFill>
                          <a:schemeClr val="tx1"/>
                        </a:solidFill>
                        <a:effectLst/>
                        <a:uLnTx/>
                        <a:uFillTx/>
                        <a:latin typeface="Arial"/>
                        <a:ea typeface="+mn-ea"/>
                        <a:cs typeface="+mn-cs"/>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0229367"/>
                  </a:ext>
                </a:extLst>
              </a:tr>
            </a:tbl>
          </a:graphicData>
        </a:graphic>
      </p:graphicFrame>
    </p:spTree>
    <p:extLst>
      <p:ext uri="{BB962C8B-B14F-4D97-AF65-F5344CB8AC3E}">
        <p14:creationId xmlns:p14="http://schemas.microsoft.com/office/powerpoint/2010/main" val="260109825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583A6CA-28FA-4FBE-990B-74AA7AE23CE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5" progId="TCLayout.ActiveDocument.1">
                  <p:embed/>
                </p:oleObj>
              </mc:Choice>
              <mc:Fallback>
                <p:oleObj name="think-cell Slide" r:id="rId4" imgW="592" imgH="595" progId="TCLayout.ActiveDocument.1">
                  <p:embed/>
                  <p:pic>
                    <p:nvPicPr>
                      <p:cNvPr id="6" name="Object 5" hidden="1">
                        <a:extLst>
                          <a:ext uri="{FF2B5EF4-FFF2-40B4-BE49-F238E27FC236}">
                            <a16:creationId xmlns:a16="http://schemas.microsoft.com/office/drawing/2014/main" id="{B583A6CA-28FA-4FBE-990B-74AA7AE23CE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Text Placeholder 10">
            <a:extLst>
              <a:ext uri="{FF2B5EF4-FFF2-40B4-BE49-F238E27FC236}">
                <a16:creationId xmlns:a16="http://schemas.microsoft.com/office/drawing/2014/main" id="{C390A509-EEFD-45FC-B37D-2AFF866D46E5}"/>
              </a:ext>
            </a:extLst>
          </p:cNvPr>
          <p:cNvSpPr>
            <a:spLocks noGrp="1"/>
          </p:cNvSpPr>
          <p:nvPr>
            <p:ph type="body" sz="quarter" idx="16"/>
          </p:nvPr>
        </p:nvSpPr>
        <p:spPr>
          <a:xfrm>
            <a:off x="417332" y="577318"/>
            <a:ext cx="11368631" cy="402336"/>
          </a:xfrm>
        </p:spPr>
        <p:txBody>
          <a:bodyPr anchor="ctr"/>
          <a:lstStyle/>
          <a:p>
            <a:pPr algn="ctr"/>
            <a:r>
              <a:rPr lang="en-US"/>
              <a:t>LAUNCH Project </a:t>
            </a:r>
          </a:p>
        </p:txBody>
      </p:sp>
      <p:sp>
        <p:nvSpPr>
          <p:cNvPr id="7" name="Title 6">
            <a:extLst>
              <a:ext uri="{FF2B5EF4-FFF2-40B4-BE49-F238E27FC236}">
                <a16:creationId xmlns:a16="http://schemas.microsoft.com/office/drawing/2014/main" id="{84274496-035B-46F9-8D03-E9145C3AFAAD}"/>
              </a:ext>
            </a:extLst>
          </p:cNvPr>
          <p:cNvSpPr>
            <a:spLocks noGrp="1"/>
          </p:cNvSpPr>
          <p:nvPr>
            <p:ph type="title"/>
          </p:nvPr>
        </p:nvSpPr>
        <p:spPr>
          <a:xfrm>
            <a:off x="417332" y="253423"/>
            <a:ext cx="11368631" cy="361950"/>
          </a:xfrm>
        </p:spPr>
        <p:txBody>
          <a:bodyPr vert="horz"/>
          <a:lstStyle/>
          <a:p>
            <a:pPr algn="ctr"/>
            <a:r>
              <a:rPr lang="en-GB" sz="2400"/>
              <a:t>Lean Project Charter</a:t>
            </a:r>
          </a:p>
        </p:txBody>
      </p:sp>
      <p:graphicFrame>
        <p:nvGraphicFramePr>
          <p:cNvPr id="22" name="Table 22">
            <a:extLst>
              <a:ext uri="{FF2B5EF4-FFF2-40B4-BE49-F238E27FC236}">
                <a16:creationId xmlns:a16="http://schemas.microsoft.com/office/drawing/2014/main" id="{E27DDE2C-D53D-42AC-8E72-F58F496931D3}"/>
              </a:ext>
            </a:extLst>
          </p:cNvPr>
          <p:cNvGraphicFramePr>
            <a:graphicFrameLocks noGrp="1"/>
          </p:cNvGraphicFramePr>
          <p:nvPr/>
        </p:nvGraphicFramePr>
        <p:xfrm>
          <a:off x="332509" y="1071155"/>
          <a:ext cx="11532534" cy="5090160"/>
        </p:xfrm>
        <a:graphic>
          <a:graphicData uri="http://schemas.openxmlformats.org/drawingml/2006/table">
            <a:tbl>
              <a:tblPr firstRow="1" bandRow="1">
                <a:tableStyleId>{5C22544A-7EE6-4342-B048-85BDC9FD1C3A}</a:tableStyleId>
              </a:tblPr>
              <a:tblGrid>
                <a:gridCol w="5869996">
                  <a:extLst>
                    <a:ext uri="{9D8B030D-6E8A-4147-A177-3AD203B41FA5}">
                      <a16:colId xmlns:a16="http://schemas.microsoft.com/office/drawing/2014/main" val="1778063785"/>
                    </a:ext>
                  </a:extLst>
                </a:gridCol>
                <a:gridCol w="208280">
                  <a:extLst>
                    <a:ext uri="{9D8B030D-6E8A-4147-A177-3AD203B41FA5}">
                      <a16:colId xmlns:a16="http://schemas.microsoft.com/office/drawing/2014/main" val="1737953982"/>
                    </a:ext>
                  </a:extLst>
                </a:gridCol>
                <a:gridCol w="5454258">
                  <a:extLst>
                    <a:ext uri="{9D8B030D-6E8A-4147-A177-3AD203B41FA5}">
                      <a16:colId xmlns:a16="http://schemas.microsoft.com/office/drawing/2014/main" val="1030793549"/>
                    </a:ext>
                  </a:extLst>
                </a:gridCol>
              </a:tblGrid>
              <a:tr h="36878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mn-lt"/>
                          <a:ea typeface="+mn-ea"/>
                          <a:cs typeface="+mn-cs"/>
                        </a:rPr>
                        <a:t>Problem Statement: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B3A42"/>
                          </a:solidFill>
                          <a:effectLst/>
                          <a:uLnTx/>
                          <a:uFillTx/>
                          <a:latin typeface="+mn-lt"/>
                          <a:ea typeface="+mn-ea"/>
                          <a:cs typeface="+mn-cs"/>
                        </a:rPr>
                        <a:t>Elevate the current solution and production process to meet/align to the outlined project goals.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2B3A42"/>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mn-lt"/>
                          <a:ea typeface="+mn-ea"/>
                          <a:cs typeface="+mn-cs"/>
                        </a:rPr>
                        <a:t>Objectives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2B3A42"/>
                          </a:solidFill>
                          <a:effectLst/>
                          <a:uLnTx/>
                          <a:uFillTx/>
                          <a:latin typeface="+mn-lt"/>
                          <a:ea typeface="+mn-ea"/>
                          <a:cs typeface="+mn-cs"/>
                        </a:rPr>
                        <a:t>Improve look and feel of the dashboard: </a:t>
                      </a:r>
                      <a:r>
                        <a:rPr kumimoji="0" lang="en-US" sz="1000" b="0" i="0" u="none" strike="noStrike" kern="1200" cap="none" spc="0" normalizeH="0" baseline="0" noProof="0" dirty="0">
                          <a:ln>
                            <a:noFill/>
                          </a:ln>
                          <a:solidFill>
                            <a:srgbClr val="2B3A42"/>
                          </a:solidFill>
                          <a:effectLst/>
                          <a:uLnTx/>
                          <a:uFillTx/>
                          <a:latin typeface="+mn-lt"/>
                          <a:ea typeface="+mn-ea"/>
                          <a:cs typeface="+mn-cs"/>
                        </a:rPr>
                        <a:t>current dashboard is in tabular format, not very user friendly and requires improvements in data visualization, filtering and lexicon harmonization. In addition, we are considering incorporating additional fields. We are currently working with the VA team to develop a mock-up version that will have to be adjusted and </a:t>
                      </a:r>
                      <a:r>
                        <a:rPr kumimoji="0" lang="en-US" sz="1000" b="0" i="0" u="none" strike="noStrike" kern="1200" cap="none" spc="0" normalizeH="0" baseline="0" noProof="0" dirty="0" err="1">
                          <a:ln>
                            <a:noFill/>
                          </a:ln>
                          <a:solidFill>
                            <a:srgbClr val="2B3A42"/>
                          </a:solidFill>
                          <a:effectLst/>
                          <a:uLnTx/>
                          <a:uFillTx/>
                          <a:latin typeface="+mn-lt"/>
                          <a:ea typeface="+mn-ea"/>
                          <a:cs typeface="+mn-cs"/>
                        </a:rPr>
                        <a:t>productionised</a:t>
                      </a:r>
                      <a:r>
                        <a:rPr kumimoji="0" lang="en-US" sz="1000" b="0" i="0" u="none" strike="noStrike" kern="1200" cap="none" spc="0" normalizeH="0" baseline="0" noProof="0" dirty="0">
                          <a:ln>
                            <a:noFill/>
                          </a:ln>
                          <a:solidFill>
                            <a:srgbClr val="2B3A42"/>
                          </a:solidFill>
                          <a:effectLst/>
                          <a:uLnTx/>
                          <a:uFillTx/>
                          <a:latin typeface="+mn-lt"/>
                          <a:ea typeface="+mn-ea"/>
                          <a:cs typeface="+mn-cs"/>
                        </a:rPr>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2B3A42"/>
                          </a:solidFill>
                          <a:effectLst/>
                          <a:uLnTx/>
                          <a:uFillTx/>
                          <a:latin typeface="+mn-lt"/>
                          <a:ea typeface="+mn-ea"/>
                          <a:cs typeface="+mn-cs"/>
                        </a:rPr>
                        <a:t>Risk: the VA team doesn’t have access to the underlying data source which makes output     validation challenging and hinders mock-up development. Mitigation: Grant access to the source system to the VA team</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2B3A42"/>
                          </a:solidFill>
                          <a:effectLst/>
                          <a:uLnTx/>
                          <a:uFillTx/>
                          <a:latin typeface="+mn-lt"/>
                          <a:ea typeface="+mn-ea"/>
                          <a:cs typeface="+mn-cs"/>
                        </a:rPr>
                        <a:t>Risk: Final layout of the dashboard not yet finalized due to evolving scope and business objectives. In addition, some parameters (such as Priority Launches) that impact filters and data inclusion are expect to continue evolving alongside the dashboard life. Mitigation: additional development time will be required after 1</a:t>
                      </a:r>
                      <a:r>
                        <a:rPr kumimoji="0" lang="en-US" sz="1000" b="0" i="0" u="none" strike="noStrike" kern="1200" cap="none" spc="0" normalizeH="0" baseline="30000" noProof="0" dirty="0">
                          <a:ln>
                            <a:noFill/>
                          </a:ln>
                          <a:solidFill>
                            <a:srgbClr val="2B3A42"/>
                          </a:solidFill>
                          <a:effectLst/>
                          <a:uLnTx/>
                          <a:uFillTx/>
                          <a:latin typeface="+mn-lt"/>
                          <a:ea typeface="+mn-ea"/>
                          <a:cs typeface="+mn-cs"/>
                        </a:rPr>
                        <a:t>st</a:t>
                      </a:r>
                      <a:r>
                        <a:rPr kumimoji="0" lang="en-US" sz="1000" b="0" i="0" u="none" strike="noStrike" kern="1200" cap="none" spc="0" normalizeH="0" baseline="0" noProof="0" dirty="0">
                          <a:ln>
                            <a:noFill/>
                          </a:ln>
                          <a:solidFill>
                            <a:srgbClr val="2B3A42"/>
                          </a:solidFill>
                          <a:effectLst/>
                          <a:uLnTx/>
                          <a:uFillTx/>
                          <a:latin typeface="+mn-lt"/>
                          <a:ea typeface="+mn-ea"/>
                          <a:cs typeface="+mn-cs"/>
                        </a:rPr>
                        <a:t> improved version is released.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2B3A42"/>
                          </a:solidFill>
                          <a:effectLst/>
                          <a:uLnTx/>
                          <a:uFillTx/>
                          <a:latin typeface="+mn-lt"/>
                          <a:ea typeface="+mn-ea"/>
                          <a:cs typeface="+mn-cs"/>
                        </a:rPr>
                        <a:t>Establish solution </a:t>
                      </a:r>
                      <a:r>
                        <a:rPr kumimoji="0" lang="en-US" sz="1000" b="1" i="0" u="none" strike="noStrike" kern="1200" cap="none" spc="0" normalizeH="0" baseline="0" noProof="0" dirty="0" err="1">
                          <a:ln>
                            <a:noFill/>
                          </a:ln>
                          <a:solidFill>
                            <a:srgbClr val="2B3A42"/>
                          </a:solidFill>
                          <a:effectLst/>
                          <a:uLnTx/>
                          <a:uFillTx/>
                          <a:latin typeface="+mn-lt"/>
                          <a:ea typeface="+mn-ea"/>
                          <a:cs typeface="+mn-cs"/>
                        </a:rPr>
                        <a:t>productionisation</a:t>
                      </a:r>
                      <a:r>
                        <a:rPr kumimoji="0" lang="en-US" sz="1000" b="1" i="0" u="none" strike="noStrike" kern="1200" cap="none" spc="0" normalizeH="0" baseline="0" noProof="0" dirty="0">
                          <a:ln>
                            <a:noFill/>
                          </a:ln>
                          <a:solidFill>
                            <a:srgbClr val="2B3A42"/>
                          </a:solidFill>
                          <a:effectLst/>
                          <a:uLnTx/>
                          <a:uFillTx/>
                          <a:latin typeface="+mn-lt"/>
                          <a:ea typeface="+mn-ea"/>
                          <a:cs typeface="+mn-cs"/>
                        </a:rPr>
                        <a:t> strategy.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2B3A42"/>
                          </a:solidFill>
                          <a:effectLst/>
                          <a:uLnTx/>
                          <a:uFillTx/>
                          <a:latin typeface="+mn-lt"/>
                          <a:ea typeface="+mn-ea"/>
                          <a:cs typeface="+mn-cs"/>
                        </a:rPr>
                        <a:t>Obtain access to data sources</a:t>
                      </a:r>
                      <a:r>
                        <a:rPr kumimoji="0" lang="en-US" sz="1000" b="0" i="0" u="none" strike="noStrike" kern="1200" cap="none" spc="0" normalizeH="0" baseline="0" noProof="0" dirty="0">
                          <a:ln>
                            <a:noFill/>
                          </a:ln>
                          <a:solidFill>
                            <a:srgbClr val="2B3A42"/>
                          </a:solidFill>
                          <a:effectLst/>
                          <a:uLnTx/>
                          <a:uFillTx/>
                          <a:latin typeface="+mn-lt"/>
                          <a:ea typeface="+mn-ea"/>
                          <a:cs typeface="+mn-cs"/>
                        </a:rPr>
                        <a:t>: This currently identified as a </a:t>
                      </a:r>
                      <a:r>
                        <a:rPr kumimoji="0" lang="en-US" sz="1000" b="1" i="0" u="none" strike="noStrike" kern="1200" cap="none" spc="0" normalizeH="0" baseline="0" noProof="0" dirty="0">
                          <a:ln>
                            <a:noFill/>
                          </a:ln>
                          <a:solidFill>
                            <a:srgbClr val="2B3A42"/>
                          </a:solidFill>
                          <a:effectLst/>
                          <a:uLnTx/>
                          <a:uFillTx/>
                          <a:latin typeface="+mn-lt"/>
                          <a:ea typeface="+mn-ea"/>
                          <a:cs typeface="+mn-cs"/>
                        </a:rPr>
                        <a:t>highly critical risk</a:t>
                      </a:r>
                      <a:r>
                        <a:rPr kumimoji="0" lang="en-US" sz="1000" b="0" i="0" u="none" strike="noStrike" kern="1200" cap="none" spc="0" normalizeH="0" baseline="0" noProof="0" dirty="0">
                          <a:ln>
                            <a:noFill/>
                          </a:ln>
                          <a:solidFill>
                            <a:srgbClr val="2B3A42"/>
                          </a:solidFill>
                          <a:effectLst/>
                          <a:uLnTx/>
                          <a:uFillTx/>
                          <a:latin typeface="+mn-lt"/>
                          <a:ea typeface="+mn-ea"/>
                          <a:cs typeface="+mn-cs"/>
                        </a:rPr>
                        <a:t>. A solid connection to the underlying source(data) system will need to established and treated as a must item for the project outlined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2B3A42"/>
                          </a:solidFill>
                          <a:effectLst/>
                          <a:uLnTx/>
                          <a:uFillTx/>
                          <a:latin typeface="+mn-lt"/>
                          <a:ea typeface="+mn-ea"/>
                          <a:cs typeface="+mn-cs"/>
                        </a:rPr>
                        <a:t>QC and data maintenance</a:t>
                      </a:r>
                      <a:r>
                        <a:rPr kumimoji="0" lang="en-US" sz="1000" b="0" i="0" u="none" strike="noStrike" kern="1200" cap="none" spc="0" normalizeH="0" baseline="0" noProof="0" dirty="0">
                          <a:ln>
                            <a:noFill/>
                          </a:ln>
                          <a:solidFill>
                            <a:srgbClr val="2B3A42"/>
                          </a:solidFill>
                          <a:effectLst/>
                          <a:uLnTx/>
                          <a:uFillTx/>
                          <a:latin typeface="+mn-lt"/>
                          <a:ea typeface="+mn-ea"/>
                          <a:cs typeface="+mn-cs"/>
                        </a:rPr>
                        <a:t>: data are updated monthly in the dashboard with frequent errors and quality issues that are not caught up when releasing it and often identified by the users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2B3A42"/>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2B3A42"/>
                          </a:solidFill>
                          <a:effectLst/>
                          <a:uLnTx/>
                          <a:uFillTx/>
                          <a:latin typeface="+mn-lt"/>
                          <a:ea typeface="+mn-ea"/>
                          <a:cs typeface="+mn-cs"/>
                        </a:rPr>
                        <a:t>Add-on workstream to be evaluated: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2B3A42"/>
                          </a:solidFill>
                          <a:effectLst/>
                          <a:uLnTx/>
                          <a:uFillTx/>
                          <a:latin typeface="+mn-lt"/>
                          <a:ea typeface="+mn-ea"/>
                          <a:cs typeface="+mn-cs"/>
                        </a:rPr>
                        <a:t>Convert manual data cleaning into full automation</a:t>
                      </a:r>
                      <a:r>
                        <a:rPr kumimoji="0" lang="en-US" sz="1000" b="0" i="0" u="none" strike="noStrike" kern="1200" cap="none" spc="0" normalizeH="0" baseline="0" noProof="0" dirty="0">
                          <a:ln>
                            <a:noFill/>
                          </a:ln>
                          <a:solidFill>
                            <a:srgbClr val="2B3A42"/>
                          </a:solidFill>
                          <a:effectLst/>
                          <a:uLnTx/>
                          <a:uFillTx/>
                          <a:latin typeface="+mn-lt"/>
                          <a:ea typeface="+mn-ea"/>
                          <a:cs typeface="+mn-cs"/>
                        </a:rPr>
                        <a:t>: due to issues in the quality, CRM data needs to be cleaned (at the moment QC is limited to asset name field but could be extended to Account name field) before being fed into the dashboard. Current QC process is entirely manual, resource and time consuming. A separate workstream has been put in place to convert the asset name field in the CRM from open text to drop down to partially ease the process, but further controls must be put in place. Opportunity exist to explore how </a:t>
                      </a:r>
                      <a:r>
                        <a:rPr kumimoji="0" lang="en-US" sz="1000" b="0" i="0" u="none" strike="noStrike" kern="1200" cap="none" spc="0" normalizeH="0" baseline="0" noProof="0" dirty="0">
                          <a:ln>
                            <a:noFill/>
                          </a:ln>
                          <a:solidFill>
                            <a:srgbClr val="000033"/>
                          </a:solidFill>
                          <a:effectLst/>
                          <a:uLnTx/>
                          <a:uFillTx/>
                          <a:latin typeface="Arial" pitchFamily="34" charset="0"/>
                          <a:ea typeface="+mn-ea"/>
                          <a:cs typeface="+mn-cs"/>
                        </a:rPr>
                        <a:t>ED&amp;A Team</a:t>
                      </a:r>
                      <a:r>
                        <a:rPr kumimoji="0" lang="en-US" sz="1000" b="0" i="0" u="none" strike="noStrike" kern="1200" cap="none" spc="0" normalizeH="0" baseline="0" noProof="0" dirty="0">
                          <a:ln>
                            <a:noFill/>
                          </a:ln>
                          <a:solidFill>
                            <a:srgbClr val="2B3A42"/>
                          </a:solidFill>
                          <a:effectLst/>
                          <a:uLnTx/>
                          <a:uFillTx/>
                          <a:latin typeface="+mn-lt"/>
                          <a:ea typeface="+mn-ea"/>
                          <a:cs typeface="+mn-cs"/>
                        </a:rPr>
                        <a:t> can support with this process of transition into full automation.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2B3A42"/>
                        </a:solidFill>
                        <a:effectLst/>
                        <a:uLnTx/>
                        <a:uFillTx/>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2B3A42"/>
                        </a:solidFill>
                        <a:effectLst/>
                        <a:highlight>
                          <a:srgbClr val="FFFF00"/>
                        </a:highlight>
                        <a:uLnTx/>
                        <a:uFillTx/>
                        <a:latin typeface="+mn-lt"/>
                        <a:ea typeface="+mn-ea"/>
                        <a:cs typeface="+mn-cs"/>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lnSpc>
                          <a:spcPct val="100000"/>
                        </a:lnSpc>
                      </a:pPr>
                      <a:endParaRPr lang="en-US" sz="1200" b="0">
                        <a:solidFill>
                          <a:schemeClr val="tx1"/>
                        </a:solidFill>
                        <a:highlight>
                          <a:srgbClr val="FFFF00"/>
                        </a:highlight>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mn-lt"/>
                          <a:ea typeface="+mn-ea"/>
                          <a:cs typeface="+mn-cs"/>
                        </a:rPr>
                        <a:t>Project Scope: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1" u="none" strike="noStrike" kern="1200" cap="none" spc="0" normalizeH="0" baseline="0" noProof="0" dirty="0">
                        <a:ln>
                          <a:noFill/>
                        </a:ln>
                        <a:solidFill>
                          <a:srgbClr val="2B3A42"/>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B3A42"/>
                          </a:solidFill>
                          <a:effectLst/>
                          <a:uLnTx/>
                          <a:uFillTx/>
                          <a:latin typeface="+mn-lt"/>
                          <a:ea typeface="+mn-ea"/>
                          <a:cs typeface="+mn-cs"/>
                        </a:rPr>
                        <a:t>Report/Dashboard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err="1">
                          <a:ln>
                            <a:noFill/>
                          </a:ln>
                          <a:solidFill>
                            <a:srgbClr val="2B3A42"/>
                          </a:solidFill>
                          <a:effectLst/>
                          <a:uLnTx/>
                          <a:uFillTx/>
                          <a:latin typeface="+mn-lt"/>
                          <a:ea typeface="+mn-ea"/>
                          <a:cs typeface="+mn-cs"/>
                        </a:rPr>
                        <a:t>Finalise</a:t>
                      </a:r>
                      <a:r>
                        <a:rPr kumimoji="0" lang="en-US" sz="1000" b="0" i="0" u="none" strike="noStrike" kern="1200" cap="none" spc="0" normalizeH="0" baseline="0" noProof="0" dirty="0">
                          <a:ln>
                            <a:noFill/>
                          </a:ln>
                          <a:solidFill>
                            <a:srgbClr val="2B3A42"/>
                          </a:solidFill>
                          <a:effectLst/>
                          <a:uLnTx/>
                          <a:uFillTx/>
                          <a:latin typeface="+mn-lt"/>
                          <a:ea typeface="+mn-ea"/>
                          <a:cs typeface="+mn-cs"/>
                        </a:rPr>
                        <a:t> and sign off reporting requirements for 2 personas.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2B3A42"/>
                          </a:solidFill>
                          <a:effectLst/>
                          <a:uLnTx/>
                          <a:uFillTx/>
                          <a:latin typeface="+mn-lt"/>
                          <a:ea typeface="+mn-ea"/>
                          <a:cs typeface="+mn-cs"/>
                        </a:rPr>
                        <a:t>Completion of mock-up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2B3A42"/>
                          </a:solidFill>
                          <a:effectLst/>
                          <a:uLnTx/>
                          <a:uFillTx/>
                          <a:latin typeface="+mn-lt"/>
                          <a:ea typeface="+mn-ea"/>
                          <a:cs typeface="+mn-cs"/>
                        </a:rPr>
                        <a:t>Creation of Working Live Dashboard for the 2 personas identified.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dirty="0">
                          <a:ln>
                            <a:noFill/>
                          </a:ln>
                          <a:solidFill>
                            <a:srgbClr val="2B3A42"/>
                          </a:solidFill>
                          <a:effectLst/>
                          <a:uLnTx/>
                          <a:uFillTx/>
                          <a:latin typeface="+mn-lt"/>
                          <a:ea typeface="+mn-ea"/>
                          <a:cs typeface="+mn-cs"/>
                        </a:rPr>
                        <a:t>Production process:</a:t>
                      </a:r>
                      <a:endParaRPr kumimoji="0" lang="en-US" sz="1000" b="0" i="0" u="none" strike="noStrike" kern="1200" cap="none" spc="0" normalizeH="0" baseline="0" noProof="0" dirty="0">
                        <a:ln>
                          <a:noFill/>
                        </a:ln>
                        <a:solidFill>
                          <a:srgbClr val="2B3A42"/>
                        </a:solidFill>
                        <a:effectLst/>
                        <a:uLnTx/>
                        <a:uFillTx/>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2B3A42"/>
                          </a:solidFill>
                          <a:effectLst/>
                          <a:uLnTx/>
                          <a:uFillTx/>
                          <a:latin typeface="+mn-lt"/>
                          <a:ea typeface="+mn-ea"/>
                          <a:cs typeface="+mn-cs"/>
                        </a:rPr>
                        <a:t>Establish data refresh process. This could be fully automated or manual.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2B3A42"/>
                          </a:solidFill>
                          <a:effectLst/>
                          <a:uLnTx/>
                          <a:uFillTx/>
                          <a:latin typeface="+mn-lt"/>
                          <a:ea typeface="+mn-ea"/>
                          <a:cs typeface="+mn-cs"/>
                        </a:rPr>
                        <a:t>To define and agree a full data scope (source, contents and structure)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2B3A42"/>
                          </a:solidFill>
                          <a:effectLst/>
                          <a:uLnTx/>
                          <a:uFillTx/>
                          <a:latin typeface="+mn-lt"/>
                          <a:ea typeface="+mn-ea"/>
                          <a:cs typeface="+mn-cs"/>
                        </a:rPr>
                        <a:t>Version control &amp; improvement process to be defined and agreed (On-going development resource allocation)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dirty="0">
                          <a:ln>
                            <a:noFill/>
                          </a:ln>
                          <a:solidFill>
                            <a:srgbClr val="2B3A42"/>
                          </a:solidFill>
                          <a:effectLst/>
                          <a:uLnTx/>
                          <a:uFillTx/>
                          <a:latin typeface="+mn-lt"/>
                          <a:ea typeface="+mn-ea"/>
                          <a:cs typeface="+mn-cs"/>
                        </a:rPr>
                        <a:t>QC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2B3A42"/>
                          </a:solidFill>
                          <a:effectLst/>
                          <a:uLnTx/>
                          <a:uFillTx/>
                          <a:latin typeface="+mn-lt"/>
                          <a:ea typeface="+mn-ea"/>
                          <a:cs typeface="+mn-cs"/>
                        </a:rPr>
                        <a:t>Robust established process for Data QC and data feed into the Dashboard with assigned accountabilities and progressive transition into full automation.</a:t>
                      </a:r>
                      <a:endParaRPr kumimoji="0" lang="en-US" sz="1000" b="0" i="0" u="none" strike="noStrike" kern="1200" cap="none" spc="0" normalizeH="0" baseline="0" noProof="0" dirty="0">
                        <a:ln>
                          <a:noFill/>
                        </a:ln>
                        <a:solidFill>
                          <a:srgbClr val="2B3A42"/>
                        </a:solidFill>
                        <a:effectLst/>
                        <a:highlight>
                          <a:srgbClr val="FFFF00"/>
                        </a:highligh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dirty="0">
                          <a:ln>
                            <a:noFill/>
                          </a:ln>
                          <a:solidFill>
                            <a:srgbClr val="2B3A42"/>
                          </a:solidFill>
                          <a:effectLst/>
                          <a:uLnTx/>
                          <a:uFillTx/>
                          <a:latin typeface="+mn-lt"/>
                          <a:ea typeface="+mn-ea"/>
                          <a:cs typeface="+mn-cs"/>
                        </a:rPr>
                        <a:t>Others(Non-critical)</a:t>
                      </a:r>
                      <a:endParaRPr kumimoji="0" lang="en-US" sz="1000" b="0" i="0" u="none" strike="noStrike" kern="1200" cap="none" spc="0" normalizeH="0" baseline="0" noProof="0" dirty="0">
                        <a:ln>
                          <a:noFill/>
                        </a:ln>
                        <a:solidFill>
                          <a:srgbClr val="2B3A42"/>
                        </a:solidFill>
                        <a:effectLst/>
                        <a:highlight>
                          <a:srgbClr val="FFFF00"/>
                        </a:highlight>
                        <a:uLnTx/>
                        <a:uFillTx/>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2B3A42"/>
                          </a:solidFill>
                          <a:effectLst/>
                          <a:uLnTx/>
                          <a:uFillTx/>
                          <a:latin typeface="+mn-lt"/>
                          <a:ea typeface="+mn-ea"/>
                          <a:cs typeface="+mn-cs"/>
                        </a:rPr>
                        <a:t>Possibility to download data extracts and ppt from the dashboard to be used for regular updates.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dirty="0">
                          <a:ln>
                            <a:noFill/>
                          </a:ln>
                          <a:solidFill>
                            <a:srgbClr val="2B3A42"/>
                          </a:solidFill>
                          <a:effectLst/>
                          <a:uLnTx/>
                          <a:uFillTx/>
                          <a:latin typeface="+mn-lt"/>
                          <a:ea typeface="+mn-ea"/>
                          <a:cs typeface="+mn-cs"/>
                        </a:rPr>
                        <a:t>Prerequisites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2B3A42"/>
                          </a:solidFill>
                          <a:effectLst/>
                          <a:uLnTx/>
                          <a:uFillTx/>
                          <a:latin typeface="+mn-lt"/>
                          <a:ea typeface="+mn-ea"/>
                          <a:cs typeface="+mn-cs"/>
                        </a:rPr>
                        <a:t>Throughout the process we expect full transparency and visibility of the data sources to the project VA SMEs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2B3A42"/>
                          </a:solidFill>
                          <a:effectLst/>
                          <a:uLnTx/>
                          <a:uFillTx/>
                          <a:latin typeface="+mn-lt"/>
                          <a:ea typeface="+mn-ea"/>
                          <a:cs typeface="+mn-cs"/>
                        </a:rPr>
                        <a:t>Project management: due to involvement of multiple stakeholders, the ask is to have the </a:t>
                      </a:r>
                      <a:r>
                        <a:rPr kumimoji="0" lang="en-US" sz="1000" b="0" i="0" u="none" strike="noStrike" kern="1200" cap="none" spc="0" normalizeH="0" baseline="0" noProof="0" dirty="0">
                          <a:ln>
                            <a:noFill/>
                          </a:ln>
                          <a:solidFill>
                            <a:srgbClr val="000033"/>
                          </a:solidFill>
                          <a:effectLst/>
                          <a:uLnTx/>
                          <a:uFillTx/>
                          <a:latin typeface="Arial" pitchFamily="34" charset="0"/>
                          <a:ea typeface="+mn-ea"/>
                          <a:cs typeface="+mn-cs"/>
                        </a:rPr>
                        <a:t>ED&amp;A Team </a:t>
                      </a:r>
                      <a:r>
                        <a:rPr kumimoji="0" lang="en-US" sz="1000" b="0" i="0" u="none" strike="noStrike" kern="1200" cap="none" spc="0" normalizeH="0" baseline="0" noProof="0" dirty="0">
                          <a:ln>
                            <a:noFill/>
                          </a:ln>
                          <a:solidFill>
                            <a:srgbClr val="2B3A42"/>
                          </a:solidFill>
                          <a:effectLst/>
                          <a:uLnTx/>
                          <a:uFillTx/>
                          <a:latin typeface="+mn-lt"/>
                          <a:ea typeface="+mn-ea"/>
                          <a:cs typeface="+mn-cs"/>
                        </a:rPr>
                        <a:t>to lead clarification of roles and responsibilities and take ownership of project coordination and milestones tracking.</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043245"/>
                  </a:ext>
                </a:extLst>
              </a:tr>
            </a:tbl>
          </a:graphicData>
        </a:graphic>
      </p:graphicFrame>
      <p:sp>
        <p:nvSpPr>
          <p:cNvPr id="3" name="Rectangle 2">
            <a:extLst>
              <a:ext uri="{FF2B5EF4-FFF2-40B4-BE49-F238E27FC236}">
                <a16:creationId xmlns:a16="http://schemas.microsoft.com/office/drawing/2014/main" id="{5EBE6D60-3E20-4D68-9401-07ACF3750AF6}"/>
              </a:ext>
            </a:extLst>
          </p:cNvPr>
          <p:cNvSpPr/>
          <p:nvPr/>
        </p:nvSpPr>
        <p:spPr>
          <a:xfrm>
            <a:off x="10075348" y="6400491"/>
            <a:ext cx="2083642" cy="428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pic>
        <p:nvPicPr>
          <p:cNvPr id="1026" name="Picture 5">
            <a:extLst>
              <a:ext uri="{FF2B5EF4-FFF2-40B4-BE49-F238E27FC236}">
                <a16:creationId xmlns:a16="http://schemas.microsoft.com/office/drawing/2014/main" id="{976A04A6-F549-4A27-8C4A-68DD87D664D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78814" y="6557439"/>
            <a:ext cx="1676711" cy="27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5261392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583A6CA-28FA-4FBE-990B-74AA7AE23CE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5" progId="TCLayout.ActiveDocument.1">
                  <p:embed/>
                </p:oleObj>
              </mc:Choice>
              <mc:Fallback>
                <p:oleObj name="think-cell Slide" r:id="rId4" imgW="592" imgH="595" progId="TCLayout.ActiveDocument.1">
                  <p:embed/>
                  <p:pic>
                    <p:nvPicPr>
                      <p:cNvPr id="6" name="Object 5" hidden="1">
                        <a:extLst>
                          <a:ext uri="{FF2B5EF4-FFF2-40B4-BE49-F238E27FC236}">
                            <a16:creationId xmlns:a16="http://schemas.microsoft.com/office/drawing/2014/main" id="{B583A6CA-28FA-4FBE-990B-74AA7AE23CE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Text Placeholder 10">
            <a:extLst>
              <a:ext uri="{FF2B5EF4-FFF2-40B4-BE49-F238E27FC236}">
                <a16:creationId xmlns:a16="http://schemas.microsoft.com/office/drawing/2014/main" id="{C390A509-EEFD-45FC-B37D-2AFF866D46E5}"/>
              </a:ext>
            </a:extLst>
          </p:cNvPr>
          <p:cNvSpPr>
            <a:spLocks noGrp="1"/>
          </p:cNvSpPr>
          <p:nvPr>
            <p:ph type="body" sz="quarter" idx="16"/>
          </p:nvPr>
        </p:nvSpPr>
        <p:spPr>
          <a:xfrm>
            <a:off x="417332" y="577318"/>
            <a:ext cx="11368631" cy="402336"/>
          </a:xfrm>
        </p:spPr>
        <p:txBody>
          <a:bodyPr anchor="ctr"/>
          <a:lstStyle/>
          <a:p>
            <a:pPr algn="ctr"/>
            <a:r>
              <a:rPr lang="en-US"/>
              <a:t>LAUNCH Project </a:t>
            </a:r>
          </a:p>
        </p:txBody>
      </p:sp>
      <p:sp>
        <p:nvSpPr>
          <p:cNvPr id="7" name="Title 6">
            <a:extLst>
              <a:ext uri="{FF2B5EF4-FFF2-40B4-BE49-F238E27FC236}">
                <a16:creationId xmlns:a16="http://schemas.microsoft.com/office/drawing/2014/main" id="{84274496-035B-46F9-8D03-E9145C3AFAAD}"/>
              </a:ext>
            </a:extLst>
          </p:cNvPr>
          <p:cNvSpPr>
            <a:spLocks noGrp="1"/>
          </p:cNvSpPr>
          <p:nvPr>
            <p:ph type="title"/>
          </p:nvPr>
        </p:nvSpPr>
        <p:spPr>
          <a:xfrm>
            <a:off x="417332" y="253423"/>
            <a:ext cx="11368631" cy="361950"/>
          </a:xfrm>
        </p:spPr>
        <p:txBody>
          <a:bodyPr vert="horz"/>
          <a:lstStyle/>
          <a:p>
            <a:pPr algn="ctr"/>
            <a:r>
              <a:rPr lang="en-GB" sz="2400"/>
              <a:t>Business Case</a:t>
            </a:r>
          </a:p>
        </p:txBody>
      </p:sp>
      <p:graphicFrame>
        <p:nvGraphicFramePr>
          <p:cNvPr id="22" name="Table 22">
            <a:extLst>
              <a:ext uri="{FF2B5EF4-FFF2-40B4-BE49-F238E27FC236}">
                <a16:creationId xmlns:a16="http://schemas.microsoft.com/office/drawing/2014/main" id="{E27DDE2C-D53D-42AC-8E72-F58F496931D3}"/>
              </a:ext>
            </a:extLst>
          </p:cNvPr>
          <p:cNvGraphicFramePr>
            <a:graphicFrameLocks noGrp="1"/>
          </p:cNvGraphicFramePr>
          <p:nvPr/>
        </p:nvGraphicFramePr>
        <p:xfrm>
          <a:off x="304800" y="1071155"/>
          <a:ext cx="11560243" cy="1101765"/>
        </p:xfrm>
        <a:graphic>
          <a:graphicData uri="http://schemas.openxmlformats.org/drawingml/2006/table">
            <a:tbl>
              <a:tblPr firstRow="1" bandRow="1">
                <a:tableStyleId>{5C22544A-7EE6-4342-B048-85BDC9FD1C3A}</a:tableStyleId>
              </a:tblPr>
              <a:tblGrid>
                <a:gridCol w="5897705">
                  <a:extLst>
                    <a:ext uri="{9D8B030D-6E8A-4147-A177-3AD203B41FA5}">
                      <a16:colId xmlns:a16="http://schemas.microsoft.com/office/drawing/2014/main" val="1778063785"/>
                    </a:ext>
                  </a:extLst>
                </a:gridCol>
                <a:gridCol w="208280">
                  <a:extLst>
                    <a:ext uri="{9D8B030D-6E8A-4147-A177-3AD203B41FA5}">
                      <a16:colId xmlns:a16="http://schemas.microsoft.com/office/drawing/2014/main" val="1737953982"/>
                    </a:ext>
                  </a:extLst>
                </a:gridCol>
                <a:gridCol w="5454258">
                  <a:extLst>
                    <a:ext uri="{9D8B030D-6E8A-4147-A177-3AD203B41FA5}">
                      <a16:colId xmlns:a16="http://schemas.microsoft.com/office/drawing/2014/main" val="1030793549"/>
                    </a:ext>
                  </a:extLst>
                </a:gridCol>
              </a:tblGrid>
              <a:tr h="217845">
                <a:tc>
                  <a:txBody>
                    <a:bodyPr/>
                    <a:lstStyle/>
                    <a:p>
                      <a:pPr algn="l" rtl="0">
                        <a:lnSpc>
                          <a:spcPct val="100000"/>
                        </a:lnSpc>
                      </a:pPr>
                      <a:endParaRPr lang="en-US" sz="5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lnSpc>
                          <a:spcPct val="100000"/>
                        </a:lnSpc>
                      </a:pPr>
                      <a:endParaRPr lang="en-US" sz="5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lnSpc>
                          <a:spcPct val="100000"/>
                        </a:lnSpc>
                      </a:pPr>
                      <a:endParaRPr lang="en-US" sz="5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6711742"/>
                  </a:ext>
                </a:extLst>
              </a:tr>
              <a:tr h="555927">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latin typeface="+mn-lt"/>
                          <a:ea typeface="+mn-ea"/>
                          <a:cs typeface="+mn-cs"/>
                        </a:rPr>
                        <a:t>Estimated Tangible/Quantitative and </a:t>
                      </a:r>
                      <a:r>
                        <a:rPr lang="en-US" sz="1200" b="1"/>
                        <a:t>Intangible/Qualitative  </a:t>
                      </a:r>
                      <a:r>
                        <a:rPr lang="en-US" sz="1200" b="1" i="0" kern="1200">
                          <a:solidFill>
                            <a:schemeClr val="tx1"/>
                          </a:solidFill>
                          <a:latin typeface="+mn-lt"/>
                          <a:ea typeface="+mn-ea"/>
                          <a:cs typeface="+mn-cs"/>
                        </a:rPr>
                        <a:t>Benefits of the requested solution: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1"/>
                        <a:t>requested solution is expected to result in the following </a:t>
                      </a:r>
                      <a:r>
                        <a:rPr lang="en-US" sz="1000" b="1" i="1"/>
                        <a:t>estimated  tangible and intangible benefits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1">
                          <a:solidFill>
                            <a:schemeClr val="tx1"/>
                          </a:solidFill>
                        </a:rPr>
                        <a:t>Support Business growth (RIH) in 2023 of +44M$ across Priority Launches by:</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000" b="1" i="1">
                          <a:solidFill>
                            <a:schemeClr val="tx1"/>
                          </a:solidFill>
                        </a:rPr>
                        <a:t>Tracking IQVIA performance across Priority Launches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000" b="1" i="1">
                          <a:solidFill>
                            <a:schemeClr val="tx1"/>
                          </a:solidFill>
                        </a:rPr>
                        <a:t>Support key Account leads in understanding strengths and weaknesses, identifying white spaces and opportunities for further engagement/sales.</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rtl="0">
                        <a:lnSpc>
                          <a:spcPct val="100000"/>
                        </a:lnSpc>
                      </a:pPr>
                      <a:endParaRPr lang="en-US" sz="1200" b="0">
                        <a:solidFill>
                          <a:schemeClr val="tx1"/>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rtl="0">
                        <a:lnSpc>
                          <a:spcPct val="100000"/>
                        </a:lnSpc>
                      </a:pPr>
                      <a:endParaRPr kumimoji="0" lang="en-US" sz="1000" b="0" i="1" u="none" strike="noStrike" kern="1200" cap="none" spc="0" normalizeH="0" baseline="0" noProof="0">
                        <a:ln>
                          <a:noFill/>
                        </a:ln>
                        <a:solidFill>
                          <a:srgbClr val="000000"/>
                        </a:solidFill>
                        <a:effectLst/>
                        <a:uLnTx/>
                        <a:uFillTx/>
                        <a:latin typeface="Arial" pitchFamily="34" charset="0"/>
                        <a:ea typeface="+mn-ea"/>
                        <a:cs typeface="+mn-cs"/>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0229367"/>
                  </a:ext>
                </a:extLst>
              </a:tr>
            </a:tbl>
          </a:graphicData>
        </a:graphic>
      </p:graphicFrame>
      <p:sp>
        <p:nvSpPr>
          <p:cNvPr id="3" name="Rectangle 2">
            <a:extLst>
              <a:ext uri="{FF2B5EF4-FFF2-40B4-BE49-F238E27FC236}">
                <a16:creationId xmlns:a16="http://schemas.microsoft.com/office/drawing/2014/main" id="{5EBE6D60-3E20-4D68-9401-07ACF3750AF6}"/>
              </a:ext>
            </a:extLst>
          </p:cNvPr>
          <p:cNvSpPr/>
          <p:nvPr/>
        </p:nvSpPr>
        <p:spPr>
          <a:xfrm>
            <a:off x="10075348" y="6400491"/>
            <a:ext cx="2083642" cy="428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pic>
        <p:nvPicPr>
          <p:cNvPr id="1026" name="Picture 5">
            <a:extLst>
              <a:ext uri="{FF2B5EF4-FFF2-40B4-BE49-F238E27FC236}">
                <a16:creationId xmlns:a16="http://schemas.microsoft.com/office/drawing/2014/main" id="{976A04A6-F549-4A27-8C4A-68DD87D664D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78814" y="6557439"/>
            <a:ext cx="1676711" cy="27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0793548"/>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C285DD2-CD0C-410A-88D2-347740C1806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2C285DD2-CD0C-410A-88D2-347740C1806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3CF8D506-B3D3-49B3-85B0-129BCC513315}"/>
              </a:ext>
            </a:extLst>
          </p:cNvPr>
          <p:cNvSpPr>
            <a:spLocks noGrp="1"/>
          </p:cNvSpPr>
          <p:nvPr>
            <p:ph type="body" sz="quarter" idx="10"/>
          </p:nvPr>
        </p:nvSpPr>
        <p:spPr/>
        <p:txBody>
          <a:bodyPr/>
          <a:lstStyle/>
          <a:p>
            <a:r>
              <a:rPr lang="en-US" dirty="0"/>
              <a:t>Business Rules</a:t>
            </a:r>
          </a:p>
        </p:txBody>
      </p:sp>
      <p:sp>
        <p:nvSpPr>
          <p:cNvPr id="2" name="Title 1">
            <a:extLst>
              <a:ext uri="{FF2B5EF4-FFF2-40B4-BE49-F238E27FC236}">
                <a16:creationId xmlns:a16="http://schemas.microsoft.com/office/drawing/2014/main" id="{8AB6AFAF-2B5B-4A50-9008-998B2C9A03C2}"/>
              </a:ext>
            </a:extLst>
          </p:cNvPr>
          <p:cNvSpPr>
            <a:spLocks noGrp="1"/>
          </p:cNvSpPr>
          <p:nvPr>
            <p:ph type="ctrTitle"/>
          </p:nvPr>
        </p:nvSpPr>
        <p:spPr/>
        <p:txBody>
          <a:bodyPr vert="horz"/>
          <a:lstStyle/>
          <a:p>
            <a:r>
              <a:rPr lang="en-US"/>
              <a:t>Business Requirements </a:t>
            </a:r>
          </a:p>
        </p:txBody>
      </p:sp>
      <p:sp>
        <p:nvSpPr>
          <p:cNvPr id="3" name="Subtitle 2">
            <a:extLst>
              <a:ext uri="{FF2B5EF4-FFF2-40B4-BE49-F238E27FC236}">
                <a16:creationId xmlns:a16="http://schemas.microsoft.com/office/drawing/2014/main" id="{143DBC8B-FF70-423E-AE3E-988A9928E71A}"/>
              </a:ext>
            </a:extLst>
          </p:cNvPr>
          <p:cNvSpPr>
            <a:spLocks noGrp="1"/>
          </p:cNvSpPr>
          <p:nvPr>
            <p:ph type="subTitle" idx="1"/>
          </p:nvPr>
        </p:nvSpPr>
        <p:spPr/>
        <p:txBody>
          <a:bodyPr/>
          <a:lstStyle/>
          <a:p>
            <a:r>
              <a:rPr lang="en-US"/>
              <a:t>Enterprise Data &amp; Analytics</a:t>
            </a:r>
          </a:p>
        </p:txBody>
      </p:sp>
    </p:spTree>
    <p:extLst>
      <p:ext uri="{BB962C8B-B14F-4D97-AF65-F5344CB8AC3E}">
        <p14:creationId xmlns:p14="http://schemas.microsoft.com/office/powerpoint/2010/main" val="8138181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A4CF8570-DD33-4036-96B2-F9C6E03BC564}"/>
              </a:ext>
            </a:extLst>
          </p:cNvPr>
          <p:cNvGraphicFramePr>
            <a:graphicFrameLocks noGrp="1"/>
          </p:cNvGraphicFramePr>
          <p:nvPr>
            <p:ph idx="1"/>
          </p:nvPr>
        </p:nvGraphicFramePr>
        <p:xfrm>
          <a:off x="384175" y="1285875"/>
          <a:ext cx="5615934" cy="5308600"/>
        </p:xfrm>
        <a:graphic>
          <a:graphicData uri="http://schemas.openxmlformats.org/drawingml/2006/table">
            <a:tbl>
              <a:tblPr firstRow="1" bandRow="1">
                <a:tableStyleId>{5C22544A-7EE6-4342-B048-85BDC9FD1C3A}</a:tableStyleId>
              </a:tblPr>
              <a:tblGrid>
                <a:gridCol w="2807967">
                  <a:extLst>
                    <a:ext uri="{9D8B030D-6E8A-4147-A177-3AD203B41FA5}">
                      <a16:colId xmlns:a16="http://schemas.microsoft.com/office/drawing/2014/main" val="764301697"/>
                    </a:ext>
                  </a:extLst>
                </a:gridCol>
                <a:gridCol w="2807967">
                  <a:extLst>
                    <a:ext uri="{9D8B030D-6E8A-4147-A177-3AD203B41FA5}">
                      <a16:colId xmlns:a16="http://schemas.microsoft.com/office/drawing/2014/main" val="2750752058"/>
                    </a:ext>
                  </a:extLst>
                </a:gridCol>
              </a:tblGrid>
              <a:tr h="370840">
                <a:tc>
                  <a:txBody>
                    <a:bodyPr/>
                    <a:lstStyle/>
                    <a:p>
                      <a:r>
                        <a:rPr lang="en-US"/>
                        <a:t>FILTER</a:t>
                      </a:r>
                    </a:p>
                  </a:txBody>
                  <a:tcPr/>
                </a:tc>
                <a:tc>
                  <a:txBody>
                    <a:bodyPr/>
                    <a:lstStyle/>
                    <a:p>
                      <a:r>
                        <a:rPr lang="en-US"/>
                        <a:t>Field Options</a:t>
                      </a:r>
                    </a:p>
                  </a:txBody>
                  <a:tcPr/>
                </a:tc>
                <a:extLst>
                  <a:ext uri="{0D108BD9-81ED-4DB2-BD59-A6C34878D82A}">
                    <a16:rowId xmlns:a16="http://schemas.microsoft.com/office/drawing/2014/main" val="3806878444"/>
                  </a:ext>
                </a:extLst>
              </a:tr>
              <a:tr h="370840">
                <a:tc>
                  <a:txBody>
                    <a:bodyPr/>
                    <a:lstStyle/>
                    <a:p>
                      <a:r>
                        <a:rPr lang="en-US" sz="1400"/>
                        <a:t>Account Size</a:t>
                      </a:r>
                    </a:p>
                  </a:txBody>
                  <a:tcPr/>
                </a:tc>
                <a:tc>
                  <a:txBody>
                    <a:bodyPr/>
                    <a:lstStyle/>
                    <a:p>
                      <a:pPr marL="285750" indent="-285750">
                        <a:buFont typeface="Wingdings" panose="05000000000000000000" pitchFamily="2" charset="2"/>
                        <a:buChar char="§"/>
                      </a:pPr>
                      <a:r>
                        <a:rPr lang="en-US" sz="1400"/>
                        <a:t>All</a:t>
                      </a:r>
                    </a:p>
                    <a:p>
                      <a:pPr marL="285750" indent="-285750">
                        <a:buFont typeface="Wingdings" panose="05000000000000000000" pitchFamily="2" charset="2"/>
                        <a:buChar char="§"/>
                      </a:pPr>
                      <a:r>
                        <a:rPr lang="en-US" sz="1400"/>
                        <a:t>Large Pharma</a:t>
                      </a:r>
                    </a:p>
                    <a:p>
                      <a:pPr marL="285750" indent="-285750">
                        <a:buFont typeface="Wingdings" panose="05000000000000000000" pitchFamily="2" charset="2"/>
                        <a:buChar char="§"/>
                      </a:pPr>
                      <a:r>
                        <a:rPr lang="en-US" sz="1400"/>
                        <a:t>EBP</a:t>
                      </a:r>
                    </a:p>
                  </a:txBody>
                  <a:tcPr/>
                </a:tc>
                <a:extLst>
                  <a:ext uri="{0D108BD9-81ED-4DB2-BD59-A6C34878D82A}">
                    <a16:rowId xmlns:a16="http://schemas.microsoft.com/office/drawing/2014/main" val="1279763402"/>
                  </a:ext>
                </a:extLst>
              </a:tr>
              <a:tr h="370840">
                <a:tc>
                  <a:txBody>
                    <a:bodyPr/>
                    <a:lstStyle/>
                    <a:p>
                      <a:r>
                        <a:rPr lang="en-US" sz="1400"/>
                        <a:t>Account Name</a:t>
                      </a:r>
                    </a:p>
                    <a:p>
                      <a:r>
                        <a:rPr lang="en-US" sz="1400"/>
                        <a:t>(link to Account Size architecture must be kept)</a:t>
                      </a:r>
                    </a:p>
                  </a:txBody>
                  <a:tcPr/>
                </a:tc>
                <a:tc>
                  <a:txBody>
                    <a:bodyPr/>
                    <a:lstStyle/>
                    <a:p>
                      <a:pPr marL="285750" indent="-285750">
                        <a:buFont typeface="Wingdings" panose="05000000000000000000" pitchFamily="2" charset="2"/>
                        <a:buChar char="§"/>
                      </a:pPr>
                      <a:r>
                        <a:rPr lang="en-US" sz="1400"/>
                        <a:t>All</a:t>
                      </a:r>
                    </a:p>
                    <a:p>
                      <a:pPr marL="285750" indent="-285750">
                        <a:buFont typeface="Wingdings" panose="05000000000000000000" pitchFamily="2" charset="2"/>
                        <a:buChar char="§"/>
                      </a:pPr>
                      <a:r>
                        <a:rPr lang="en-US" sz="1400"/>
                        <a:t>Each Account listed in our reference list </a:t>
                      </a:r>
                    </a:p>
                  </a:txBody>
                  <a:tcPr/>
                </a:tc>
                <a:extLst>
                  <a:ext uri="{0D108BD9-81ED-4DB2-BD59-A6C34878D82A}">
                    <a16:rowId xmlns:a16="http://schemas.microsoft.com/office/drawing/2014/main" val="621761038"/>
                  </a:ext>
                </a:extLst>
              </a:tr>
              <a:tr h="370840">
                <a:tc>
                  <a:txBody>
                    <a:bodyPr/>
                    <a:lstStyle/>
                    <a:p>
                      <a:r>
                        <a:rPr lang="en-US" sz="1400"/>
                        <a:t>Priority Asset</a:t>
                      </a:r>
                    </a:p>
                    <a:p>
                      <a:r>
                        <a:rPr lang="en-US" sz="1400"/>
                        <a:t>(link to Account Name architecture must be kept)</a:t>
                      </a:r>
                    </a:p>
                  </a:txBody>
                  <a:tcPr/>
                </a:tc>
                <a:tc>
                  <a:txBody>
                    <a:bodyPr/>
                    <a:lstStyle/>
                    <a:p>
                      <a:pPr marL="285750" indent="-285750">
                        <a:buFont typeface="Wingdings" panose="05000000000000000000" pitchFamily="2" charset="2"/>
                        <a:buChar char="§"/>
                      </a:pPr>
                      <a:r>
                        <a:rPr lang="en-US" sz="1400"/>
                        <a:t>All</a:t>
                      </a:r>
                    </a:p>
                    <a:p>
                      <a:pPr marL="285750" indent="-285750">
                        <a:buFont typeface="Wingdings" panose="05000000000000000000" pitchFamily="2" charset="2"/>
                        <a:buChar char="§"/>
                      </a:pPr>
                      <a:r>
                        <a:rPr lang="en-US" sz="1400"/>
                        <a:t>Priority</a:t>
                      </a:r>
                    </a:p>
                    <a:p>
                      <a:pPr marL="285750" indent="-285750">
                        <a:buFont typeface="Wingdings" panose="05000000000000000000" pitchFamily="2" charset="2"/>
                        <a:buChar char="§"/>
                      </a:pPr>
                      <a:r>
                        <a:rPr lang="en-US" sz="1400"/>
                        <a:t>Non-Priority</a:t>
                      </a:r>
                    </a:p>
                  </a:txBody>
                  <a:tcPr/>
                </a:tc>
                <a:extLst>
                  <a:ext uri="{0D108BD9-81ED-4DB2-BD59-A6C34878D82A}">
                    <a16:rowId xmlns:a16="http://schemas.microsoft.com/office/drawing/2014/main" val="3677686773"/>
                  </a:ext>
                </a:extLst>
              </a:tr>
              <a:tr h="370840">
                <a:tc>
                  <a:txBody>
                    <a:bodyPr/>
                    <a:lstStyle/>
                    <a:p>
                      <a:r>
                        <a:rPr lang="en-US" sz="1400"/>
                        <a:t>Asset Name</a:t>
                      </a:r>
                    </a:p>
                    <a:p>
                      <a:r>
                        <a:rPr lang="en-US" sz="1400"/>
                        <a:t>(link to Priority Asset and Account Name architecture must be kept)</a:t>
                      </a:r>
                    </a:p>
                  </a:txBody>
                  <a:tcPr/>
                </a:tc>
                <a:tc>
                  <a:txBody>
                    <a:bodyPr/>
                    <a:lstStyle/>
                    <a:p>
                      <a:pPr marL="285750" indent="-285750">
                        <a:buFont typeface="Wingdings" panose="05000000000000000000" pitchFamily="2" charset="2"/>
                        <a:buChar char="§"/>
                      </a:pPr>
                      <a:r>
                        <a:rPr lang="en-US" sz="1400"/>
                        <a:t>All</a:t>
                      </a:r>
                    </a:p>
                    <a:p>
                      <a:pPr marL="285750" indent="-285750">
                        <a:buFont typeface="Wingdings" panose="05000000000000000000" pitchFamily="2" charset="2"/>
                        <a:buChar char="§"/>
                      </a:pPr>
                      <a:r>
                        <a:rPr lang="en-US" sz="1400"/>
                        <a:t>Each Asset listed in our reference list </a:t>
                      </a:r>
                    </a:p>
                  </a:txBody>
                  <a:tcPr/>
                </a:tc>
                <a:extLst>
                  <a:ext uri="{0D108BD9-81ED-4DB2-BD59-A6C34878D82A}">
                    <a16:rowId xmlns:a16="http://schemas.microsoft.com/office/drawing/2014/main" val="3779220605"/>
                  </a:ext>
                </a:extLst>
              </a:tr>
              <a:tr h="370840">
                <a:tc>
                  <a:txBody>
                    <a:bodyPr/>
                    <a:lstStyle/>
                    <a:p>
                      <a:r>
                        <a:rPr lang="en-US" sz="1400" dirty="0"/>
                        <a:t>Year</a:t>
                      </a:r>
                    </a:p>
                  </a:txBody>
                  <a:tcPr/>
                </a:tc>
                <a:tc>
                  <a:txBody>
                    <a:bodyPr/>
                    <a:lstStyle/>
                    <a:p>
                      <a:pPr marL="285750" indent="-285750">
                        <a:buFont typeface="Arial" panose="020B0604020202020204" pitchFamily="34" charset="0"/>
                        <a:buChar char="•"/>
                      </a:pPr>
                      <a:r>
                        <a:rPr lang="en-US" sz="1400" dirty="0"/>
                        <a:t>All</a:t>
                      </a:r>
                    </a:p>
                    <a:p>
                      <a:pPr marL="285750" indent="-285750">
                        <a:buFont typeface="Arial" panose="020B0604020202020204" pitchFamily="34" charset="0"/>
                        <a:buChar char="•"/>
                      </a:pPr>
                      <a:r>
                        <a:rPr lang="en-US" sz="1400" dirty="0"/>
                        <a:t>2021</a:t>
                      </a:r>
                    </a:p>
                    <a:p>
                      <a:pPr marL="285750" indent="-285750">
                        <a:buFont typeface="Arial" panose="020B0604020202020204" pitchFamily="34" charset="0"/>
                        <a:buChar char="•"/>
                      </a:pPr>
                      <a:r>
                        <a:rPr lang="en-US" sz="1400" dirty="0"/>
                        <a:t>2022</a:t>
                      </a:r>
                    </a:p>
                    <a:p>
                      <a:pPr marL="285750" indent="-285750">
                        <a:buFont typeface="Arial" panose="020B0604020202020204" pitchFamily="34" charset="0"/>
                        <a:buChar char="•"/>
                      </a:pPr>
                      <a:r>
                        <a:rPr lang="en-US" sz="1400" dirty="0"/>
                        <a:t>2023</a:t>
                      </a:r>
                    </a:p>
                    <a:p>
                      <a:pPr marL="285750" indent="-285750">
                        <a:buFont typeface="Arial" panose="020B0604020202020204" pitchFamily="34" charset="0"/>
                        <a:buChar char="•"/>
                      </a:pPr>
                      <a:r>
                        <a:rPr lang="en-US" sz="1400" dirty="0"/>
                        <a:t>2024</a:t>
                      </a:r>
                    </a:p>
                    <a:p>
                      <a:pPr marL="285750" indent="-285750">
                        <a:buFont typeface="Arial" panose="020B0604020202020204" pitchFamily="34" charset="0"/>
                        <a:buChar char="•"/>
                      </a:pPr>
                      <a:r>
                        <a:rPr lang="en-US" sz="1400" dirty="0"/>
                        <a:t>2025</a:t>
                      </a:r>
                    </a:p>
                    <a:p>
                      <a:pPr marL="285750" indent="-285750">
                        <a:buFont typeface="Arial" panose="020B0604020202020204" pitchFamily="34" charset="0"/>
                        <a:buChar char="•"/>
                      </a:pPr>
                      <a:r>
                        <a:rPr lang="en-US" sz="1400" dirty="0"/>
                        <a:t>2026</a:t>
                      </a:r>
                    </a:p>
                    <a:p>
                      <a:pPr marL="285750" indent="-285750">
                        <a:buFont typeface="Arial" panose="020B0604020202020204" pitchFamily="34" charset="0"/>
                        <a:buChar char="•"/>
                      </a:pPr>
                      <a:r>
                        <a:rPr lang="en-US" sz="1400" dirty="0"/>
                        <a:t>2027</a:t>
                      </a:r>
                    </a:p>
                  </a:txBody>
                  <a:tcPr/>
                </a:tc>
                <a:extLst>
                  <a:ext uri="{0D108BD9-81ED-4DB2-BD59-A6C34878D82A}">
                    <a16:rowId xmlns:a16="http://schemas.microsoft.com/office/drawing/2014/main" val="3609613801"/>
                  </a:ext>
                </a:extLst>
              </a:tr>
            </a:tbl>
          </a:graphicData>
        </a:graphic>
      </p:graphicFrame>
      <p:sp>
        <p:nvSpPr>
          <p:cNvPr id="3" name="Title 2">
            <a:extLst>
              <a:ext uri="{FF2B5EF4-FFF2-40B4-BE49-F238E27FC236}">
                <a16:creationId xmlns:a16="http://schemas.microsoft.com/office/drawing/2014/main" id="{5E38B7E7-0997-4A67-9E18-86B17A647025}"/>
              </a:ext>
            </a:extLst>
          </p:cNvPr>
          <p:cNvSpPr>
            <a:spLocks noGrp="1"/>
          </p:cNvSpPr>
          <p:nvPr>
            <p:ph type="title"/>
          </p:nvPr>
        </p:nvSpPr>
        <p:spPr/>
        <p:txBody>
          <a:bodyPr/>
          <a:lstStyle/>
          <a:p>
            <a:r>
              <a:rPr lang="en-US"/>
              <a:t>Proposed Filters</a:t>
            </a:r>
          </a:p>
        </p:txBody>
      </p:sp>
      <p:graphicFrame>
        <p:nvGraphicFramePr>
          <p:cNvPr id="5" name="Table 4">
            <a:extLst>
              <a:ext uri="{FF2B5EF4-FFF2-40B4-BE49-F238E27FC236}">
                <a16:creationId xmlns:a16="http://schemas.microsoft.com/office/drawing/2014/main" id="{D141CAA6-9019-4979-9F52-5EF4B5F1789A}"/>
              </a:ext>
            </a:extLst>
          </p:cNvPr>
          <p:cNvGraphicFramePr>
            <a:graphicFrameLocks/>
          </p:cNvGraphicFramePr>
          <p:nvPr/>
        </p:nvGraphicFramePr>
        <p:xfrm>
          <a:off x="6107320" y="1285875"/>
          <a:ext cx="5615934" cy="4729480"/>
        </p:xfrm>
        <a:graphic>
          <a:graphicData uri="http://schemas.openxmlformats.org/drawingml/2006/table">
            <a:tbl>
              <a:tblPr firstRow="1" bandRow="1">
                <a:tableStyleId>{5C22544A-7EE6-4342-B048-85BDC9FD1C3A}</a:tableStyleId>
              </a:tblPr>
              <a:tblGrid>
                <a:gridCol w="2807967">
                  <a:extLst>
                    <a:ext uri="{9D8B030D-6E8A-4147-A177-3AD203B41FA5}">
                      <a16:colId xmlns:a16="http://schemas.microsoft.com/office/drawing/2014/main" val="764301697"/>
                    </a:ext>
                  </a:extLst>
                </a:gridCol>
                <a:gridCol w="2807967">
                  <a:extLst>
                    <a:ext uri="{9D8B030D-6E8A-4147-A177-3AD203B41FA5}">
                      <a16:colId xmlns:a16="http://schemas.microsoft.com/office/drawing/2014/main" val="2750752058"/>
                    </a:ext>
                  </a:extLst>
                </a:gridCol>
              </a:tblGrid>
              <a:tr h="370840">
                <a:tc>
                  <a:txBody>
                    <a:bodyPr/>
                    <a:lstStyle/>
                    <a:p>
                      <a:r>
                        <a:rPr lang="en-US"/>
                        <a:t>FILTER</a:t>
                      </a:r>
                    </a:p>
                  </a:txBody>
                  <a:tcPr/>
                </a:tc>
                <a:tc>
                  <a:txBody>
                    <a:bodyPr/>
                    <a:lstStyle/>
                    <a:p>
                      <a:r>
                        <a:rPr lang="en-US"/>
                        <a:t>Field Options</a:t>
                      </a:r>
                    </a:p>
                  </a:txBody>
                  <a:tcPr/>
                </a:tc>
                <a:extLst>
                  <a:ext uri="{0D108BD9-81ED-4DB2-BD59-A6C34878D82A}">
                    <a16:rowId xmlns:a16="http://schemas.microsoft.com/office/drawing/2014/main" val="3806878444"/>
                  </a:ext>
                </a:extLst>
              </a:tr>
              <a:tr h="370840">
                <a:tc>
                  <a:txBody>
                    <a:bodyPr/>
                    <a:lstStyle/>
                    <a:p>
                      <a:r>
                        <a:rPr lang="en-US" sz="1400"/>
                        <a:t>Timeframe</a:t>
                      </a:r>
                    </a:p>
                  </a:txBody>
                  <a:tcPr/>
                </a:tc>
                <a:tc>
                  <a:txBody>
                    <a:bodyPr/>
                    <a:lstStyle/>
                    <a:p>
                      <a:pPr marL="285750" indent="-285750">
                        <a:buFont typeface="Wingdings" panose="05000000000000000000" pitchFamily="2" charset="2"/>
                        <a:buChar char="§"/>
                      </a:pPr>
                      <a:r>
                        <a:rPr lang="en-US" sz="1400" dirty="0"/>
                        <a:t>Full Year</a:t>
                      </a:r>
                    </a:p>
                    <a:p>
                      <a:pPr marL="285750" indent="-285750">
                        <a:buFont typeface="Wingdings" panose="05000000000000000000" pitchFamily="2" charset="2"/>
                        <a:buChar char="§"/>
                      </a:pPr>
                      <a:r>
                        <a:rPr lang="en-US" sz="1400" dirty="0"/>
                        <a:t>Year To Date</a:t>
                      </a:r>
                    </a:p>
                    <a:p>
                      <a:pPr marL="285750" indent="-285750">
                        <a:buFont typeface="Wingdings" panose="05000000000000000000" pitchFamily="2" charset="2"/>
                        <a:buChar char="§"/>
                      </a:pPr>
                      <a:r>
                        <a:rPr lang="en-US" sz="1400" dirty="0"/>
                        <a:t>MAT</a:t>
                      </a:r>
                    </a:p>
                    <a:p>
                      <a:pPr marL="285750" indent="-285750">
                        <a:buFont typeface="Wingdings" panose="05000000000000000000" pitchFamily="2" charset="2"/>
                        <a:buChar char="§"/>
                      </a:pPr>
                      <a:r>
                        <a:rPr lang="en-US" sz="1400" dirty="0"/>
                        <a:t>Q1</a:t>
                      </a:r>
                    </a:p>
                    <a:p>
                      <a:pPr marL="285750" indent="-285750">
                        <a:buFont typeface="Wingdings" panose="05000000000000000000" pitchFamily="2" charset="2"/>
                        <a:buChar char="§"/>
                      </a:pPr>
                      <a:r>
                        <a:rPr lang="en-US" sz="1400" dirty="0"/>
                        <a:t>Q2</a:t>
                      </a:r>
                    </a:p>
                    <a:p>
                      <a:pPr marL="285750" indent="-285750">
                        <a:buFont typeface="Wingdings" panose="05000000000000000000" pitchFamily="2" charset="2"/>
                        <a:buChar char="§"/>
                      </a:pPr>
                      <a:r>
                        <a:rPr lang="en-US" sz="1400" dirty="0"/>
                        <a:t>Q3</a:t>
                      </a:r>
                    </a:p>
                    <a:p>
                      <a:pPr marL="285750" indent="-285750">
                        <a:buFont typeface="Wingdings" panose="05000000000000000000" pitchFamily="2" charset="2"/>
                        <a:buChar char="§"/>
                      </a:pPr>
                      <a:r>
                        <a:rPr lang="en-US" sz="1400" dirty="0"/>
                        <a:t>Q4</a:t>
                      </a:r>
                    </a:p>
                    <a:p>
                      <a:pPr marL="285750" indent="-285750">
                        <a:buFont typeface="Wingdings" panose="05000000000000000000" pitchFamily="2" charset="2"/>
                        <a:buChar char="§"/>
                      </a:pPr>
                      <a:r>
                        <a:rPr lang="en-US" sz="1400" dirty="0"/>
                        <a:t>Months</a:t>
                      </a:r>
                    </a:p>
                    <a:p>
                      <a:pPr marL="285750" indent="-285750">
                        <a:buFont typeface="Wingdings" panose="05000000000000000000" pitchFamily="2" charset="2"/>
                        <a:buChar char="§"/>
                      </a:pPr>
                      <a:r>
                        <a:rPr lang="en-US" sz="1400" dirty="0"/>
                        <a:t>January</a:t>
                      </a:r>
                    </a:p>
                    <a:p>
                      <a:pPr marL="285750" indent="-285750">
                        <a:buFont typeface="Wingdings" panose="05000000000000000000" pitchFamily="2" charset="2"/>
                        <a:buChar char="§"/>
                      </a:pPr>
                      <a:r>
                        <a:rPr lang="en-US" sz="1400" dirty="0"/>
                        <a:t>February</a:t>
                      </a:r>
                    </a:p>
                    <a:p>
                      <a:pPr marL="285750" indent="-285750">
                        <a:buFont typeface="Wingdings" panose="05000000000000000000" pitchFamily="2" charset="2"/>
                        <a:buChar char="§"/>
                      </a:pPr>
                      <a:r>
                        <a:rPr lang="en-US" sz="1400" dirty="0"/>
                        <a:t>March</a:t>
                      </a:r>
                    </a:p>
                    <a:p>
                      <a:pPr marL="285750" indent="-285750">
                        <a:buFont typeface="Wingdings" panose="05000000000000000000" pitchFamily="2" charset="2"/>
                        <a:buChar char="§"/>
                      </a:pPr>
                      <a:r>
                        <a:rPr lang="en-US" sz="1400" dirty="0"/>
                        <a:t>April</a:t>
                      </a:r>
                    </a:p>
                    <a:p>
                      <a:pPr marL="285750" indent="-285750">
                        <a:buFont typeface="Wingdings" panose="05000000000000000000" pitchFamily="2" charset="2"/>
                        <a:buChar char="§"/>
                      </a:pPr>
                      <a:r>
                        <a:rPr lang="en-US" sz="1400" dirty="0"/>
                        <a:t>May</a:t>
                      </a:r>
                    </a:p>
                    <a:p>
                      <a:pPr marL="285750" indent="-285750">
                        <a:buFont typeface="Wingdings" panose="05000000000000000000" pitchFamily="2" charset="2"/>
                        <a:buChar char="§"/>
                      </a:pPr>
                      <a:r>
                        <a:rPr lang="en-US" sz="1400" dirty="0"/>
                        <a:t>June</a:t>
                      </a:r>
                    </a:p>
                    <a:p>
                      <a:pPr marL="285750" indent="-285750">
                        <a:buFont typeface="Wingdings" panose="05000000000000000000" pitchFamily="2" charset="2"/>
                        <a:buChar char="§"/>
                      </a:pPr>
                      <a:r>
                        <a:rPr lang="en-US" sz="1400" dirty="0"/>
                        <a:t>July</a:t>
                      </a:r>
                    </a:p>
                    <a:p>
                      <a:pPr marL="285750" indent="-285750">
                        <a:buFont typeface="Wingdings" panose="05000000000000000000" pitchFamily="2" charset="2"/>
                        <a:buChar char="§"/>
                      </a:pPr>
                      <a:r>
                        <a:rPr lang="en-US" sz="1400" dirty="0"/>
                        <a:t>August</a:t>
                      </a:r>
                    </a:p>
                    <a:p>
                      <a:pPr marL="285750" indent="-285750">
                        <a:buFont typeface="Wingdings" panose="05000000000000000000" pitchFamily="2" charset="2"/>
                        <a:buChar char="§"/>
                      </a:pPr>
                      <a:r>
                        <a:rPr lang="en-US" sz="1400" dirty="0"/>
                        <a:t>September</a:t>
                      </a:r>
                    </a:p>
                    <a:p>
                      <a:pPr marL="285750" indent="-285750">
                        <a:buFont typeface="Wingdings" panose="05000000000000000000" pitchFamily="2" charset="2"/>
                        <a:buChar char="§"/>
                      </a:pPr>
                      <a:r>
                        <a:rPr lang="en-US" sz="1400" dirty="0"/>
                        <a:t>October</a:t>
                      </a:r>
                    </a:p>
                    <a:p>
                      <a:pPr marL="285750" indent="-285750">
                        <a:buFont typeface="Wingdings" panose="05000000000000000000" pitchFamily="2" charset="2"/>
                        <a:buChar char="§"/>
                      </a:pPr>
                      <a:r>
                        <a:rPr lang="en-US" sz="1400" dirty="0"/>
                        <a:t>November</a:t>
                      </a:r>
                    </a:p>
                    <a:p>
                      <a:pPr marL="285750" indent="-285750">
                        <a:buFont typeface="Wingdings" panose="05000000000000000000" pitchFamily="2" charset="2"/>
                        <a:buChar char="§"/>
                      </a:pPr>
                      <a:r>
                        <a:rPr lang="en-US" sz="1400" dirty="0"/>
                        <a:t>December</a:t>
                      </a:r>
                    </a:p>
                  </a:txBody>
                  <a:tcPr/>
                </a:tc>
                <a:extLst>
                  <a:ext uri="{0D108BD9-81ED-4DB2-BD59-A6C34878D82A}">
                    <a16:rowId xmlns:a16="http://schemas.microsoft.com/office/drawing/2014/main" val="1279763402"/>
                  </a:ext>
                </a:extLst>
              </a:tr>
            </a:tbl>
          </a:graphicData>
        </a:graphic>
      </p:graphicFrame>
    </p:spTree>
    <p:extLst>
      <p:ext uri="{BB962C8B-B14F-4D97-AF65-F5344CB8AC3E}">
        <p14:creationId xmlns:p14="http://schemas.microsoft.com/office/powerpoint/2010/main" val="8835541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A4CF8570-DD33-4036-96B2-F9C6E03BC564}"/>
              </a:ext>
            </a:extLst>
          </p:cNvPr>
          <p:cNvGraphicFramePr>
            <a:graphicFrameLocks noGrp="1"/>
          </p:cNvGraphicFramePr>
          <p:nvPr>
            <p:ph idx="1"/>
          </p:nvPr>
        </p:nvGraphicFramePr>
        <p:xfrm>
          <a:off x="384175" y="1285875"/>
          <a:ext cx="5615934" cy="5125720"/>
        </p:xfrm>
        <a:graphic>
          <a:graphicData uri="http://schemas.openxmlformats.org/drawingml/2006/table">
            <a:tbl>
              <a:tblPr firstRow="1" bandRow="1">
                <a:tableStyleId>{5C22544A-7EE6-4342-B048-85BDC9FD1C3A}</a:tableStyleId>
              </a:tblPr>
              <a:tblGrid>
                <a:gridCol w="2807967">
                  <a:extLst>
                    <a:ext uri="{9D8B030D-6E8A-4147-A177-3AD203B41FA5}">
                      <a16:colId xmlns:a16="http://schemas.microsoft.com/office/drawing/2014/main" val="764301697"/>
                    </a:ext>
                  </a:extLst>
                </a:gridCol>
                <a:gridCol w="2807967">
                  <a:extLst>
                    <a:ext uri="{9D8B030D-6E8A-4147-A177-3AD203B41FA5}">
                      <a16:colId xmlns:a16="http://schemas.microsoft.com/office/drawing/2014/main" val="2750752058"/>
                    </a:ext>
                  </a:extLst>
                </a:gridCol>
              </a:tblGrid>
              <a:tr h="370840">
                <a:tc>
                  <a:txBody>
                    <a:bodyPr/>
                    <a:lstStyle/>
                    <a:p>
                      <a:r>
                        <a:rPr lang="en-US"/>
                        <a:t>FILTER</a:t>
                      </a:r>
                    </a:p>
                  </a:txBody>
                  <a:tcPr/>
                </a:tc>
                <a:tc>
                  <a:txBody>
                    <a:bodyPr/>
                    <a:lstStyle/>
                    <a:p>
                      <a:r>
                        <a:rPr lang="en-US"/>
                        <a:t>Field Options</a:t>
                      </a:r>
                    </a:p>
                  </a:txBody>
                  <a:tcPr/>
                </a:tc>
                <a:extLst>
                  <a:ext uri="{0D108BD9-81ED-4DB2-BD59-A6C34878D82A}">
                    <a16:rowId xmlns:a16="http://schemas.microsoft.com/office/drawing/2014/main" val="3806878444"/>
                  </a:ext>
                </a:extLst>
              </a:tr>
              <a:tr h="370840">
                <a:tc>
                  <a:txBody>
                    <a:bodyPr/>
                    <a:lstStyle/>
                    <a:p>
                      <a:r>
                        <a:rPr lang="en-US" sz="1400"/>
                        <a:t>Region</a:t>
                      </a:r>
                    </a:p>
                  </a:txBody>
                  <a:tcPr/>
                </a:tc>
                <a:tc>
                  <a:txBody>
                    <a:bodyPr/>
                    <a:lstStyle/>
                    <a:p>
                      <a:pPr marL="285750" indent="-285750">
                        <a:buFont typeface="Wingdings" panose="05000000000000000000" pitchFamily="2" charset="2"/>
                        <a:buChar char="§"/>
                      </a:pPr>
                      <a:r>
                        <a:rPr lang="en-US" sz="1400"/>
                        <a:t>All</a:t>
                      </a:r>
                    </a:p>
                    <a:p>
                      <a:pPr marL="285750" indent="-285750">
                        <a:buFont typeface="Wingdings" panose="05000000000000000000" pitchFamily="2" charset="2"/>
                        <a:buChar char="§"/>
                      </a:pPr>
                      <a:r>
                        <a:rPr lang="en-US" sz="1400"/>
                        <a:t>US &amp; Canada</a:t>
                      </a:r>
                    </a:p>
                    <a:p>
                      <a:pPr marL="285750" indent="-285750">
                        <a:buFont typeface="Wingdings" panose="05000000000000000000" pitchFamily="2" charset="2"/>
                        <a:buChar char="§"/>
                      </a:pPr>
                      <a:r>
                        <a:rPr lang="en-US" sz="1400"/>
                        <a:t>EMEA</a:t>
                      </a:r>
                    </a:p>
                    <a:p>
                      <a:pPr marL="285750" indent="-285750">
                        <a:buFont typeface="Wingdings" panose="05000000000000000000" pitchFamily="2" charset="2"/>
                        <a:buChar char="§"/>
                      </a:pPr>
                      <a:r>
                        <a:rPr lang="en-US" sz="1400"/>
                        <a:t>Asia Pacific</a:t>
                      </a:r>
                    </a:p>
                    <a:p>
                      <a:pPr marL="285750" indent="-285750">
                        <a:buFont typeface="Wingdings" panose="05000000000000000000" pitchFamily="2" charset="2"/>
                        <a:buChar char="§"/>
                      </a:pPr>
                      <a:r>
                        <a:rPr lang="en-US" sz="1400"/>
                        <a:t>Latin America</a:t>
                      </a:r>
                    </a:p>
                    <a:p>
                      <a:pPr marL="285750" indent="-285750">
                        <a:buFont typeface="Wingdings" panose="05000000000000000000" pitchFamily="2" charset="2"/>
                        <a:buChar char="§"/>
                      </a:pPr>
                      <a:r>
                        <a:rPr lang="en-US" sz="1400"/>
                        <a:t>Other</a:t>
                      </a:r>
                    </a:p>
                  </a:txBody>
                  <a:tcPr/>
                </a:tc>
                <a:extLst>
                  <a:ext uri="{0D108BD9-81ED-4DB2-BD59-A6C34878D82A}">
                    <a16:rowId xmlns:a16="http://schemas.microsoft.com/office/drawing/2014/main" val="1279763402"/>
                  </a:ext>
                </a:extLst>
              </a:tr>
              <a:tr h="370840">
                <a:tc>
                  <a:txBody>
                    <a:bodyPr/>
                    <a:lstStyle/>
                    <a:p>
                      <a:r>
                        <a:rPr lang="en-US" sz="1400"/>
                        <a:t>Country</a:t>
                      </a:r>
                    </a:p>
                    <a:p>
                      <a:r>
                        <a:rPr lang="en-US" sz="1400"/>
                        <a:t>(link to Region architecture must be kept)</a:t>
                      </a:r>
                    </a:p>
                  </a:txBody>
                  <a:tcPr/>
                </a:tc>
                <a:tc>
                  <a:txBody>
                    <a:bodyPr/>
                    <a:lstStyle/>
                    <a:p>
                      <a:pPr marL="285750" indent="-285750">
                        <a:buFont typeface="Wingdings" panose="05000000000000000000" pitchFamily="2" charset="2"/>
                        <a:buChar char="§"/>
                      </a:pPr>
                      <a:r>
                        <a:rPr lang="en-US" sz="1400"/>
                        <a:t>All</a:t>
                      </a:r>
                    </a:p>
                    <a:p>
                      <a:pPr marL="285750" indent="-285750">
                        <a:buFont typeface="Wingdings" panose="05000000000000000000" pitchFamily="2" charset="2"/>
                        <a:buChar char="§"/>
                      </a:pPr>
                      <a:r>
                        <a:rPr lang="en-US" sz="1400"/>
                        <a:t>US</a:t>
                      </a:r>
                    </a:p>
                    <a:p>
                      <a:pPr marL="285750" indent="-285750">
                        <a:buFont typeface="Wingdings" panose="05000000000000000000" pitchFamily="2" charset="2"/>
                        <a:buChar char="§"/>
                      </a:pPr>
                      <a:r>
                        <a:rPr lang="en-US" sz="1400"/>
                        <a:t>Canada</a:t>
                      </a:r>
                    </a:p>
                    <a:p>
                      <a:pPr marL="285750" indent="-285750">
                        <a:buFont typeface="Wingdings" panose="05000000000000000000" pitchFamily="2" charset="2"/>
                        <a:buChar char="§"/>
                      </a:pPr>
                      <a:r>
                        <a:rPr lang="en-US" sz="1400"/>
                        <a:t>UK</a:t>
                      </a:r>
                    </a:p>
                    <a:p>
                      <a:pPr marL="285750" indent="-285750">
                        <a:buFont typeface="Wingdings" panose="05000000000000000000" pitchFamily="2" charset="2"/>
                        <a:buChar char="§"/>
                      </a:pPr>
                      <a:r>
                        <a:rPr lang="en-US" sz="1400"/>
                        <a:t>Germany</a:t>
                      </a:r>
                    </a:p>
                    <a:p>
                      <a:pPr marL="285750" indent="-285750">
                        <a:buFont typeface="Wingdings" panose="05000000000000000000" pitchFamily="2" charset="2"/>
                        <a:buChar char="§"/>
                      </a:pPr>
                      <a:r>
                        <a:rPr lang="en-US" sz="1400"/>
                        <a:t>Spain</a:t>
                      </a:r>
                    </a:p>
                    <a:p>
                      <a:pPr marL="285750" indent="-285750">
                        <a:buFont typeface="Wingdings" panose="05000000000000000000" pitchFamily="2" charset="2"/>
                        <a:buChar char="§"/>
                      </a:pPr>
                      <a:r>
                        <a:rPr lang="en-US" sz="1400"/>
                        <a:t>Italy</a:t>
                      </a:r>
                    </a:p>
                    <a:p>
                      <a:pPr marL="285750" indent="-285750">
                        <a:buFont typeface="Wingdings" panose="05000000000000000000" pitchFamily="2" charset="2"/>
                        <a:buChar char="§"/>
                      </a:pPr>
                      <a:r>
                        <a:rPr lang="en-US" sz="1400"/>
                        <a:t>France</a:t>
                      </a:r>
                    </a:p>
                    <a:p>
                      <a:pPr marL="285750" indent="-285750">
                        <a:buFont typeface="Wingdings" panose="05000000000000000000" pitchFamily="2" charset="2"/>
                        <a:buChar char="§"/>
                      </a:pPr>
                      <a:r>
                        <a:rPr lang="en-US" sz="1400"/>
                        <a:t>Japan,</a:t>
                      </a:r>
                    </a:p>
                    <a:p>
                      <a:pPr marL="285750" indent="-285750">
                        <a:buFont typeface="Wingdings" panose="05000000000000000000" pitchFamily="2" charset="2"/>
                        <a:buChar char="§"/>
                      </a:pPr>
                      <a:r>
                        <a:rPr lang="en-US" sz="1400"/>
                        <a:t>China</a:t>
                      </a:r>
                    </a:p>
                    <a:p>
                      <a:pPr marL="285750" indent="-285750">
                        <a:buFont typeface="Wingdings" panose="05000000000000000000" pitchFamily="2" charset="2"/>
                        <a:buChar char="§"/>
                      </a:pPr>
                      <a:r>
                        <a:rPr lang="en-US" sz="1400"/>
                        <a:t>Australia</a:t>
                      </a:r>
                    </a:p>
                    <a:p>
                      <a:pPr marL="285750" indent="-285750">
                        <a:buFont typeface="Wingdings" panose="05000000000000000000" pitchFamily="2" charset="2"/>
                        <a:buChar char="§"/>
                      </a:pPr>
                      <a:r>
                        <a:rPr lang="en-US" sz="1400"/>
                        <a:t>Other</a:t>
                      </a:r>
                    </a:p>
                  </a:txBody>
                  <a:tcPr/>
                </a:tc>
                <a:extLst>
                  <a:ext uri="{0D108BD9-81ED-4DB2-BD59-A6C34878D82A}">
                    <a16:rowId xmlns:a16="http://schemas.microsoft.com/office/drawing/2014/main" val="621761038"/>
                  </a:ext>
                </a:extLst>
              </a:tr>
              <a:tr h="370840">
                <a:tc>
                  <a:txBody>
                    <a:bodyPr/>
                    <a:lstStyle/>
                    <a:p>
                      <a:r>
                        <a:rPr lang="en-US" sz="1400"/>
                        <a:t>Offering</a:t>
                      </a:r>
                    </a:p>
                  </a:txBody>
                  <a:tcPr/>
                </a:tc>
                <a:tc>
                  <a:txBody>
                    <a:bodyPr/>
                    <a:lstStyle/>
                    <a:p>
                      <a:pPr marL="285750" indent="-285750">
                        <a:buFont typeface="Wingdings" panose="05000000000000000000" pitchFamily="2" charset="2"/>
                        <a:buChar char="§"/>
                      </a:pPr>
                      <a:r>
                        <a:rPr lang="en-US" sz="1400"/>
                        <a:t>All</a:t>
                      </a:r>
                    </a:p>
                    <a:p>
                      <a:pPr marL="285750" indent="-285750">
                        <a:buFont typeface="Wingdings" panose="05000000000000000000" pitchFamily="2" charset="2"/>
                        <a:buChar char="§"/>
                      </a:pPr>
                      <a:r>
                        <a:rPr lang="en-US" sz="1400"/>
                        <a:t>Each of the 5 offerings from Deepa framework</a:t>
                      </a:r>
                    </a:p>
                  </a:txBody>
                  <a:tcPr/>
                </a:tc>
                <a:extLst>
                  <a:ext uri="{0D108BD9-81ED-4DB2-BD59-A6C34878D82A}">
                    <a16:rowId xmlns:a16="http://schemas.microsoft.com/office/drawing/2014/main" val="3677686773"/>
                  </a:ext>
                </a:extLst>
              </a:tr>
            </a:tbl>
          </a:graphicData>
        </a:graphic>
      </p:graphicFrame>
      <p:sp>
        <p:nvSpPr>
          <p:cNvPr id="3" name="Title 2">
            <a:extLst>
              <a:ext uri="{FF2B5EF4-FFF2-40B4-BE49-F238E27FC236}">
                <a16:creationId xmlns:a16="http://schemas.microsoft.com/office/drawing/2014/main" id="{5E38B7E7-0997-4A67-9E18-86B17A647025}"/>
              </a:ext>
            </a:extLst>
          </p:cNvPr>
          <p:cNvSpPr>
            <a:spLocks noGrp="1"/>
          </p:cNvSpPr>
          <p:nvPr>
            <p:ph type="title"/>
          </p:nvPr>
        </p:nvSpPr>
        <p:spPr/>
        <p:txBody>
          <a:bodyPr/>
          <a:lstStyle/>
          <a:p>
            <a:r>
              <a:rPr lang="en-US"/>
              <a:t>Proposed Filters</a:t>
            </a:r>
          </a:p>
        </p:txBody>
      </p:sp>
      <p:graphicFrame>
        <p:nvGraphicFramePr>
          <p:cNvPr id="5" name="Table 4">
            <a:extLst>
              <a:ext uri="{FF2B5EF4-FFF2-40B4-BE49-F238E27FC236}">
                <a16:creationId xmlns:a16="http://schemas.microsoft.com/office/drawing/2014/main" id="{D141CAA6-9019-4979-9F52-5EF4B5F1789A}"/>
              </a:ext>
            </a:extLst>
          </p:cNvPr>
          <p:cNvGraphicFramePr>
            <a:graphicFrameLocks/>
          </p:cNvGraphicFramePr>
          <p:nvPr/>
        </p:nvGraphicFramePr>
        <p:xfrm>
          <a:off x="6107320" y="1285875"/>
          <a:ext cx="5615934" cy="2900680"/>
        </p:xfrm>
        <a:graphic>
          <a:graphicData uri="http://schemas.openxmlformats.org/drawingml/2006/table">
            <a:tbl>
              <a:tblPr firstRow="1" bandRow="1">
                <a:tableStyleId>{5C22544A-7EE6-4342-B048-85BDC9FD1C3A}</a:tableStyleId>
              </a:tblPr>
              <a:tblGrid>
                <a:gridCol w="2807967">
                  <a:extLst>
                    <a:ext uri="{9D8B030D-6E8A-4147-A177-3AD203B41FA5}">
                      <a16:colId xmlns:a16="http://schemas.microsoft.com/office/drawing/2014/main" val="764301697"/>
                    </a:ext>
                  </a:extLst>
                </a:gridCol>
                <a:gridCol w="2807967">
                  <a:extLst>
                    <a:ext uri="{9D8B030D-6E8A-4147-A177-3AD203B41FA5}">
                      <a16:colId xmlns:a16="http://schemas.microsoft.com/office/drawing/2014/main" val="2750752058"/>
                    </a:ext>
                  </a:extLst>
                </a:gridCol>
              </a:tblGrid>
              <a:tr h="370840">
                <a:tc>
                  <a:txBody>
                    <a:bodyPr/>
                    <a:lstStyle/>
                    <a:p>
                      <a:r>
                        <a:rPr lang="en-US"/>
                        <a:t>FILTER</a:t>
                      </a:r>
                    </a:p>
                  </a:txBody>
                  <a:tcPr/>
                </a:tc>
                <a:tc>
                  <a:txBody>
                    <a:bodyPr/>
                    <a:lstStyle/>
                    <a:p>
                      <a:r>
                        <a:rPr lang="en-US"/>
                        <a:t>Field Options</a:t>
                      </a:r>
                    </a:p>
                  </a:txBody>
                  <a:tcPr/>
                </a:tc>
                <a:extLst>
                  <a:ext uri="{0D108BD9-81ED-4DB2-BD59-A6C34878D82A}">
                    <a16:rowId xmlns:a16="http://schemas.microsoft.com/office/drawing/2014/main" val="3806878444"/>
                  </a:ext>
                </a:extLst>
              </a:tr>
              <a:tr h="370840">
                <a:tc>
                  <a:txBody>
                    <a:bodyPr/>
                    <a:lstStyle/>
                    <a:p>
                      <a:r>
                        <a:rPr lang="en-US" sz="1400" dirty="0"/>
                        <a:t>Metric</a:t>
                      </a:r>
                    </a:p>
                  </a:txBody>
                  <a:tcPr/>
                </a:tc>
                <a:tc>
                  <a:txBody>
                    <a:bodyPr/>
                    <a:lstStyle/>
                    <a:p>
                      <a:pPr marL="285750" indent="-285750">
                        <a:buFont typeface="Wingdings" panose="05000000000000000000" pitchFamily="2" charset="2"/>
                        <a:buChar char="§"/>
                      </a:pPr>
                      <a:r>
                        <a:rPr lang="en-US" sz="1400" kern="1200" dirty="0">
                          <a:solidFill>
                            <a:schemeClr val="dk1"/>
                          </a:solidFill>
                          <a:latin typeface="+mn-lt"/>
                          <a:ea typeface="+mn-ea"/>
                          <a:cs typeface="+mn-cs"/>
                        </a:rPr>
                        <a:t>RIH (M$)</a:t>
                      </a:r>
                    </a:p>
                    <a:p>
                      <a:pPr marL="285750" indent="-285750">
                        <a:buFont typeface="Wingdings" panose="05000000000000000000" pitchFamily="2" charset="2"/>
                        <a:buChar char="§"/>
                      </a:pPr>
                      <a:r>
                        <a:rPr lang="en-US" sz="1400" kern="1200" dirty="0">
                          <a:solidFill>
                            <a:schemeClr val="dk1"/>
                          </a:solidFill>
                          <a:latin typeface="+mn-lt"/>
                          <a:ea typeface="+mn-ea"/>
                          <a:cs typeface="+mn-cs"/>
                        </a:rPr>
                        <a:t>TCV Won (M$)  </a:t>
                      </a:r>
                    </a:p>
                    <a:p>
                      <a:pPr marL="285750" indent="-285750">
                        <a:buFont typeface="Wingdings" panose="05000000000000000000" pitchFamily="2" charset="2"/>
                        <a:buChar char="§"/>
                      </a:pPr>
                      <a:r>
                        <a:rPr lang="en-US" sz="1400" kern="1200" noProof="0" dirty="0">
                          <a:solidFill>
                            <a:schemeClr val="dk1"/>
                          </a:solidFill>
                          <a:latin typeface="+mn-lt"/>
                          <a:ea typeface="+mn-ea"/>
                          <a:cs typeface="+mn-cs"/>
                        </a:rPr>
                        <a:t>Strike Rate </a:t>
                      </a:r>
                      <a:endParaRPr lang="en-US" sz="1400" kern="1200" dirty="0">
                        <a:solidFill>
                          <a:schemeClr val="dk1"/>
                        </a:solidFill>
                        <a:latin typeface="+mn-l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latin typeface="+mn-lt"/>
                          <a:ea typeface="+mn-ea"/>
                          <a:cs typeface="+mn-cs"/>
                        </a:rPr>
                        <a:t>TOT Opportunities Count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latin typeface="+mn-lt"/>
                          <a:ea typeface="+mn-ea"/>
                          <a:cs typeface="+mn-cs"/>
                        </a:rPr>
                        <a:t>Won Opportunities Count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noProof="0" dirty="0">
                          <a:solidFill>
                            <a:schemeClr val="dk1"/>
                          </a:solidFill>
                          <a:latin typeface="+mn-lt"/>
                          <a:ea typeface="+mn-ea"/>
                          <a:cs typeface="+mn-cs"/>
                        </a:rPr>
                        <a:t>Hit Rate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latin typeface="+mn-lt"/>
                          <a:ea typeface="+mn-ea"/>
                          <a:cs typeface="+mn-cs"/>
                        </a:rPr>
                        <a:t>Penetration Rate (%)</a:t>
                      </a:r>
                    </a:p>
                  </a:txBody>
                  <a:tcPr/>
                </a:tc>
                <a:extLst>
                  <a:ext uri="{0D108BD9-81ED-4DB2-BD59-A6C34878D82A}">
                    <a16:rowId xmlns:a16="http://schemas.microsoft.com/office/drawing/2014/main" val="728906280"/>
                  </a:ext>
                </a:extLst>
              </a:tr>
              <a:tr h="370840">
                <a:tc>
                  <a:txBody>
                    <a:bodyPr/>
                    <a:lstStyle/>
                    <a:p>
                      <a:r>
                        <a:rPr lang="en-US" sz="1400" dirty="0"/>
                        <a:t>Launch Year</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latin typeface="+mn-lt"/>
                          <a:ea typeface="+mn-ea"/>
                          <a:cs typeface="+mn-cs"/>
                        </a:rPr>
                        <a:t>All</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latin typeface="+mn-lt"/>
                          <a:ea typeface="+mn-ea"/>
                          <a:cs typeface="+mn-cs"/>
                        </a:rPr>
                        <a:t>Earlier than 2017</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latin typeface="+mn-lt"/>
                          <a:ea typeface="+mn-ea"/>
                          <a:cs typeface="+mn-cs"/>
                        </a:rPr>
                        <a:t>Each year 2018 onwards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3929817022"/>
                  </a:ext>
                </a:extLst>
              </a:tr>
            </a:tbl>
          </a:graphicData>
        </a:graphic>
      </p:graphicFrame>
      <p:sp>
        <p:nvSpPr>
          <p:cNvPr id="7" name="TextBox 6">
            <a:extLst>
              <a:ext uri="{FF2B5EF4-FFF2-40B4-BE49-F238E27FC236}">
                <a16:creationId xmlns:a16="http://schemas.microsoft.com/office/drawing/2014/main" id="{DE6D3BBC-2B4B-42B5-9F0F-ACF058A22B00}"/>
              </a:ext>
            </a:extLst>
          </p:cNvPr>
          <p:cNvSpPr txBox="1"/>
          <p:nvPr/>
        </p:nvSpPr>
        <p:spPr>
          <a:xfrm>
            <a:off x="6191893" y="4617135"/>
            <a:ext cx="5365107" cy="92333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B3A42"/>
                </a:solidFill>
                <a:effectLst/>
                <a:uLnTx/>
                <a:uFillTx/>
                <a:latin typeface="Arial" panose="020B0604020202020204"/>
                <a:ea typeface="+mn-ea"/>
                <a:cs typeface="+mn-cs"/>
              </a:rPr>
              <a:t>We also need to be able to download full </a:t>
            </a:r>
            <a:r>
              <a:rPr kumimoji="0" lang="en-US" sz="1800" b="0" i="0" u="none" strike="noStrike" kern="1200" cap="none" spc="0" normalizeH="0" baseline="0" noProof="0" dirty="0" err="1">
                <a:ln>
                  <a:noFill/>
                </a:ln>
                <a:solidFill>
                  <a:srgbClr val="2B3A42"/>
                </a:solidFill>
                <a:effectLst/>
                <a:uLnTx/>
                <a:uFillTx/>
                <a:latin typeface="Arial" panose="020B0604020202020204"/>
                <a:ea typeface="+mn-ea"/>
                <a:cs typeface="+mn-cs"/>
              </a:rPr>
              <a:t>Opps</a:t>
            </a:r>
            <a:r>
              <a:rPr kumimoji="0" lang="en-US" sz="1800" b="0" i="0" u="none" strike="noStrike" kern="1200" cap="none" spc="0" normalizeH="0" baseline="0" noProof="0" dirty="0">
                <a:ln>
                  <a:noFill/>
                </a:ln>
                <a:solidFill>
                  <a:srgbClr val="2B3A42"/>
                </a:solidFill>
                <a:effectLst/>
                <a:uLnTx/>
                <a:uFillTx/>
                <a:latin typeface="Arial" panose="020B0604020202020204"/>
                <a:ea typeface="+mn-ea"/>
                <a:cs typeface="+mn-cs"/>
              </a:rPr>
              <a:t> with all </a:t>
            </a:r>
            <a:r>
              <a:rPr kumimoji="0" lang="en-US" sz="1800" b="0" i="0" u="none" strike="noStrike" kern="1200" cap="none" spc="0" normalizeH="0" baseline="0" noProof="0" dirty="0" err="1">
                <a:ln>
                  <a:noFill/>
                </a:ln>
                <a:solidFill>
                  <a:srgbClr val="2B3A42"/>
                </a:solidFill>
                <a:effectLst/>
                <a:uLnTx/>
                <a:uFillTx/>
                <a:latin typeface="Arial" panose="020B0604020202020204"/>
                <a:ea typeface="+mn-ea"/>
                <a:cs typeface="+mn-cs"/>
              </a:rPr>
              <a:t>opp</a:t>
            </a:r>
            <a:r>
              <a:rPr kumimoji="0" lang="en-US" sz="1800" b="0" i="0" u="none" strike="noStrike" kern="1200" cap="none" spc="0" normalizeH="0" baseline="0" noProof="0" dirty="0">
                <a:ln>
                  <a:noFill/>
                </a:ln>
                <a:solidFill>
                  <a:srgbClr val="2B3A42"/>
                </a:solidFill>
                <a:effectLst/>
                <a:uLnTx/>
                <a:uFillTx/>
                <a:latin typeface="Arial" panose="020B0604020202020204"/>
                <a:ea typeface="+mn-ea"/>
                <a:cs typeface="+mn-cs"/>
              </a:rPr>
              <a:t> details (e.g. </a:t>
            </a:r>
            <a:r>
              <a:rPr kumimoji="0" lang="en-US" sz="1800" b="0" i="0" u="none" strike="noStrike" kern="1200" cap="none" spc="0" normalizeH="0" baseline="0" noProof="0" dirty="0" err="1">
                <a:ln>
                  <a:noFill/>
                </a:ln>
                <a:solidFill>
                  <a:srgbClr val="2B3A42"/>
                </a:solidFill>
                <a:effectLst/>
                <a:uLnTx/>
                <a:uFillTx/>
                <a:latin typeface="Arial" panose="020B0604020202020204"/>
                <a:ea typeface="+mn-ea"/>
                <a:cs typeface="+mn-cs"/>
              </a:rPr>
              <a:t>opp</a:t>
            </a:r>
            <a:r>
              <a:rPr kumimoji="0" lang="en-US" sz="1800" b="0" i="0" u="none" strike="noStrike" kern="1200" cap="none" spc="0" normalizeH="0" baseline="0" noProof="0" dirty="0">
                <a:ln>
                  <a:noFill/>
                </a:ln>
                <a:solidFill>
                  <a:srgbClr val="2B3A42"/>
                </a:solidFill>
                <a:effectLst/>
                <a:uLnTx/>
                <a:uFillTx/>
                <a:latin typeface="Arial" panose="020B0604020202020204"/>
                <a:ea typeface="+mn-ea"/>
                <a:cs typeface="+mn-cs"/>
              </a:rPr>
              <a:t> name, opp. ID, stage, Therapy area)</a:t>
            </a:r>
          </a:p>
        </p:txBody>
      </p:sp>
    </p:spTree>
    <p:extLst>
      <p:ext uri="{BB962C8B-B14F-4D97-AF65-F5344CB8AC3E}">
        <p14:creationId xmlns:p14="http://schemas.microsoft.com/office/powerpoint/2010/main" val="12259520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EEF1F64-489C-4773-898B-7E0C373EF7E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5" name="Object 4" hidden="1">
                        <a:extLst>
                          <a:ext uri="{FF2B5EF4-FFF2-40B4-BE49-F238E27FC236}">
                            <a16:creationId xmlns:a16="http://schemas.microsoft.com/office/drawing/2014/main" id="{1EEF1F64-489C-4773-898B-7E0C373EF7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Content Placeholder 1">
            <a:extLst>
              <a:ext uri="{FF2B5EF4-FFF2-40B4-BE49-F238E27FC236}">
                <a16:creationId xmlns:a16="http://schemas.microsoft.com/office/drawing/2014/main" id="{851CE58A-3F5D-47DD-AFB4-BFCC77AADB64}"/>
              </a:ext>
            </a:extLst>
          </p:cNvPr>
          <p:cNvSpPr>
            <a:spLocks noGrp="1"/>
          </p:cNvSpPr>
          <p:nvPr>
            <p:ph idx="1"/>
          </p:nvPr>
        </p:nvSpPr>
        <p:spPr>
          <a:solidFill>
            <a:schemeClr val="bg1">
              <a:lumMod val="95000"/>
            </a:schemeClr>
          </a:solidFill>
        </p:spPr>
        <p:txBody>
          <a:bodyPr/>
          <a:lstStyle/>
          <a:p>
            <a:pPr marL="342900" marR="0" lvl="0" indent="-342900">
              <a:lnSpc>
                <a:spcPct val="107000"/>
              </a:lnSpc>
              <a:spcBef>
                <a:spcPts val="600"/>
              </a:spcBef>
              <a:spcAft>
                <a:spcPts val="0"/>
              </a:spcAft>
              <a:buFont typeface="+mj-lt"/>
              <a:buAutoNum type="arabicPeriod"/>
            </a:pPr>
            <a:r>
              <a:rPr lang="en-US" sz="1400" dirty="0">
                <a:effectLst/>
                <a:latin typeface="+mj-lt"/>
                <a:ea typeface="Calibri" panose="020F0502020204030204" pitchFamily="34" charset="0"/>
                <a:cs typeface="Times New Roman" panose="02020603050405020304" pitchFamily="18" charset="0"/>
              </a:rPr>
              <a:t>Tracks all </a:t>
            </a:r>
            <a:r>
              <a:rPr lang="en-US" sz="1400" dirty="0" err="1">
                <a:effectLst/>
                <a:latin typeface="+mj-lt"/>
                <a:ea typeface="Calibri" panose="020F0502020204030204" pitchFamily="34" charset="0"/>
                <a:cs typeface="Times New Roman" panose="02020603050405020304" pitchFamily="18" charset="0"/>
              </a:rPr>
              <a:t>opps</a:t>
            </a:r>
            <a:r>
              <a:rPr lang="en-US" sz="1400" dirty="0">
                <a:effectLst/>
                <a:latin typeface="+mj-lt"/>
                <a:ea typeface="Calibri" panose="020F0502020204030204" pitchFamily="34" charset="0"/>
                <a:cs typeface="Times New Roman" panose="02020603050405020304" pitchFamily="18" charset="0"/>
              </a:rPr>
              <a:t> Product codes in CRM as per MDM Hierarchy file shared</a:t>
            </a:r>
          </a:p>
          <a:p>
            <a:pPr marL="342900" marR="0" lvl="0" indent="-342900">
              <a:lnSpc>
                <a:spcPct val="107000"/>
              </a:lnSpc>
              <a:spcBef>
                <a:spcPts val="600"/>
              </a:spcBef>
              <a:spcAft>
                <a:spcPts val="0"/>
              </a:spcAft>
              <a:buFont typeface="+mj-lt"/>
              <a:buAutoNum type="arabicPeriod"/>
            </a:pPr>
            <a:r>
              <a:rPr lang="en-US" sz="1400" dirty="0">
                <a:effectLst/>
                <a:latin typeface="+mj-lt"/>
                <a:ea typeface="Calibri" panose="020F0502020204030204" pitchFamily="34" charset="0"/>
                <a:cs typeface="Times New Roman" panose="02020603050405020304" pitchFamily="18" charset="0"/>
              </a:rPr>
              <a:t>Account = Customer name level 5 (Cust_Nm_Lvl7) – Global Parent account</a:t>
            </a:r>
          </a:p>
          <a:p>
            <a:pPr marL="342900" indent="-342900">
              <a:lnSpc>
                <a:spcPct val="107000"/>
              </a:lnSpc>
              <a:spcBef>
                <a:spcPts val="600"/>
              </a:spcBef>
              <a:buFont typeface="+mj-lt"/>
              <a:buAutoNum type="arabicPeriod"/>
            </a:pPr>
            <a:r>
              <a:rPr lang="en-US" sz="1400" dirty="0">
                <a:effectLst/>
                <a:latin typeface="+mj-lt"/>
                <a:ea typeface="Calibri" panose="020F0502020204030204" pitchFamily="34" charset="0"/>
                <a:cs typeface="Times New Roman" panose="02020603050405020304" pitchFamily="18" charset="0"/>
              </a:rPr>
              <a:t>Business Unit = Profit center description level 7 (ProfitCenter_Desc_Lvl7)</a:t>
            </a:r>
          </a:p>
          <a:p>
            <a:pPr marL="342900" marR="0" lvl="0" indent="-342900">
              <a:lnSpc>
                <a:spcPct val="107000"/>
              </a:lnSpc>
              <a:spcBef>
                <a:spcPts val="600"/>
              </a:spcBef>
              <a:spcAft>
                <a:spcPts val="0"/>
              </a:spcAft>
              <a:buFont typeface="+mj-lt"/>
              <a:buAutoNum type="arabicPeriod"/>
            </a:pPr>
            <a:r>
              <a:rPr lang="en-US" sz="1400" dirty="0">
                <a:effectLst/>
                <a:latin typeface="+mj-lt"/>
                <a:ea typeface="Calibri" panose="020F0502020204030204" pitchFamily="34" charset="0"/>
                <a:cs typeface="Times New Roman" panose="02020603050405020304" pitchFamily="18" charset="0"/>
              </a:rPr>
              <a:t>Time period –  </a:t>
            </a:r>
          </a:p>
          <a:p>
            <a:pPr lvl="2">
              <a:lnSpc>
                <a:spcPct val="107000"/>
              </a:lnSpc>
              <a:spcBef>
                <a:spcPts val="600"/>
              </a:spcBef>
            </a:pPr>
            <a:r>
              <a:rPr lang="en-US" sz="1400" dirty="0">
                <a:effectLst/>
                <a:latin typeface="+mj-lt"/>
                <a:ea typeface="Calibri" panose="020F0502020204030204" pitchFamily="34" charset="0"/>
                <a:cs typeface="Times New Roman" panose="02020603050405020304" pitchFamily="18" charset="0"/>
              </a:rPr>
              <a:t>TCV won &amp; TCV lost = actual close date</a:t>
            </a:r>
          </a:p>
          <a:p>
            <a:pPr lvl="2">
              <a:lnSpc>
                <a:spcPct val="107000"/>
              </a:lnSpc>
              <a:spcBef>
                <a:spcPts val="600"/>
              </a:spcBef>
            </a:pPr>
            <a:r>
              <a:rPr lang="en-US" sz="1400" dirty="0">
                <a:effectLst/>
                <a:latin typeface="+mj-lt"/>
                <a:ea typeface="Calibri" panose="020F0502020204030204" pitchFamily="34" charset="0"/>
                <a:cs typeface="Times New Roman" panose="02020603050405020304" pitchFamily="18" charset="0"/>
              </a:rPr>
              <a:t>TCV pipe = Expected/Targeted close date</a:t>
            </a:r>
          </a:p>
          <a:p>
            <a:pPr lvl="2">
              <a:lnSpc>
                <a:spcPct val="107000"/>
              </a:lnSpc>
              <a:spcBef>
                <a:spcPts val="600"/>
              </a:spcBef>
            </a:pPr>
            <a:r>
              <a:rPr lang="en-US" sz="1400" dirty="0">
                <a:effectLst/>
                <a:latin typeface="+mj-lt"/>
                <a:ea typeface="Calibri" panose="020F0502020204030204" pitchFamily="34" charset="0"/>
                <a:cs typeface="Times New Roman" panose="02020603050405020304" pitchFamily="18" charset="0"/>
              </a:rPr>
              <a:t>RIH = RIH of chosen period – Accounting Date</a:t>
            </a:r>
          </a:p>
          <a:p>
            <a:pPr marL="342900" indent="-342900">
              <a:lnSpc>
                <a:spcPct val="107000"/>
              </a:lnSpc>
              <a:spcBef>
                <a:spcPts val="600"/>
              </a:spcBef>
              <a:buFont typeface="+mj-lt"/>
              <a:buAutoNum type="arabicPeriod"/>
            </a:pPr>
            <a:r>
              <a:rPr lang="en-US" sz="1400" dirty="0">
                <a:effectLst/>
                <a:latin typeface="+mj-lt"/>
                <a:ea typeface="Calibri" panose="020F0502020204030204" pitchFamily="34" charset="0"/>
                <a:cs typeface="Times New Roman" panose="02020603050405020304" pitchFamily="18" charset="0"/>
              </a:rPr>
              <a:t>TCV calculations</a:t>
            </a:r>
          </a:p>
          <a:p>
            <a:pPr lvl="2">
              <a:lnSpc>
                <a:spcPct val="107000"/>
              </a:lnSpc>
              <a:spcBef>
                <a:spcPts val="600"/>
              </a:spcBef>
            </a:pPr>
            <a:r>
              <a:rPr lang="en-US" sz="1400" dirty="0">
                <a:effectLst/>
                <a:latin typeface="+mj-lt"/>
                <a:ea typeface="Calibri" panose="020F0502020204030204" pitchFamily="34" charset="0"/>
                <a:cs typeface="Times New Roman" panose="02020603050405020304" pitchFamily="18" charset="0"/>
              </a:rPr>
              <a:t>TCV won = Stage 6 + 7a + In-Hand</a:t>
            </a:r>
          </a:p>
          <a:p>
            <a:pPr lvl="2">
              <a:lnSpc>
                <a:spcPct val="107000"/>
              </a:lnSpc>
              <a:spcBef>
                <a:spcPts val="600"/>
              </a:spcBef>
            </a:pPr>
            <a:r>
              <a:rPr lang="en-US" sz="1400" dirty="0">
                <a:effectLst/>
                <a:latin typeface="+mj-lt"/>
                <a:ea typeface="Calibri" panose="020F0502020204030204" pitchFamily="34" charset="0"/>
                <a:cs typeface="Times New Roman" panose="02020603050405020304" pitchFamily="18" charset="0"/>
              </a:rPr>
              <a:t>TCV lost = Lost 7b</a:t>
            </a:r>
          </a:p>
          <a:p>
            <a:pPr lvl="2">
              <a:lnSpc>
                <a:spcPct val="107000"/>
              </a:lnSpc>
              <a:spcBef>
                <a:spcPts val="600"/>
              </a:spcBef>
            </a:pPr>
            <a:r>
              <a:rPr lang="en-US" sz="1400" dirty="0">
                <a:effectLst/>
                <a:latin typeface="+mj-lt"/>
                <a:ea typeface="Calibri" panose="020F0502020204030204" pitchFamily="34" charset="0"/>
                <a:cs typeface="Times New Roman" panose="02020603050405020304" pitchFamily="18" charset="0"/>
              </a:rPr>
              <a:t>TCV pipe = Stage 1-5</a:t>
            </a:r>
          </a:p>
          <a:p>
            <a:pPr marL="342900" marR="0" lvl="0" indent="-342900">
              <a:lnSpc>
                <a:spcPct val="107000"/>
              </a:lnSpc>
              <a:spcBef>
                <a:spcPts val="600"/>
              </a:spcBef>
              <a:spcAft>
                <a:spcPts val="0"/>
              </a:spcAft>
              <a:buFont typeface="+mj-lt"/>
              <a:buAutoNum type="arabicPeriod"/>
            </a:pPr>
            <a:r>
              <a:rPr lang="en-US" sz="1400" dirty="0">
                <a:effectLst/>
                <a:latin typeface="+mj-lt"/>
                <a:ea typeface="Calibri" panose="020F0502020204030204" pitchFamily="34" charset="0"/>
                <a:cs typeface="Times New Roman" panose="02020603050405020304" pitchFamily="18" charset="0"/>
              </a:rPr>
              <a:t>Strike rate% = </a:t>
            </a:r>
            <a:r>
              <a:rPr lang="en-US" sz="1400" dirty="0"/>
              <a:t>TCV won / YTD TCV closed </a:t>
            </a:r>
          </a:p>
          <a:p>
            <a:pPr marL="342900" marR="0" lvl="0" indent="-342900">
              <a:lnSpc>
                <a:spcPct val="107000"/>
              </a:lnSpc>
              <a:spcBef>
                <a:spcPts val="600"/>
              </a:spcBef>
              <a:spcAft>
                <a:spcPts val="0"/>
              </a:spcAft>
              <a:buFont typeface="+mj-lt"/>
              <a:buAutoNum type="arabicPeriod"/>
            </a:pPr>
            <a:r>
              <a:rPr lang="en-US" sz="1400" dirty="0">
                <a:latin typeface="+mj-lt"/>
                <a:ea typeface="Calibri" panose="020F0502020204030204" pitchFamily="34" charset="0"/>
                <a:cs typeface="Times New Roman" panose="02020603050405020304" pitchFamily="18" charset="0"/>
              </a:rPr>
              <a:t>Win rate% = Won </a:t>
            </a:r>
            <a:r>
              <a:rPr lang="en-US" sz="1400" dirty="0"/>
              <a:t>Opportunity count / Total Closed Opportunity count</a:t>
            </a:r>
            <a:endParaRPr lang="en-US" sz="1400" dirty="0">
              <a:latin typeface="+mj-lt"/>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0"/>
              </a:spcAft>
              <a:buFont typeface="+mj-lt"/>
              <a:buAutoNum type="arabicPeriod"/>
            </a:pPr>
            <a:r>
              <a:rPr lang="en-US" sz="1400" dirty="0">
                <a:latin typeface="+mj-lt"/>
                <a:ea typeface="Calibri" panose="020F0502020204030204" pitchFamily="34" charset="0"/>
                <a:cs typeface="Times New Roman" panose="02020603050405020304" pitchFamily="18" charset="0"/>
              </a:rPr>
              <a:t>Penetration rate% = Business Unit = Profit center description level 7 (ProfitCenter_Desc_Lvl7)</a:t>
            </a:r>
          </a:p>
        </p:txBody>
      </p:sp>
      <p:sp>
        <p:nvSpPr>
          <p:cNvPr id="3" name="Title 2">
            <a:extLst>
              <a:ext uri="{FF2B5EF4-FFF2-40B4-BE49-F238E27FC236}">
                <a16:creationId xmlns:a16="http://schemas.microsoft.com/office/drawing/2014/main" id="{339948A4-F67E-467D-A1BB-F3CE99325D14}"/>
              </a:ext>
            </a:extLst>
          </p:cNvPr>
          <p:cNvSpPr>
            <a:spLocks noGrp="1"/>
          </p:cNvSpPr>
          <p:nvPr>
            <p:ph type="title"/>
          </p:nvPr>
        </p:nvSpPr>
        <p:spPr/>
        <p:txBody>
          <a:bodyPr vert="horz"/>
          <a:lstStyle/>
          <a:p>
            <a:r>
              <a:rPr lang="en-US" dirty="0"/>
              <a:t>Business rules and definitions</a:t>
            </a:r>
          </a:p>
        </p:txBody>
      </p:sp>
    </p:spTree>
    <p:extLst>
      <p:ext uri="{BB962C8B-B14F-4D97-AF65-F5344CB8AC3E}">
        <p14:creationId xmlns:p14="http://schemas.microsoft.com/office/powerpoint/2010/main" val="18742147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EEF1F64-489C-4773-898B-7E0C373EF7E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5" name="Object 4" hidden="1">
                        <a:extLst>
                          <a:ext uri="{FF2B5EF4-FFF2-40B4-BE49-F238E27FC236}">
                            <a16:creationId xmlns:a16="http://schemas.microsoft.com/office/drawing/2014/main" id="{1EEF1F64-489C-4773-898B-7E0C373EF7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Content Placeholder 1">
            <a:extLst>
              <a:ext uri="{FF2B5EF4-FFF2-40B4-BE49-F238E27FC236}">
                <a16:creationId xmlns:a16="http://schemas.microsoft.com/office/drawing/2014/main" id="{851CE58A-3F5D-47DD-AFB4-BFCC77AADB64}"/>
              </a:ext>
            </a:extLst>
          </p:cNvPr>
          <p:cNvSpPr>
            <a:spLocks noGrp="1"/>
          </p:cNvSpPr>
          <p:nvPr>
            <p:ph idx="1"/>
          </p:nvPr>
        </p:nvSpPr>
        <p:spPr>
          <a:solidFill>
            <a:schemeClr val="bg1">
              <a:lumMod val="95000"/>
            </a:schemeClr>
          </a:solidFill>
        </p:spPr>
        <p:txBody>
          <a:bodyPr/>
          <a:lstStyle/>
          <a:p>
            <a:pPr marL="342900" marR="0" lvl="0" indent="-342900">
              <a:lnSpc>
                <a:spcPct val="107000"/>
              </a:lnSpc>
              <a:spcBef>
                <a:spcPts val="600"/>
              </a:spcBef>
              <a:spcAft>
                <a:spcPts val="0"/>
              </a:spcAft>
              <a:buFont typeface="+mj-lt"/>
              <a:buAutoNum type="arabicPeriod" startAt="9"/>
            </a:pPr>
            <a:r>
              <a:rPr lang="en-US" sz="1400" dirty="0" err="1">
                <a:effectLst/>
                <a:latin typeface="+mj-lt"/>
                <a:ea typeface="Calibri" panose="020F0502020204030204" pitchFamily="34" charset="0"/>
                <a:cs typeface="Times New Roman" panose="02020603050405020304" pitchFamily="18" charset="0"/>
              </a:rPr>
              <a:t>Opp</a:t>
            </a:r>
            <a:r>
              <a:rPr lang="en-US" sz="1400" dirty="0">
                <a:effectLst/>
                <a:latin typeface="+mj-lt"/>
                <a:ea typeface="Calibri" panose="020F0502020204030204" pitchFamily="34" charset="0"/>
                <a:cs typeface="Times New Roman" panose="02020603050405020304" pitchFamily="18" charset="0"/>
              </a:rPr>
              <a:t> count calculations = Should show total (including duplicate) as relevant for launch offering and pillar however, total </a:t>
            </a:r>
            <a:r>
              <a:rPr lang="en-US" sz="1400" dirty="0" err="1">
                <a:effectLst/>
                <a:latin typeface="+mj-lt"/>
                <a:ea typeface="Calibri" panose="020F0502020204030204" pitchFamily="34" charset="0"/>
                <a:cs typeface="Times New Roman" panose="02020603050405020304" pitchFamily="18" charset="0"/>
              </a:rPr>
              <a:t>opps</a:t>
            </a:r>
            <a:r>
              <a:rPr lang="en-US" sz="1400" dirty="0">
                <a:effectLst/>
                <a:latin typeface="+mj-lt"/>
                <a:ea typeface="Calibri" panose="020F0502020204030204" pitchFamily="34" charset="0"/>
                <a:cs typeface="Times New Roman" panose="02020603050405020304" pitchFamily="18" charset="0"/>
              </a:rPr>
              <a:t> should be unique. Examples of calculations</a:t>
            </a:r>
          </a:p>
          <a:p>
            <a:pPr lvl="2">
              <a:lnSpc>
                <a:spcPct val="107000"/>
              </a:lnSpc>
              <a:spcBef>
                <a:spcPts val="600"/>
              </a:spcBef>
            </a:pPr>
            <a:r>
              <a:rPr lang="en-US" sz="1400" b="1" dirty="0">
                <a:effectLst/>
                <a:latin typeface="+mj-lt"/>
                <a:ea typeface="Calibri" panose="020F0502020204030204" pitchFamily="34" charset="0"/>
                <a:cs typeface="Times New Roman" panose="02020603050405020304" pitchFamily="18" charset="0"/>
              </a:rPr>
              <a:t>Example 1 – Launch Pillar and Total:</a:t>
            </a:r>
          </a:p>
          <a:p>
            <a:pPr lvl="3">
              <a:lnSpc>
                <a:spcPct val="107000"/>
              </a:lnSpc>
              <a:spcBef>
                <a:spcPts val="600"/>
              </a:spcBef>
            </a:pPr>
            <a:r>
              <a:rPr lang="en-US" sz="1400" dirty="0">
                <a:effectLst/>
                <a:latin typeface="+mj-lt"/>
                <a:ea typeface="Calibri" panose="020F0502020204030204" pitchFamily="34" charset="0"/>
                <a:cs typeface="Times New Roman" panose="02020603050405020304" pitchFamily="18" charset="0"/>
              </a:rPr>
              <a:t>Patient &amp; Market Insights = 4 unique </a:t>
            </a:r>
            <a:r>
              <a:rPr lang="en-US" sz="1400" dirty="0" err="1">
                <a:effectLst/>
                <a:latin typeface="+mj-lt"/>
                <a:ea typeface="Calibri" panose="020F0502020204030204" pitchFamily="34" charset="0"/>
                <a:cs typeface="Times New Roman" panose="02020603050405020304" pitchFamily="18" charset="0"/>
              </a:rPr>
              <a:t>opp</a:t>
            </a:r>
            <a:r>
              <a:rPr lang="en-US" sz="1400" dirty="0">
                <a:effectLst/>
                <a:latin typeface="+mj-lt"/>
                <a:ea typeface="Calibri" panose="020F0502020204030204" pitchFamily="34" charset="0"/>
                <a:cs typeface="Times New Roman" panose="02020603050405020304" pitchFamily="18" charset="0"/>
              </a:rPr>
              <a:t> IDs, 1 </a:t>
            </a:r>
            <a:r>
              <a:rPr lang="en-US" sz="1400" dirty="0" err="1">
                <a:effectLst/>
                <a:latin typeface="+mj-lt"/>
                <a:ea typeface="Calibri" panose="020F0502020204030204" pitchFamily="34" charset="0"/>
                <a:cs typeface="Times New Roman" panose="02020603050405020304" pitchFamily="18" charset="0"/>
              </a:rPr>
              <a:t>opp</a:t>
            </a:r>
            <a:r>
              <a:rPr lang="en-US" sz="1400" dirty="0">
                <a:effectLst/>
                <a:latin typeface="+mj-lt"/>
                <a:ea typeface="Calibri" panose="020F0502020204030204" pitchFamily="34" charset="0"/>
                <a:cs typeface="Times New Roman" panose="02020603050405020304" pitchFamily="18" charset="0"/>
              </a:rPr>
              <a:t> ID overlapping with customer engagement</a:t>
            </a:r>
          </a:p>
          <a:p>
            <a:pPr lvl="3">
              <a:lnSpc>
                <a:spcPct val="107000"/>
              </a:lnSpc>
              <a:spcBef>
                <a:spcPts val="600"/>
              </a:spcBef>
            </a:pPr>
            <a:r>
              <a:rPr lang="en-US" sz="1400" dirty="0">
                <a:effectLst/>
                <a:latin typeface="+mj-lt"/>
                <a:ea typeface="Calibri" panose="020F0502020204030204" pitchFamily="34" charset="0"/>
                <a:cs typeface="Times New Roman" panose="02020603050405020304" pitchFamily="18" charset="0"/>
              </a:rPr>
              <a:t>Customer Engagement = 4 unique </a:t>
            </a:r>
            <a:r>
              <a:rPr lang="en-US" sz="1400" dirty="0" err="1">
                <a:effectLst/>
                <a:latin typeface="+mj-lt"/>
                <a:ea typeface="Calibri" panose="020F0502020204030204" pitchFamily="34" charset="0"/>
                <a:cs typeface="Times New Roman" panose="02020603050405020304" pitchFamily="18" charset="0"/>
              </a:rPr>
              <a:t>opp</a:t>
            </a:r>
            <a:r>
              <a:rPr lang="en-US" sz="1400" dirty="0">
                <a:effectLst/>
                <a:latin typeface="+mj-lt"/>
                <a:ea typeface="Calibri" panose="020F0502020204030204" pitchFamily="34" charset="0"/>
                <a:cs typeface="Times New Roman" panose="02020603050405020304" pitchFamily="18" charset="0"/>
              </a:rPr>
              <a:t> IDs, 1 </a:t>
            </a:r>
            <a:r>
              <a:rPr lang="en-US" sz="1400" dirty="0" err="1">
                <a:effectLst/>
                <a:latin typeface="+mj-lt"/>
                <a:ea typeface="Calibri" panose="020F0502020204030204" pitchFamily="34" charset="0"/>
                <a:cs typeface="Times New Roman" panose="02020603050405020304" pitchFamily="18" charset="0"/>
              </a:rPr>
              <a:t>opp</a:t>
            </a:r>
            <a:r>
              <a:rPr lang="en-US" sz="1400" dirty="0">
                <a:effectLst/>
                <a:latin typeface="+mj-lt"/>
                <a:ea typeface="Calibri" panose="020F0502020204030204" pitchFamily="34" charset="0"/>
                <a:cs typeface="Times New Roman" panose="02020603050405020304" pitchFamily="18" charset="0"/>
              </a:rPr>
              <a:t> ID overlapping with Patient &amp; Market Insights </a:t>
            </a:r>
          </a:p>
          <a:p>
            <a:pPr lvl="3">
              <a:lnSpc>
                <a:spcPct val="107000"/>
              </a:lnSpc>
              <a:spcBef>
                <a:spcPts val="600"/>
              </a:spcBef>
            </a:pPr>
            <a:r>
              <a:rPr lang="en-US" sz="1400" b="1" dirty="0">
                <a:solidFill>
                  <a:schemeClr val="accent2"/>
                </a:solidFill>
                <a:effectLst/>
                <a:latin typeface="+mj-lt"/>
                <a:ea typeface="Calibri" panose="020F0502020204030204" pitchFamily="34" charset="0"/>
                <a:cs typeface="Times New Roman" panose="02020603050405020304" pitchFamily="18" charset="0"/>
              </a:rPr>
              <a:t>Total </a:t>
            </a:r>
            <a:r>
              <a:rPr lang="en-US" sz="1400" b="1" dirty="0" err="1">
                <a:solidFill>
                  <a:schemeClr val="accent2"/>
                </a:solidFill>
                <a:effectLst/>
                <a:latin typeface="+mj-lt"/>
                <a:ea typeface="Calibri" panose="020F0502020204030204" pitchFamily="34" charset="0"/>
                <a:cs typeface="Times New Roman" panose="02020603050405020304" pitchFamily="18" charset="0"/>
              </a:rPr>
              <a:t>Opp</a:t>
            </a:r>
            <a:r>
              <a:rPr lang="en-US" sz="1400" b="1" dirty="0">
                <a:solidFill>
                  <a:schemeClr val="accent2"/>
                </a:solidFill>
                <a:effectLst/>
                <a:latin typeface="+mj-lt"/>
                <a:ea typeface="Calibri" panose="020F0502020204030204" pitchFamily="34" charset="0"/>
                <a:cs typeface="Times New Roman" panose="02020603050405020304" pitchFamily="18" charset="0"/>
              </a:rPr>
              <a:t> = 9 (not 10)</a:t>
            </a:r>
          </a:p>
          <a:p>
            <a:pPr lvl="2">
              <a:lnSpc>
                <a:spcPct val="107000"/>
              </a:lnSpc>
              <a:spcBef>
                <a:spcPts val="600"/>
              </a:spcBef>
            </a:pPr>
            <a:r>
              <a:rPr lang="en-US" sz="1400" b="1" dirty="0">
                <a:effectLst/>
                <a:latin typeface="+mj-lt"/>
                <a:ea typeface="Calibri" panose="020F0502020204030204" pitchFamily="34" charset="0"/>
                <a:cs typeface="Times New Roman" panose="02020603050405020304" pitchFamily="18" charset="0"/>
              </a:rPr>
              <a:t>Example 2 – Launch Offering and Launch Pillar :</a:t>
            </a:r>
          </a:p>
          <a:p>
            <a:pPr lvl="3">
              <a:lnSpc>
                <a:spcPct val="107000"/>
              </a:lnSpc>
              <a:spcBef>
                <a:spcPts val="600"/>
              </a:spcBef>
            </a:pPr>
            <a:r>
              <a:rPr lang="en-US" sz="1400" dirty="0">
                <a:effectLst/>
                <a:latin typeface="+mj-lt"/>
                <a:ea typeface="Calibri" panose="020F0502020204030204" pitchFamily="34" charset="0"/>
                <a:cs typeface="Times New Roman" panose="02020603050405020304" pitchFamily="18" charset="0"/>
              </a:rPr>
              <a:t>Forecasting = 2 unique </a:t>
            </a:r>
            <a:r>
              <a:rPr lang="en-US" sz="1400" dirty="0" err="1">
                <a:effectLst/>
                <a:latin typeface="+mj-lt"/>
                <a:ea typeface="Calibri" panose="020F0502020204030204" pitchFamily="34" charset="0"/>
                <a:cs typeface="Times New Roman" panose="02020603050405020304" pitchFamily="18" charset="0"/>
              </a:rPr>
              <a:t>Opp</a:t>
            </a:r>
            <a:r>
              <a:rPr lang="en-US" sz="1400" dirty="0">
                <a:effectLst/>
                <a:latin typeface="+mj-lt"/>
                <a:ea typeface="Calibri" panose="020F0502020204030204" pitchFamily="34" charset="0"/>
                <a:cs typeface="Times New Roman" panose="02020603050405020304" pitchFamily="18" charset="0"/>
              </a:rPr>
              <a:t> IDs, 1 </a:t>
            </a:r>
            <a:r>
              <a:rPr lang="en-US" sz="1400" dirty="0" err="1">
                <a:effectLst/>
                <a:latin typeface="+mj-lt"/>
                <a:ea typeface="Calibri" panose="020F0502020204030204" pitchFamily="34" charset="0"/>
                <a:cs typeface="Times New Roman" panose="02020603050405020304" pitchFamily="18" charset="0"/>
              </a:rPr>
              <a:t>opp</a:t>
            </a:r>
            <a:r>
              <a:rPr lang="en-US" sz="1400" dirty="0">
                <a:effectLst/>
                <a:latin typeface="+mj-lt"/>
                <a:ea typeface="Calibri" panose="020F0502020204030204" pitchFamily="34" charset="0"/>
                <a:cs typeface="Times New Roman" panose="02020603050405020304" pitchFamily="18" charset="0"/>
              </a:rPr>
              <a:t> ID overlapping with Opportunity assessment</a:t>
            </a:r>
          </a:p>
          <a:p>
            <a:pPr lvl="3">
              <a:lnSpc>
                <a:spcPct val="107000"/>
              </a:lnSpc>
              <a:spcBef>
                <a:spcPts val="600"/>
              </a:spcBef>
            </a:pPr>
            <a:r>
              <a:rPr lang="en-US" sz="1400" dirty="0">
                <a:effectLst/>
                <a:latin typeface="+mj-lt"/>
                <a:ea typeface="Calibri" panose="020F0502020204030204" pitchFamily="34" charset="0"/>
                <a:cs typeface="Times New Roman" panose="02020603050405020304" pitchFamily="18" charset="0"/>
              </a:rPr>
              <a:t>Opportunity assessment = 6 unique </a:t>
            </a:r>
            <a:r>
              <a:rPr lang="en-US" sz="1400" dirty="0" err="1">
                <a:effectLst/>
                <a:latin typeface="+mj-lt"/>
                <a:ea typeface="Calibri" panose="020F0502020204030204" pitchFamily="34" charset="0"/>
                <a:cs typeface="Times New Roman" panose="02020603050405020304" pitchFamily="18" charset="0"/>
              </a:rPr>
              <a:t>opp</a:t>
            </a:r>
            <a:r>
              <a:rPr lang="en-US" sz="1400" dirty="0">
                <a:effectLst/>
                <a:latin typeface="+mj-lt"/>
                <a:ea typeface="Calibri" panose="020F0502020204030204" pitchFamily="34" charset="0"/>
                <a:cs typeface="Times New Roman" panose="02020603050405020304" pitchFamily="18" charset="0"/>
              </a:rPr>
              <a:t> IDs, 2 </a:t>
            </a:r>
            <a:r>
              <a:rPr lang="en-US" sz="1400" dirty="0" err="1">
                <a:effectLst/>
                <a:latin typeface="+mj-lt"/>
                <a:ea typeface="Calibri" panose="020F0502020204030204" pitchFamily="34" charset="0"/>
                <a:cs typeface="Times New Roman" panose="02020603050405020304" pitchFamily="18" charset="0"/>
              </a:rPr>
              <a:t>opp</a:t>
            </a:r>
            <a:r>
              <a:rPr lang="en-US" sz="1400" dirty="0">
                <a:effectLst/>
                <a:latin typeface="+mj-lt"/>
                <a:ea typeface="Calibri" panose="020F0502020204030204" pitchFamily="34" charset="0"/>
                <a:cs typeface="Times New Roman" panose="02020603050405020304" pitchFamily="18" charset="0"/>
              </a:rPr>
              <a:t> IDs overlapping – 1 with Forecasting, 1 with Product positioning</a:t>
            </a:r>
          </a:p>
          <a:p>
            <a:pPr lvl="3">
              <a:lnSpc>
                <a:spcPct val="107000"/>
              </a:lnSpc>
              <a:spcBef>
                <a:spcPts val="600"/>
              </a:spcBef>
            </a:pPr>
            <a:r>
              <a:rPr lang="en-US" sz="1400" dirty="0">
                <a:effectLst/>
                <a:latin typeface="+mj-lt"/>
                <a:ea typeface="Calibri" panose="020F0502020204030204" pitchFamily="34" charset="0"/>
                <a:cs typeface="Times New Roman" panose="02020603050405020304" pitchFamily="18" charset="0"/>
              </a:rPr>
              <a:t>Product positioning = 1 unique, 1 overlapping with Opportunity assessment</a:t>
            </a:r>
          </a:p>
          <a:p>
            <a:pPr lvl="3">
              <a:lnSpc>
                <a:spcPct val="107000"/>
              </a:lnSpc>
              <a:spcBef>
                <a:spcPts val="600"/>
              </a:spcBef>
            </a:pPr>
            <a:r>
              <a:rPr lang="en-US" sz="1400" b="1" dirty="0">
                <a:solidFill>
                  <a:schemeClr val="accent2"/>
                </a:solidFill>
                <a:effectLst/>
                <a:latin typeface="+mj-lt"/>
                <a:ea typeface="Calibri" panose="020F0502020204030204" pitchFamily="34" charset="0"/>
                <a:cs typeface="Times New Roman" panose="02020603050405020304" pitchFamily="18" charset="0"/>
              </a:rPr>
              <a:t>Total Patient &amp; Market Insights = 11 (not 13!)</a:t>
            </a:r>
          </a:p>
          <a:p>
            <a:pPr marL="342900" marR="0" lvl="0" indent="-342900">
              <a:lnSpc>
                <a:spcPct val="107000"/>
              </a:lnSpc>
              <a:spcBef>
                <a:spcPts val="600"/>
              </a:spcBef>
              <a:spcAft>
                <a:spcPts val="0"/>
              </a:spcAft>
              <a:buFont typeface="+mj-lt"/>
              <a:buAutoNum type="arabicPeriod" startAt="9"/>
            </a:pPr>
            <a:r>
              <a:rPr lang="en-US" sz="1400" dirty="0">
                <a:effectLst/>
                <a:latin typeface="+mj-lt"/>
                <a:ea typeface="Calibri" panose="020F0502020204030204" pitchFamily="34" charset="0"/>
                <a:cs typeface="Times New Roman" panose="02020603050405020304" pitchFamily="18" charset="0"/>
              </a:rPr>
              <a:t>Created </a:t>
            </a:r>
            <a:r>
              <a:rPr lang="en-US" sz="1400" dirty="0" err="1">
                <a:effectLst/>
                <a:latin typeface="+mj-lt"/>
                <a:ea typeface="Calibri" panose="020F0502020204030204" pitchFamily="34" charset="0"/>
                <a:cs typeface="Times New Roman" panose="02020603050405020304" pitchFamily="18" charset="0"/>
              </a:rPr>
              <a:t>opps</a:t>
            </a:r>
            <a:r>
              <a:rPr lang="en-US" sz="1400" dirty="0">
                <a:effectLst/>
                <a:latin typeface="+mj-lt"/>
                <a:ea typeface="Calibri" panose="020F0502020204030204" pitchFamily="34" charset="0"/>
                <a:cs typeface="Times New Roman" panose="02020603050405020304" pitchFamily="18" charset="0"/>
              </a:rPr>
              <a:t> – $ value of </a:t>
            </a:r>
            <a:r>
              <a:rPr lang="en-US" sz="1400" dirty="0" err="1">
                <a:latin typeface="+mj-lt"/>
                <a:ea typeface="Calibri" panose="020F0502020204030204" pitchFamily="34" charset="0"/>
                <a:cs typeface="Times New Roman" panose="02020603050405020304" pitchFamily="18" charset="0"/>
              </a:rPr>
              <a:t>opps</a:t>
            </a:r>
            <a:r>
              <a:rPr lang="en-US" sz="1400" dirty="0">
                <a:latin typeface="+mj-lt"/>
                <a:ea typeface="Calibri" panose="020F0502020204030204" pitchFamily="34" charset="0"/>
                <a:cs typeface="Times New Roman" panose="02020603050405020304" pitchFamily="18" charset="0"/>
              </a:rPr>
              <a:t> created in </a:t>
            </a:r>
            <a:r>
              <a:rPr lang="en-US" sz="1400" dirty="0">
                <a:effectLst/>
                <a:latin typeface="+mj-lt"/>
                <a:ea typeface="Calibri" panose="020F0502020204030204" pitchFamily="34" charset="0"/>
                <a:cs typeface="Times New Roman" panose="02020603050405020304" pitchFamily="18" charset="0"/>
              </a:rPr>
              <a:t>chosen time period</a:t>
            </a:r>
          </a:p>
          <a:p>
            <a:pPr marL="342900" marR="0" lvl="0" indent="-342900">
              <a:lnSpc>
                <a:spcPct val="107000"/>
              </a:lnSpc>
              <a:spcBef>
                <a:spcPts val="600"/>
              </a:spcBef>
              <a:spcAft>
                <a:spcPts val="0"/>
              </a:spcAft>
              <a:buFont typeface="+mj-lt"/>
              <a:buAutoNum type="arabicPeriod" startAt="9"/>
            </a:pPr>
            <a:r>
              <a:rPr lang="en-US" sz="1400" dirty="0">
                <a:effectLst/>
                <a:latin typeface="+mj-lt"/>
                <a:ea typeface="Calibri" panose="020F0502020204030204" pitchFamily="34" charset="0"/>
                <a:cs typeface="Times New Roman" panose="02020603050405020304" pitchFamily="18" charset="0"/>
              </a:rPr>
              <a:t>New </a:t>
            </a:r>
            <a:r>
              <a:rPr lang="en-US" sz="1400" dirty="0" err="1">
                <a:effectLst/>
                <a:latin typeface="+mj-lt"/>
                <a:ea typeface="Calibri" panose="020F0502020204030204" pitchFamily="34" charset="0"/>
                <a:cs typeface="Times New Roman" panose="02020603050405020304" pitchFamily="18" charset="0"/>
              </a:rPr>
              <a:t>Opp</a:t>
            </a:r>
            <a:r>
              <a:rPr lang="en-US" sz="1400" dirty="0">
                <a:effectLst/>
                <a:latin typeface="+mj-lt"/>
                <a:ea typeface="Calibri" panose="020F0502020204030204" pitchFamily="34" charset="0"/>
                <a:cs typeface="Times New Roman" panose="02020603050405020304" pitchFamily="18" charset="0"/>
              </a:rPr>
              <a:t> – Number of </a:t>
            </a:r>
            <a:r>
              <a:rPr lang="en-US" sz="1400" dirty="0" err="1">
                <a:latin typeface="+mj-lt"/>
                <a:ea typeface="Calibri" panose="020F0502020204030204" pitchFamily="34" charset="0"/>
                <a:cs typeface="Times New Roman" panose="02020603050405020304" pitchFamily="18" charset="0"/>
              </a:rPr>
              <a:t>opps</a:t>
            </a:r>
            <a:r>
              <a:rPr lang="en-US" sz="1400" dirty="0">
                <a:latin typeface="+mj-lt"/>
                <a:ea typeface="Calibri" panose="020F0502020204030204" pitchFamily="34" charset="0"/>
                <a:cs typeface="Times New Roman" panose="02020603050405020304" pitchFamily="18" charset="0"/>
              </a:rPr>
              <a:t> created in </a:t>
            </a:r>
            <a:r>
              <a:rPr lang="en-US" sz="1400" dirty="0">
                <a:effectLst/>
                <a:latin typeface="+mj-lt"/>
                <a:ea typeface="Calibri" panose="020F0502020204030204" pitchFamily="34" charset="0"/>
                <a:cs typeface="Times New Roman" panose="02020603050405020304" pitchFamily="18" charset="0"/>
              </a:rPr>
              <a:t>chosen time period</a:t>
            </a:r>
          </a:p>
          <a:p>
            <a:pPr marL="342900" marR="0" lvl="0" indent="-342900">
              <a:lnSpc>
                <a:spcPct val="107000"/>
              </a:lnSpc>
              <a:spcBef>
                <a:spcPts val="600"/>
              </a:spcBef>
              <a:spcAft>
                <a:spcPts val="0"/>
              </a:spcAft>
              <a:buFont typeface="+mj-lt"/>
              <a:buAutoNum type="arabicPeriod" startAt="9"/>
            </a:pPr>
            <a:r>
              <a:rPr lang="en-US" sz="1400" dirty="0">
                <a:latin typeface="+mj-lt"/>
                <a:ea typeface="Calibri" panose="020F0502020204030204" pitchFamily="34" charset="0"/>
                <a:cs typeface="Times New Roman" panose="02020603050405020304" pitchFamily="18" charset="0"/>
              </a:rPr>
              <a:t>For 364 priority assets shared, we need to do asset level calculations including single asset and multiple asset opportunities (see next 2 slides for the details on $ value and count calculations </a:t>
            </a:r>
            <a:endParaRPr lang="en-US" sz="1400" dirty="0">
              <a:effectLst/>
              <a:latin typeface="+mj-lt"/>
              <a:ea typeface="Calibri" panose="020F0502020204030204" pitchFamily="34" charset="0"/>
              <a:cs typeface="Times New Roman" panose="02020603050405020304" pitchFamily="18" charset="0"/>
            </a:endParaRPr>
          </a:p>
        </p:txBody>
      </p:sp>
      <p:sp>
        <p:nvSpPr>
          <p:cNvPr id="3" name="Title 2">
            <a:extLst>
              <a:ext uri="{FF2B5EF4-FFF2-40B4-BE49-F238E27FC236}">
                <a16:creationId xmlns:a16="http://schemas.microsoft.com/office/drawing/2014/main" id="{339948A4-F67E-467D-A1BB-F3CE99325D14}"/>
              </a:ext>
            </a:extLst>
          </p:cNvPr>
          <p:cNvSpPr>
            <a:spLocks noGrp="1"/>
          </p:cNvSpPr>
          <p:nvPr>
            <p:ph type="title"/>
          </p:nvPr>
        </p:nvSpPr>
        <p:spPr/>
        <p:txBody>
          <a:bodyPr vert="horz"/>
          <a:lstStyle/>
          <a:p>
            <a:r>
              <a:rPr lang="en-US" dirty="0"/>
              <a:t>Business rules and definitions</a:t>
            </a:r>
          </a:p>
        </p:txBody>
      </p:sp>
    </p:spTree>
    <p:extLst>
      <p:ext uri="{BB962C8B-B14F-4D97-AF65-F5344CB8AC3E}">
        <p14:creationId xmlns:p14="http://schemas.microsoft.com/office/powerpoint/2010/main" val="18709315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7037&quot;&gt;&lt;version val=&quot;32934&quot;/&gt;&lt;CPresentation id=&quot;1&quot;&gt;&lt;m_precDefaultNumber&gt;&lt;m_yearfmt&gt;&lt;begin val=&quot;0&quot;/&gt;&lt;end val=&quot;4&quot;/&gt;&lt;/m_yearfmt&gt;&lt;/m_precDefaultNumber&gt;&lt;m_precDefaultPercent&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QVIA_V2.1.0">
  <a:themeElements>
    <a:clrScheme name="IQVIA Master Brand">
      <a:dk1>
        <a:srgbClr val="2B3A42"/>
      </a:dk1>
      <a:lt1>
        <a:srgbClr val="FFFFFF"/>
      </a:lt1>
      <a:dk2>
        <a:srgbClr val="606B71"/>
      </a:dk2>
      <a:lt2>
        <a:srgbClr val="F3F3F3"/>
      </a:lt2>
      <a:accent1>
        <a:srgbClr val="00A3E0"/>
      </a:accent1>
      <a:accent2>
        <a:srgbClr val="005587"/>
      </a:accent2>
      <a:accent3>
        <a:srgbClr val="43B02A"/>
      </a:accent3>
      <a:accent4>
        <a:srgbClr val="027123"/>
      </a:accent4>
      <a:accent5>
        <a:srgbClr val="00BFB3"/>
      </a:accent5>
      <a:accent6>
        <a:srgbClr val="F0B323"/>
      </a:accent6>
      <a:hlink>
        <a:srgbClr val="00A3E0"/>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t" anchorCtr="0"/>
      <a:lstStyle>
        <a:defPPr algn="l">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600" dirty="0" err="1" smtClean="0">
            <a:solidFill>
              <a:schemeClr val="tx2"/>
            </a:solidFill>
          </a:defRPr>
        </a:defPPr>
      </a:lstStyle>
    </a:txDef>
  </a:objectDefaults>
  <a:extraClrSchemeLst/>
  <a:extLst>
    <a:ext uri="{05A4C25C-085E-4340-85A3-A5531E510DB2}">
      <thm15:themeFamily xmlns:thm15="http://schemas.microsoft.com/office/thememl/2012/main" name="Presentation4" id="{A6DE1258-39A2-2945-9072-8BE7ECCDA81F}" vid="{B8DDE78A-610C-3E43-B28E-6C810C23E004}"/>
    </a:ext>
  </a:extLst>
</a:theme>
</file>

<file path=ppt/theme/theme2.xml><?xml version="1.0" encoding="utf-8"?>
<a:theme xmlns:a="http://schemas.openxmlformats.org/drawingml/2006/main" name="1_IQVIA_V2.1.0">
  <a:themeElements>
    <a:clrScheme name="IQVIA Master Brand">
      <a:dk1>
        <a:srgbClr val="2B3A42"/>
      </a:dk1>
      <a:lt1>
        <a:srgbClr val="FFFFFF"/>
      </a:lt1>
      <a:dk2>
        <a:srgbClr val="606B71"/>
      </a:dk2>
      <a:lt2>
        <a:srgbClr val="F3F3F3"/>
      </a:lt2>
      <a:accent1>
        <a:srgbClr val="00A3E0"/>
      </a:accent1>
      <a:accent2>
        <a:srgbClr val="005587"/>
      </a:accent2>
      <a:accent3>
        <a:srgbClr val="43B02A"/>
      </a:accent3>
      <a:accent4>
        <a:srgbClr val="027123"/>
      </a:accent4>
      <a:accent5>
        <a:srgbClr val="00BFB3"/>
      </a:accent5>
      <a:accent6>
        <a:srgbClr val="F0B323"/>
      </a:accent6>
      <a:hlink>
        <a:srgbClr val="00A3E0"/>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t" anchorCtr="0"/>
      <a:lstStyle>
        <a:defPPr algn="l">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600" dirty="0" err="1" smtClean="0">
            <a:solidFill>
              <a:schemeClr val="tx2"/>
            </a:solidFill>
          </a:defRPr>
        </a:defPPr>
      </a:lstStyle>
    </a:txDef>
  </a:objectDefaults>
  <a:extraClrSchemeLst/>
  <a:extLst>
    <a:ext uri="{05A4C25C-085E-4340-85A3-A5531E510DB2}">
      <thm15:themeFamily xmlns:thm15="http://schemas.microsoft.com/office/thememl/2012/main" name="Presentation4" id="{A6DE1258-39A2-2945-9072-8BE7ECCDA81F}" vid="{B8DDE78A-610C-3E43-B28E-6C810C23E004}"/>
    </a:ext>
  </a:extLst>
</a:theme>
</file>

<file path=ppt/theme/theme3.xml><?xml version="1.0" encoding="utf-8"?>
<a:theme xmlns:a="http://schemas.openxmlformats.org/drawingml/2006/main" name="2_IQVIA_V2.1.0">
  <a:themeElements>
    <a:clrScheme name="IQVIA Master Brand">
      <a:dk1>
        <a:srgbClr val="2B3A42"/>
      </a:dk1>
      <a:lt1>
        <a:srgbClr val="FFFFFF"/>
      </a:lt1>
      <a:dk2>
        <a:srgbClr val="606B71"/>
      </a:dk2>
      <a:lt2>
        <a:srgbClr val="F3F3F3"/>
      </a:lt2>
      <a:accent1>
        <a:srgbClr val="00A3E0"/>
      </a:accent1>
      <a:accent2>
        <a:srgbClr val="005587"/>
      </a:accent2>
      <a:accent3>
        <a:srgbClr val="43B02A"/>
      </a:accent3>
      <a:accent4>
        <a:srgbClr val="027123"/>
      </a:accent4>
      <a:accent5>
        <a:srgbClr val="00BFB3"/>
      </a:accent5>
      <a:accent6>
        <a:srgbClr val="F0B323"/>
      </a:accent6>
      <a:hlink>
        <a:srgbClr val="00A3E0"/>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t" anchorCtr="0"/>
      <a:lstStyle>
        <a:defPPr algn="l">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600" dirty="0" err="1" smtClean="0">
            <a:solidFill>
              <a:schemeClr val="tx2"/>
            </a:solidFill>
          </a:defRPr>
        </a:defPPr>
      </a:lstStyle>
    </a:txDef>
  </a:objectDefaults>
  <a:extraClrSchemeLst/>
  <a:extLst>
    <a:ext uri="{05A4C25C-085E-4340-85A3-A5531E510DB2}">
      <thm15:themeFamily xmlns:thm15="http://schemas.microsoft.com/office/thememl/2012/main" name="Presentation4" id="{A6DE1258-39A2-2945-9072-8BE7ECCDA81F}" vid="{B8DDE78A-610C-3E43-B28E-6C810C23E004}"/>
    </a:ext>
  </a:extLst>
</a:theme>
</file>

<file path=ppt/theme/theme4.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1eadb2d-2e64-414b-b6c8-0b703111ad91">
      <Terms xmlns="http://schemas.microsoft.com/office/infopath/2007/PartnerControls"/>
    </lcf76f155ced4ddcb4097134ff3c332f>
    <TaxCatchAll xmlns="5af3dc41-2a2e-48e6-a904-9e45d2b25eb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574F6F6B396FDC40A2D768785D1B35CA" ma:contentTypeVersion="13" ma:contentTypeDescription="Crear nuevo documento." ma:contentTypeScope="" ma:versionID="b0a7e46cd8d0efa9dfcaa791629019fc">
  <xsd:schema xmlns:xsd="http://www.w3.org/2001/XMLSchema" xmlns:xs="http://www.w3.org/2001/XMLSchema" xmlns:p="http://schemas.microsoft.com/office/2006/metadata/properties" xmlns:ns2="01eadb2d-2e64-414b-b6c8-0b703111ad91" xmlns:ns3="5af3dc41-2a2e-48e6-a904-9e45d2b25eb6" targetNamespace="http://schemas.microsoft.com/office/2006/metadata/properties" ma:root="true" ma:fieldsID="3a6ab3881ccae3768c93d50ae632c9d0" ns2:_="" ns3:_="">
    <xsd:import namespace="01eadb2d-2e64-414b-b6c8-0b703111ad91"/>
    <xsd:import namespace="5af3dc41-2a2e-48e6-a904-9e45d2b25eb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eadb2d-2e64-414b-b6c8-0b703111ad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Etiquetas de imagen" ma:readOnly="false" ma:fieldId="{5cf76f15-5ced-4ddc-b409-7134ff3c332f}" ma:taxonomyMulti="true" ma:sspId="b68784c8-5187-4d12-af89-ac967a811220"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ocTags" ma:index="20" nillable="true" ma:displayName="MediaServiceDocTags" ma:hidden="true" ma:internalName="MediaServiceDoc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af3dc41-2a2e-48e6-a904-9e45d2b25eb6" elementFormDefault="qualified">
    <xsd:import namespace="http://schemas.microsoft.com/office/2006/documentManagement/types"/>
    <xsd:import namespace="http://schemas.microsoft.com/office/infopath/2007/PartnerControls"/>
    <xsd:element name="SharedWithUsers" ma:index="12"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Detalles de uso compartido" ma:internalName="SharedWithDetails" ma:readOnly="true">
      <xsd:simpleType>
        <xsd:restriction base="dms:Note">
          <xsd:maxLength value="255"/>
        </xsd:restriction>
      </xsd:simpleType>
    </xsd:element>
    <xsd:element name="TaxCatchAll" ma:index="16" nillable="true" ma:displayName="Taxonomy Catch All Column" ma:hidden="true" ma:list="{7ea8942d-fb3b-4d6e-9187-dbf7ef8a4498}" ma:internalName="TaxCatchAll" ma:showField="CatchAllData" ma:web="5af3dc41-2a2e-48e6-a904-9e45d2b25eb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67461B0-1BF4-470F-8042-53EF2578BA1C}">
  <ds:schemaRefs>
    <ds:schemaRef ds:uri="http://schemas.microsoft.com/sharepoint/v3/contenttype/forms"/>
  </ds:schemaRefs>
</ds:datastoreItem>
</file>

<file path=customXml/itemProps2.xml><?xml version="1.0" encoding="utf-8"?>
<ds:datastoreItem xmlns:ds="http://schemas.openxmlformats.org/officeDocument/2006/customXml" ds:itemID="{9BCD8B73-225A-41BA-BB35-8F420901F10D}">
  <ds:schemaRefs>
    <ds:schemaRef ds:uri="01eadb2d-2e64-414b-b6c8-0b703111ad91"/>
    <ds:schemaRef ds:uri="5af3dc41-2a2e-48e6-a904-9e45d2b25eb6"/>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940E119-FA47-41D0-A684-5C15A84B746A}"/>
</file>

<file path=docMetadata/LabelInfo.xml><?xml version="1.0" encoding="utf-8"?>
<clbl:labelList xmlns:clbl="http://schemas.microsoft.com/office/2020/mipLabelMetadata">
  <clbl:label id="{5989ece0-f90e-40bf-9c79-1a7beccdb861}" enabled="0" method="" siteId="{5989ece0-f90e-40bf-9c79-1a7beccdb861}" removed="1"/>
</clbl:labelList>
</file>

<file path=docProps/app.xml><?xml version="1.0" encoding="utf-8"?>
<Properties xmlns="http://schemas.openxmlformats.org/officeDocument/2006/extended-properties" xmlns:vt="http://schemas.openxmlformats.org/officeDocument/2006/docPropsVTypes">
  <Template>blank</Template>
  <TotalTime>12638</TotalTime>
  <Words>2664</Words>
  <Application>Microsoft Office PowerPoint</Application>
  <PresentationFormat>Widescreen</PresentationFormat>
  <Paragraphs>420</Paragraphs>
  <Slides>16</Slides>
  <Notes>7</Notes>
  <HiddenSlides>0</HiddenSlides>
  <MMClips>0</MMClips>
  <ScaleCrop>false</ScaleCrop>
  <HeadingPairs>
    <vt:vector size="8" baseType="variant">
      <vt:variant>
        <vt:lpstr>Fonts Used</vt:lpstr>
      </vt:variant>
      <vt:variant>
        <vt:i4>5</vt:i4>
      </vt:variant>
      <vt:variant>
        <vt:lpstr>Theme</vt:lpstr>
      </vt:variant>
      <vt:variant>
        <vt:i4>3</vt:i4>
      </vt:variant>
      <vt:variant>
        <vt:lpstr>Embedded OLE Servers</vt:lpstr>
      </vt:variant>
      <vt:variant>
        <vt:i4>1</vt:i4>
      </vt:variant>
      <vt:variant>
        <vt:lpstr>Slide Titles</vt:lpstr>
      </vt:variant>
      <vt:variant>
        <vt:i4>16</vt:i4>
      </vt:variant>
    </vt:vector>
  </HeadingPairs>
  <TitlesOfParts>
    <vt:vector size="25" baseType="lpstr">
      <vt:lpstr>Arial</vt:lpstr>
      <vt:lpstr>Arial Narrow</vt:lpstr>
      <vt:lpstr>Georgia</vt:lpstr>
      <vt:lpstr>System Font Regular</vt:lpstr>
      <vt:lpstr>Wingdings</vt:lpstr>
      <vt:lpstr>IQVIA_V2.1.0</vt:lpstr>
      <vt:lpstr>1_IQVIA_V2.1.0</vt:lpstr>
      <vt:lpstr>2_IQVIA_V2.1.0</vt:lpstr>
      <vt:lpstr>think-cell Slide</vt:lpstr>
      <vt:lpstr>Launch Tracker – Kick-off</vt:lpstr>
      <vt:lpstr>PowerPoint Presentation</vt:lpstr>
      <vt:lpstr>PowerPoint Presentation</vt:lpstr>
      <vt:lpstr>PowerPoint Presentation</vt:lpstr>
      <vt:lpstr>PowerPoint Presentation</vt:lpstr>
      <vt:lpstr>PowerPoint Presentation</vt:lpstr>
      <vt:lpstr>Annex</vt:lpstr>
      <vt:lpstr>Business Requirements </vt:lpstr>
      <vt:lpstr>Lean Project Charter</vt:lpstr>
      <vt:lpstr>Lean Project Charter</vt:lpstr>
      <vt:lpstr>Business Case</vt:lpstr>
      <vt:lpstr>Business Requirements </vt:lpstr>
      <vt:lpstr>Proposed Filters</vt:lpstr>
      <vt:lpstr>Proposed Filters</vt:lpstr>
      <vt:lpstr>Business rules and definitions</vt:lpstr>
      <vt:lpstr>Business rules and definitions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MedSci – Follow-up</dc:title>
  <dc:creator>Tejada, Carmen</dc:creator>
  <cp:lastModifiedBy>Tejada, Carmen</cp:lastModifiedBy>
  <cp:revision>3</cp:revision>
  <cp:lastPrinted>2019-08-20T20:33:24Z</cp:lastPrinted>
  <dcterms:created xsi:type="dcterms:W3CDTF">2022-10-19T14:12:49Z</dcterms:created>
  <dcterms:modified xsi:type="dcterms:W3CDTF">2023-05-05T10:00:52Z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0x010100574F6F6B396FDC40A2D768785D1B35CA</vt:lpwstr>
  </property>
  <property fmtid="{D5CDD505-2E9C-101B-9397-08002B2CF9AE}" pid="3" name="MediaServiceImageTags">
    <vt:lpwstr/>
  </property>
</Properties>
</file>