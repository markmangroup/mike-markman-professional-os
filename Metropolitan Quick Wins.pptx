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147472950" r:id="rId5"/>
    <p:sldId id="2147473015" r:id="rId6"/>
    <p:sldId id="2147473043" r:id="rId7"/>
    <p:sldId id="2147473062" r:id="rId8"/>
    <p:sldId id="2147473063" r:id="rId9"/>
    <p:sldId id="2147473064" r:id="rId10"/>
    <p:sldId id="2147473065" r:id="rId11"/>
    <p:sldId id="2147473058" r:id="rId12"/>
    <p:sldId id="2147473066" r:id="rId13"/>
    <p:sldId id="2147473054" r:id="rId14"/>
    <p:sldId id="2147473061" r:id="rId15"/>
    <p:sldId id="2147473008" r:id="rId16"/>
    <p:sldId id="2147473067" r:id="rId17"/>
    <p:sldId id="2147473060" r:id="rId18"/>
    <p:sldId id="2147473059" r:id="rId19"/>
    <p:sldId id="2147473068" r:id="rId20"/>
    <p:sldId id="2147473069" r:id="rId2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2EB14F2-EF07-4DFA-93B2-525FAD60C7E2}">
          <p14:sldIdLst>
            <p14:sldId id="2147472950"/>
            <p14:sldId id="2147473015"/>
            <p14:sldId id="2147473043"/>
            <p14:sldId id="2147473062"/>
            <p14:sldId id="2147473063"/>
            <p14:sldId id="2147473064"/>
            <p14:sldId id="2147473065"/>
            <p14:sldId id="2147473058"/>
            <p14:sldId id="2147473066"/>
            <p14:sldId id="2147473054"/>
            <p14:sldId id="2147473061"/>
          </p14:sldIdLst>
        </p14:section>
        <p14:section name="Annex" id="{28948B78-2E4C-4913-886A-64283A0599CE}">
          <p14:sldIdLst>
            <p14:sldId id="2147473008"/>
            <p14:sldId id="2147473067"/>
            <p14:sldId id="2147473060"/>
            <p14:sldId id="2147473059"/>
            <p14:sldId id="2147473068"/>
            <p14:sldId id="21474730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2A48"/>
    <a:srgbClr val="1A7B73"/>
    <a:srgbClr val="208E9B"/>
    <a:srgbClr val="CFF0D5"/>
    <a:srgbClr val="292936"/>
    <a:srgbClr val="FFFFFF"/>
    <a:srgbClr val="BFBFBF"/>
    <a:srgbClr val="77B1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C4FA17-9E97-4E94-AC77-D73196C68E2A}" v="240" dt="2025-02-14T10:58:19.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94660"/>
  </p:normalViewPr>
  <p:slideViewPr>
    <p:cSldViewPr snapToGrid="0">
      <p:cViewPr>
        <p:scale>
          <a:sx n="110" d="100"/>
          <a:sy n="110" d="100"/>
        </p:scale>
        <p:origin x="522"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men" userId="854005f4-386e-4134-9c36-452f82ab7859" providerId="ADAL" clId="{65C4FA17-9E97-4E94-AC77-D73196C68E2A}"/>
    <pc:docChg chg="undo redo custSel addSld delSld modSld sldOrd delMainMaster addSection delSection modSection">
      <pc:chgData name="Carmen" userId="854005f4-386e-4134-9c36-452f82ab7859" providerId="ADAL" clId="{65C4FA17-9E97-4E94-AC77-D73196C68E2A}" dt="2025-02-14T11:03:00.552" v="7471" actId="20577"/>
      <pc:docMkLst>
        <pc:docMk/>
      </pc:docMkLst>
      <pc:sldChg chg="modSp add del mod setBg">
        <pc:chgData name="Carmen" userId="854005f4-386e-4134-9c36-452f82ab7859" providerId="ADAL" clId="{65C4FA17-9E97-4E94-AC77-D73196C68E2A}" dt="2025-02-14T10:07:56.924" v="7152" actId="1076"/>
        <pc:sldMkLst>
          <pc:docMk/>
          <pc:sldMk cId="1232023970" sldId="2147473008"/>
        </pc:sldMkLst>
        <pc:spChg chg="mod">
          <ac:chgData name="Carmen" userId="854005f4-386e-4134-9c36-452f82ab7859" providerId="ADAL" clId="{65C4FA17-9E97-4E94-AC77-D73196C68E2A}" dt="2025-02-14T10:07:56.924" v="7152" actId="1076"/>
          <ac:spMkLst>
            <pc:docMk/>
            <pc:sldMk cId="1232023970" sldId="2147473008"/>
            <ac:spMk id="4" creationId="{9D055E44-EC76-6145-BFC9-7A54EC8009C3}"/>
          </ac:spMkLst>
        </pc:spChg>
      </pc:sldChg>
      <pc:sldChg chg="delSp modSp mod">
        <pc:chgData name="Carmen" userId="854005f4-386e-4134-9c36-452f82ab7859" providerId="ADAL" clId="{65C4FA17-9E97-4E94-AC77-D73196C68E2A}" dt="2025-02-13T08:28:42.580" v="674" actId="108"/>
        <pc:sldMkLst>
          <pc:docMk/>
          <pc:sldMk cId="435035969" sldId="2147473015"/>
        </pc:sldMkLst>
        <pc:spChg chg="mod">
          <ac:chgData name="Carmen" userId="854005f4-386e-4134-9c36-452f82ab7859" providerId="ADAL" clId="{65C4FA17-9E97-4E94-AC77-D73196C68E2A}" dt="2025-02-13T08:17:14.575" v="29" actId="1076"/>
          <ac:spMkLst>
            <pc:docMk/>
            <pc:sldMk cId="435035969" sldId="2147473015"/>
            <ac:spMk id="6" creationId="{3DF12725-D6B2-0C3B-72A1-0F8F599450BE}"/>
          </ac:spMkLst>
        </pc:spChg>
        <pc:spChg chg="mod">
          <ac:chgData name="Carmen" userId="854005f4-386e-4134-9c36-452f82ab7859" providerId="ADAL" clId="{65C4FA17-9E97-4E94-AC77-D73196C68E2A}" dt="2025-02-13T08:28:42.580" v="674" actId="108"/>
          <ac:spMkLst>
            <pc:docMk/>
            <pc:sldMk cId="435035969" sldId="2147473015"/>
            <ac:spMk id="14" creationId="{343D6C2D-D9A4-AD1A-ECBC-517BE7EA5707}"/>
          </ac:spMkLst>
        </pc:spChg>
        <pc:spChg chg="mod">
          <ac:chgData name="Carmen" userId="854005f4-386e-4134-9c36-452f82ab7859" providerId="ADAL" clId="{65C4FA17-9E97-4E94-AC77-D73196C68E2A}" dt="2025-02-13T08:17:14.575" v="29" actId="1076"/>
          <ac:spMkLst>
            <pc:docMk/>
            <pc:sldMk cId="435035969" sldId="2147473015"/>
            <ac:spMk id="16" creationId="{9288AA65-05C1-DDA0-6639-E9053ADAABA2}"/>
          </ac:spMkLst>
        </pc:spChg>
        <pc:spChg chg="mod">
          <ac:chgData name="Carmen" userId="854005f4-386e-4134-9c36-452f82ab7859" providerId="ADAL" clId="{65C4FA17-9E97-4E94-AC77-D73196C68E2A}" dt="2025-02-13T08:17:00.545" v="26" actId="20577"/>
          <ac:spMkLst>
            <pc:docMk/>
            <pc:sldMk cId="435035969" sldId="2147473015"/>
            <ac:spMk id="41" creationId="{FB63AD32-8CF3-CA29-802E-CA7DB5503CD5}"/>
          </ac:spMkLst>
        </pc:spChg>
        <pc:spChg chg="del">
          <ac:chgData name="Carmen" userId="854005f4-386e-4134-9c36-452f82ab7859" providerId="ADAL" clId="{65C4FA17-9E97-4E94-AC77-D73196C68E2A}" dt="2025-02-13T08:15:55.729" v="3" actId="478"/>
          <ac:spMkLst>
            <pc:docMk/>
            <pc:sldMk cId="435035969" sldId="2147473015"/>
            <ac:spMk id="47" creationId="{79B64FC7-699D-AB9B-DC71-415D4C189C43}"/>
          </ac:spMkLst>
        </pc:spChg>
        <pc:spChg chg="del">
          <ac:chgData name="Carmen" userId="854005f4-386e-4134-9c36-452f82ab7859" providerId="ADAL" clId="{65C4FA17-9E97-4E94-AC77-D73196C68E2A}" dt="2025-02-13T08:15:55.729" v="3" actId="478"/>
          <ac:spMkLst>
            <pc:docMk/>
            <pc:sldMk cId="435035969" sldId="2147473015"/>
            <ac:spMk id="48" creationId="{EE8DECA2-F9D3-7715-7240-5BABA9D2380D}"/>
          </ac:spMkLst>
        </pc:spChg>
        <pc:spChg chg="del">
          <ac:chgData name="Carmen" userId="854005f4-386e-4134-9c36-452f82ab7859" providerId="ADAL" clId="{65C4FA17-9E97-4E94-AC77-D73196C68E2A}" dt="2025-02-13T08:15:55.729" v="3" actId="478"/>
          <ac:spMkLst>
            <pc:docMk/>
            <pc:sldMk cId="435035969" sldId="2147473015"/>
            <ac:spMk id="51" creationId="{6BE4AED1-3609-F670-98E0-133F21A33E53}"/>
          </ac:spMkLst>
        </pc:spChg>
        <pc:spChg chg="mod">
          <ac:chgData name="Carmen" userId="854005f4-386e-4134-9c36-452f82ab7859" providerId="ADAL" clId="{65C4FA17-9E97-4E94-AC77-D73196C68E2A}" dt="2025-02-13T08:17:14.575" v="29" actId="1076"/>
          <ac:spMkLst>
            <pc:docMk/>
            <pc:sldMk cId="435035969" sldId="2147473015"/>
            <ac:spMk id="193" creationId="{E7341D85-3918-706A-2CF6-0DD5E1C00FD5}"/>
          </ac:spMkLst>
        </pc:spChg>
        <pc:spChg chg="del">
          <ac:chgData name="Carmen" userId="854005f4-386e-4134-9c36-452f82ab7859" providerId="ADAL" clId="{65C4FA17-9E97-4E94-AC77-D73196C68E2A}" dt="2025-02-13T08:15:55.729" v="3" actId="478"/>
          <ac:spMkLst>
            <pc:docMk/>
            <pc:sldMk cId="435035969" sldId="2147473015"/>
            <ac:spMk id="194" creationId="{6E282133-7BBE-F630-43C4-A965AA7A2912}"/>
          </ac:spMkLst>
        </pc:spChg>
        <pc:grpChg chg="mod">
          <ac:chgData name="Carmen" userId="854005f4-386e-4134-9c36-452f82ab7859" providerId="ADAL" clId="{65C4FA17-9E97-4E94-AC77-D73196C68E2A}" dt="2025-02-13T08:17:14.575" v="29" actId="1076"/>
          <ac:grpSpMkLst>
            <pc:docMk/>
            <pc:sldMk cId="435035969" sldId="2147473015"/>
            <ac:grpSpMk id="55" creationId="{83759D9D-0698-CA8A-1827-F63094BC0895}"/>
          </ac:grpSpMkLst>
        </pc:grpChg>
        <pc:grpChg chg="del">
          <ac:chgData name="Carmen" userId="854005f4-386e-4134-9c36-452f82ab7859" providerId="ADAL" clId="{65C4FA17-9E97-4E94-AC77-D73196C68E2A}" dt="2025-02-13T08:15:55.729" v="3" actId="478"/>
          <ac:grpSpMkLst>
            <pc:docMk/>
            <pc:sldMk cId="435035969" sldId="2147473015"/>
            <ac:grpSpMk id="61" creationId="{AC4BA346-88CB-1BD1-8C38-3AAE59DD1DB8}"/>
          </ac:grpSpMkLst>
        </pc:grpChg>
      </pc:sldChg>
      <pc:sldChg chg="del ord">
        <pc:chgData name="Carmen" userId="854005f4-386e-4134-9c36-452f82ab7859" providerId="ADAL" clId="{65C4FA17-9E97-4E94-AC77-D73196C68E2A}" dt="2025-02-13T09:04:57.809" v="2489" actId="47"/>
        <pc:sldMkLst>
          <pc:docMk/>
          <pc:sldMk cId="35201890" sldId="2147473022"/>
        </pc:sldMkLst>
      </pc:sldChg>
      <pc:sldChg chg="del ord">
        <pc:chgData name="Carmen" userId="854005f4-386e-4134-9c36-452f82ab7859" providerId="ADAL" clId="{65C4FA17-9E97-4E94-AC77-D73196C68E2A}" dt="2025-02-13T11:00:04.610" v="5492" actId="47"/>
        <pc:sldMkLst>
          <pc:docMk/>
          <pc:sldMk cId="1315523780" sldId="2147473039"/>
        </pc:sldMkLst>
      </pc:sldChg>
      <pc:sldChg chg="del ord">
        <pc:chgData name="Carmen" userId="854005f4-386e-4134-9c36-452f82ab7859" providerId="ADAL" clId="{65C4FA17-9E97-4E94-AC77-D73196C68E2A}" dt="2025-02-13T11:00:10.675" v="5496" actId="47"/>
        <pc:sldMkLst>
          <pc:docMk/>
          <pc:sldMk cId="3748518157" sldId="2147473040"/>
        </pc:sldMkLst>
      </pc:sldChg>
      <pc:sldChg chg="del ord">
        <pc:chgData name="Carmen" userId="854005f4-386e-4134-9c36-452f82ab7859" providerId="ADAL" clId="{65C4FA17-9E97-4E94-AC77-D73196C68E2A}" dt="2025-02-13T11:00:09.992" v="5495" actId="47"/>
        <pc:sldMkLst>
          <pc:docMk/>
          <pc:sldMk cId="388891861" sldId="2147473042"/>
        </pc:sldMkLst>
      </pc:sldChg>
      <pc:sldChg chg="addSp delSp modSp mod ord">
        <pc:chgData name="Carmen" userId="854005f4-386e-4134-9c36-452f82ab7859" providerId="ADAL" clId="{65C4FA17-9E97-4E94-AC77-D73196C68E2A}" dt="2025-02-14T10:56:50.750" v="7421" actId="404"/>
        <pc:sldMkLst>
          <pc:docMk/>
          <pc:sldMk cId="484090429" sldId="2147473043"/>
        </pc:sldMkLst>
        <pc:spChg chg="mod topLvl">
          <ac:chgData name="Carmen" userId="854005f4-386e-4134-9c36-452f82ab7859" providerId="ADAL" clId="{65C4FA17-9E97-4E94-AC77-D73196C68E2A}" dt="2025-02-13T10:45:18.068" v="4524" actId="165"/>
          <ac:spMkLst>
            <pc:docMk/>
            <pc:sldMk cId="484090429" sldId="2147473043"/>
            <ac:spMk id="3" creationId="{60C69E55-6128-3052-33F2-70A8BCD3145E}"/>
          </ac:spMkLst>
        </pc:spChg>
        <pc:spChg chg="mod">
          <ac:chgData name="Carmen" userId="854005f4-386e-4134-9c36-452f82ab7859" providerId="ADAL" clId="{65C4FA17-9E97-4E94-AC77-D73196C68E2A}" dt="2025-02-13T09:04:05.937" v="2485" actId="1076"/>
          <ac:spMkLst>
            <pc:docMk/>
            <pc:sldMk cId="484090429" sldId="2147473043"/>
            <ac:spMk id="6" creationId="{5D9DCFE9-8A41-2E9C-F7CF-81C6389BA61D}"/>
          </ac:spMkLst>
        </pc:spChg>
        <pc:spChg chg="add mod">
          <ac:chgData name="Carmen" userId="854005f4-386e-4134-9c36-452f82ab7859" providerId="ADAL" clId="{65C4FA17-9E97-4E94-AC77-D73196C68E2A}" dt="2025-02-13T16:54:08.622" v="7015" actId="20577"/>
          <ac:spMkLst>
            <pc:docMk/>
            <pc:sldMk cId="484090429" sldId="2147473043"/>
            <ac:spMk id="7" creationId="{5CC3FD85-E4B6-CB05-9439-94C7A8CE1A06}"/>
          </ac:spMkLst>
        </pc:spChg>
        <pc:spChg chg="mod">
          <ac:chgData name="Carmen" userId="854005f4-386e-4134-9c36-452f82ab7859" providerId="ADAL" clId="{65C4FA17-9E97-4E94-AC77-D73196C68E2A}" dt="2025-02-13T16:24:23.290" v="6922" actId="1036"/>
          <ac:spMkLst>
            <pc:docMk/>
            <pc:sldMk cId="484090429" sldId="2147473043"/>
            <ac:spMk id="10" creationId="{83E89C48-5ED0-D2EA-1F30-BD3E7F9D9C70}"/>
          </ac:spMkLst>
        </pc:spChg>
        <pc:spChg chg="mod">
          <ac:chgData name="Carmen" userId="854005f4-386e-4134-9c36-452f82ab7859" providerId="ADAL" clId="{65C4FA17-9E97-4E94-AC77-D73196C68E2A}" dt="2025-02-13T16:24:23.290" v="6922" actId="1036"/>
          <ac:spMkLst>
            <pc:docMk/>
            <pc:sldMk cId="484090429" sldId="2147473043"/>
            <ac:spMk id="11" creationId="{FB93F00F-0477-2607-4FCE-5FCB91F70288}"/>
          </ac:spMkLst>
        </pc:spChg>
        <pc:spChg chg="mod">
          <ac:chgData name="Carmen" userId="854005f4-386e-4134-9c36-452f82ab7859" providerId="ADAL" clId="{65C4FA17-9E97-4E94-AC77-D73196C68E2A}" dt="2025-02-13T09:01:28.348" v="2432" actId="1036"/>
          <ac:spMkLst>
            <pc:docMk/>
            <pc:sldMk cId="484090429" sldId="2147473043"/>
            <ac:spMk id="14" creationId="{4AA0CA46-FB37-21EC-09CF-3F7D656174F3}"/>
          </ac:spMkLst>
        </pc:spChg>
        <pc:spChg chg="mod">
          <ac:chgData name="Carmen" userId="854005f4-386e-4134-9c36-452f82ab7859" providerId="ADAL" clId="{65C4FA17-9E97-4E94-AC77-D73196C68E2A}" dt="2025-02-14T09:57:26.123" v="7062" actId="1076"/>
          <ac:spMkLst>
            <pc:docMk/>
            <pc:sldMk cId="484090429" sldId="2147473043"/>
            <ac:spMk id="17" creationId="{6A5E0A05-7F45-980A-ACDB-A4EA21B7024A}"/>
          </ac:spMkLst>
        </pc:spChg>
        <pc:spChg chg="mod">
          <ac:chgData name="Carmen" userId="854005f4-386e-4134-9c36-452f82ab7859" providerId="ADAL" clId="{65C4FA17-9E97-4E94-AC77-D73196C68E2A}" dt="2025-02-14T09:57:26.123" v="7062" actId="1076"/>
          <ac:spMkLst>
            <pc:docMk/>
            <pc:sldMk cId="484090429" sldId="2147473043"/>
            <ac:spMk id="18" creationId="{561819E3-978B-A8EC-9FDE-44DEBF2BAD03}"/>
          </ac:spMkLst>
        </pc:spChg>
        <pc:spChg chg="mod">
          <ac:chgData name="Carmen" userId="854005f4-386e-4134-9c36-452f82ab7859" providerId="ADAL" clId="{65C4FA17-9E97-4E94-AC77-D73196C68E2A}" dt="2025-02-13T16:24:34.970" v="6924" actId="1076"/>
          <ac:spMkLst>
            <pc:docMk/>
            <pc:sldMk cId="484090429" sldId="2147473043"/>
            <ac:spMk id="23" creationId="{B9177A55-9F13-7841-DEAD-AD151BE7B31A}"/>
          </ac:spMkLst>
        </pc:spChg>
        <pc:spChg chg="mod">
          <ac:chgData name="Carmen" userId="854005f4-386e-4134-9c36-452f82ab7859" providerId="ADAL" clId="{65C4FA17-9E97-4E94-AC77-D73196C68E2A}" dt="2025-02-13T16:24:34.970" v="6924" actId="1076"/>
          <ac:spMkLst>
            <pc:docMk/>
            <pc:sldMk cId="484090429" sldId="2147473043"/>
            <ac:spMk id="24" creationId="{A6D7ABCF-1B2E-9B1F-7ACD-EFEECDD9588A}"/>
          </ac:spMkLst>
        </pc:spChg>
        <pc:spChg chg="mod ord topLvl">
          <ac:chgData name="Carmen" userId="854005f4-386e-4134-9c36-452f82ab7859" providerId="ADAL" clId="{65C4FA17-9E97-4E94-AC77-D73196C68E2A}" dt="2025-02-13T09:03:06.710" v="2470" actId="1076"/>
          <ac:spMkLst>
            <pc:docMk/>
            <pc:sldMk cId="484090429" sldId="2147473043"/>
            <ac:spMk id="28" creationId="{9AE21DDA-01B7-269E-430C-A57D86381C0C}"/>
          </ac:spMkLst>
        </pc:spChg>
        <pc:spChg chg="mod ord topLvl">
          <ac:chgData name="Carmen" userId="854005f4-386e-4134-9c36-452f82ab7859" providerId="ADAL" clId="{65C4FA17-9E97-4E94-AC77-D73196C68E2A}" dt="2025-02-13T09:03:06.710" v="2470" actId="1076"/>
          <ac:spMkLst>
            <pc:docMk/>
            <pc:sldMk cId="484090429" sldId="2147473043"/>
            <ac:spMk id="29" creationId="{CAA784FB-D764-3172-5306-C9A919EB2130}"/>
          </ac:spMkLst>
        </pc:spChg>
        <pc:spChg chg="mod ord topLvl">
          <ac:chgData name="Carmen" userId="854005f4-386e-4134-9c36-452f82ab7859" providerId="ADAL" clId="{65C4FA17-9E97-4E94-AC77-D73196C68E2A}" dt="2025-02-13T09:03:12.383" v="2471" actId="1076"/>
          <ac:spMkLst>
            <pc:docMk/>
            <pc:sldMk cId="484090429" sldId="2147473043"/>
            <ac:spMk id="30" creationId="{3774D5C0-79D0-D0AB-D7AF-17D0FEE6B980}"/>
          </ac:spMkLst>
        </pc:spChg>
        <pc:spChg chg="mod topLvl">
          <ac:chgData name="Carmen" userId="854005f4-386e-4134-9c36-452f82ab7859" providerId="ADAL" clId="{65C4FA17-9E97-4E94-AC77-D73196C68E2A}" dt="2025-02-13T09:03:34.521" v="2476" actId="165"/>
          <ac:spMkLst>
            <pc:docMk/>
            <pc:sldMk cId="484090429" sldId="2147473043"/>
            <ac:spMk id="32" creationId="{6773EDA8-E553-373C-5E3C-8E5CB85C8AF2}"/>
          </ac:spMkLst>
        </pc:spChg>
        <pc:spChg chg="mod topLvl">
          <ac:chgData name="Carmen" userId="854005f4-386e-4134-9c36-452f82ab7859" providerId="ADAL" clId="{65C4FA17-9E97-4E94-AC77-D73196C68E2A}" dt="2025-02-13T10:45:18.068" v="4524" actId="165"/>
          <ac:spMkLst>
            <pc:docMk/>
            <pc:sldMk cId="484090429" sldId="2147473043"/>
            <ac:spMk id="34" creationId="{68ED901D-2DF1-07EA-8628-6279AF5A62B4}"/>
          </ac:spMkLst>
        </pc:spChg>
        <pc:spChg chg="mod">
          <ac:chgData name="Carmen" userId="854005f4-386e-4134-9c36-452f82ab7859" providerId="ADAL" clId="{65C4FA17-9E97-4E94-AC77-D73196C68E2A}" dt="2025-02-13T09:01:28.348" v="2432" actId="1036"/>
          <ac:spMkLst>
            <pc:docMk/>
            <pc:sldMk cId="484090429" sldId="2147473043"/>
            <ac:spMk id="35" creationId="{5A449C19-F918-E5C1-D66F-470BF2BDDC3F}"/>
          </ac:spMkLst>
        </pc:spChg>
        <pc:spChg chg="mod">
          <ac:chgData name="Carmen" userId="854005f4-386e-4134-9c36-452f82ab7859" providerId="ADAL" clId="{65C4FA17-9E97-4E94-AC77-D73196C68E2A}" dt="2025-02-13T09:03:55.473" v="2482" actId="1076"/>
          <ac:spMkLst>
            <pc:docMk/>
            <pc:sldMk cId="484090429" sldId="2147473043"/>
            <ac:spMk id="46" creationId="{E5F174C7-FBE8-E571-9D63-D86A1DBE0DE1}"/>
          </ac:spMkLst>
        </pc:spChg>
        <pc:spChg chg="mod">
          <ac:chgData name="Carmen" userId="854005f4-386e-4134-9c36-452f82ab7859" providerId="ADAL" clId="{65C4FA17-9E97-4E94-AC77-D73196C68E2A}" dt="2025-02-13T09:01:28.348" v="2432" actId="1036"/>
          <ac:spMkLst>
            <pc:docMk/>
            <pc:sldMk cId="484090429" sldId="2147473043"/>
            <ac:spMk id="47" creationId="{6F80A540-67F9-DDE7-DB71-63E190F5ABA7}"/>
          </ac:spMkLst>
        </pc:spChg>
        <pc:spChg chg="mod">
          <ac:chgData name="Carmen" userId="854005f4-386e-4134-9c36-452f82ab7859" providerId="ADAL" clId="{65C4FA17-9E97-4E94-AC77-D73196C68E2A}" dt="2025-02-13T09:01:28.348" v="2432" actId="1036"/>
          <ac:spMkLst>
            <pc:docMk/>
            <pc:sldMk cId="484090429" sldId="2147473043"/>
            <ac:spMk id="48" creationId="{5116CCF3-702A-4DAE-0873-2404B5197FC2}"/>
          </ac:spMkLst>
        </pc:spChg>
        <pc:spChg chg="mod">
          <ac:chgData name="Carmen" userId="854005f4-386e-4134-9c36-452f82ab7859" providerId="ADAL" clId="{65C4FA17-9E97-4E94-AC77-D73196C68E2A}" dt="2025-02-14T10:56:50.750" v="7421" actId="404"/>
          <ac:spMkLst>
            <pc:docMk/>
            <pc:sldMk cId="484090429" sldId="2147473043"/>
            <ac:spMk id="49" creationId="{E30FCFBE-A099-EB0C-2DDE-CCD53A5020C7}"/>
          </ac:spMkLst>
        </pc:spChg>
        <pc:spChg chg="mod">
          <ac:chgData name="Carmen" userId="854005f4-386e-4134-9c36-452f82ab7859" providerId="ADAL" clId="{65C4FA17-9E97-4E94-AC77-D73196C68E2A}" dt="2025-02-13T09:01:28.348" v="2432" actId="1036"/>
          <ac:spMkLst>
            <pc:docMk/>
            <pc:sldMk cId="484090429" sldId="2147473043"/>
            <ac:spMk id="51" creationId="{05872488-B074-6135-5A29-E4C9DAE0DA52}"/>
          </ac:spMkLst>
        </pc:spChg>
        <pc:spChg chg="mod">
          <ac:chgData name="Carmen" userId="854005f4-386e-4134-9c36-452f82ab7859" providerId="ADAL" clId="{65C4FA17-9E97-4E94-AC77-D73196C68E2A}" dt="2025-02-14T09:55:55.271" v="7048" actId="1076"/>
          <ac:spMkLst>
            <pc:docMk/>
            <pc:sldMk cId="484090429" sldId="2147473043"/>
            <ac:spMk id="52" creationId="{BE06DD9F-1C70-18DE-91E3-6BA380193711}"/>
          </ac:spMkLst>
        </pc:spChg>
        <pc:spChg chg="mod">
          <ac:chgData name="Carmen" userId="854005f4-386e-4134-9c36-452f82ab7859" providerId="ADAL" clId="{65C4FA17-9E97-4E94-AC77-D73196C68E2A}" dt="2025-02-14T09:55:55.271" v="7048" actId="1076"/>
          <ac:spMkLst>
            <pc:docMk/>
            <pc:sldMk cId="484090429" sldId="2147473043"/>
            <ac:spMk id="53" creationId="{F1DAC9EC-EE58-14AF-3E65-F31175F607C3}"/>
          </ac:spMkLst>
        </pc:spChg>
        <pc:spChg chg="mod">
          <ac:chgData name="Carmen" userId="854005f4-386e-4134-9c36-452f82ab7859" providerId="ADAL" clId="{65C4FA17-9E97-4E94-AC77-D73196C68E2A}" dt="2025-02-13T09:01:28.348" v="2432" actId="1036"/>
          <ac:spMkLst>
            <pc:docMk/>
            <pc:sldMk cId="484090429" sldId="2147473043"/>
            <ac:spMk id="57" creationId="{CD72B360-26AF-F1F4-BDD8-060D08E181FA}"/>
          </ac:spMkLst>
        </pc:spChg>
        <pc:spChg chg="mod">
          <ac:chgData name="Carmen" userId="854005f4-386e-4134-9c36-452f82ab7859" providerId="ADAL" clId="{65C4FA17-9E97-4E94-AC77-D73196C68E2A}" dt="2025-02-14T09:55:26.284" v="7046" actId="255"/>
          <ac:spMkLst>
            <pc:docMk/>
            <pc:sldMk cId="484090429" sldId="2147473043"/>
            <ac:spMk id="58" creationId="{5889B9FD-8D9E-68C4-3D3F-95EF15075EFB}"/>
          </ac:spMkLst>
        </pc:spChg>
        <pc:spChg chg="mod">
          <ac:chgData name="Carmen" userId="854005f4-386e-4134-9c36-452f82ab7859" providerId="ADAL" clId="{65C4FA17-9E97-4E94-AC77-D73196C68E2A}" dt="2025-02-14T09:55:33.703" v="7047" actId="554"/>
          <ac:spMkLst>
            <pc:docMk/>
            <pc:sldMk cId="484090429" sldId="2147473043"/>
            <ac:spMk id="63" creationId="{50338F14-F2AE-7D17-7280-1F538163CC7B}"/>
          </ac:spMkLst>
        </pc:spChg>
        <pc:spChg chg="mod">
          <ac:chgData name="Carmen" userId="854005f4-386e-4134-9c36-452f82ab7859" providerId="ADAL" clId="{65C4FA17-9E97-4E94-AC77-D73196C68E2A}" dt="2025-02-14T09:55:26.284" v="7046" actId="255"/>
          <ac:spMkLst>
            <pc:docMk/>
            <pc:sldMk cId="484090429" sldId="2147473043"/>
            <ac:spMk id="66" creationId="{734B6798-F1B9-9F31-933E-5AEED380B007}"/>
          </ac:spMkLst>
        </pc:spChg>
        <pc:spChg chg="mod">
          <ac:chgData name="Carmen" userId="854005f4-386e-4134-9c36-452f82ab7859" providerId="ADAL" clId="{65C4FA17-9E97-4E94-AC77-D73196C68E2A}" dt="2025-02-14T09:55:33.703" v="7047" actId="554"/>
          <ac:spMkLst>
            <pc:docMk/>
            <pc:sldMk cId="484090429" sldId="2147473043"/>
            <ac:spMk id="73" creationId="{7025C738-6C33-EB27-5A5A-A05CB955B65F}"/>
          </ac:spMkLst>
        </pc:spChg>
        <pc:spChg chg="mod">
          <ac:chgData name="Carmen" userId="854005f4-386e-4134-9c36-452f82ab7859" providerId="ADAL" clId="{65C4FA17-9E97-4E94-AC77-D73196C68E2A}" dt="2025-02-14T09:55:26.284" v="7046" actId="255"/>
          <ac:spMkLst>
            <pc:docMk/>
            <pc:sldMk cId="484090429" sldId="2147473043"/>
            <ac:spMk id="75" creationId="{C9B4469D-D0FD-000D-490A-BD38831D202B}"/>
          </ac:spMkLst>
        </pc:spChg>
        <pc:spChg chg="mod">
          <ac:chgData name="Carmen" userId="854005f4-386e-4134-9c36-452f82ab7859" providerId="ADAL" clId="{65C4FA17-9E97-4E94-AC77-D73196C68E2A}" dt="2025-02-14T09:55:33.703" v="7047" actId="554"/>
          <ac:spMkLst>
            <pc:docMk/>
            <pc:sldMk cId="484090429" sldId="2147473043"/>
            <ac:spMk id="77" creationId="{E5D9E4E5-F246-67A6-05E5-0357AE11C4BD}"/>
          </ac:spMkLst>
        </pc:spChg>
        <pc:spChg chg="del">
          <ac:chgData name="Carmen" userId="854005f4-386e-4134-9c36-452f82ab7859" providerId="ADAL" clId="{65C4FA17-9E97-4E94-AC77-D73196C68E2A}" dt="2025-02-13T09:01:08.258" v="2404" actId="478"/>
          <ac:spMkLst>
            <pc:docMk/>
            <pc:sldMk cId="484090429" sldId="2147473043"/>
            <ac:spMk id="95" creationId="{90BDCCF8-5186-DFFB-9361-078FAFF59574}"/>
          </ac:spMkLst>
        </pc:spChg>
        <pc:grpChg chg="del">
          <ac:chgData name="Carmen" userId="854005f4-386e-4134-9c36-452f82ab7859" providerId="ADAL" clId="{65C4FA17-9E97-4E94-AC77-D73196C68E2A}" dt="2025-02-13T09:03:01.080" v="2467" actId="165"/>
          <ac:grpSpMkLst>
            <pc:docMk/>
            <pc:sldMk cId="484090429" sldId="2147473043"/>
            <ac:grpSpMk id="71" creationId="{922AC95F-5D59-1D0F-A63B-8F2101A5CA10}"/>
          </ac:grpSpMkLst>
        </pc:grpChg>
        <pc:grpChg chg="del">
          <ac:chgData name="Carmen" userId="854005f4-386e-4134-9c36-452f82ab7859" providerId="ADAL" clId="{65C4FA17-9E97-4E94-AC77-D73196C68E2A}" dt="2025-02-13T09:03:34.521" v="2476" actId="165"/>
          <ac:grpSpMkLst>
            <pc:docMk/>
            <pc:sldMk cId="484090429" sldId="2147473043"/>
            <ac:grpSpMk id="74" creationId="{7D77A98C-283F-74C1-DCDE-6BEED7318EBC}"/>
          </ac:grpSpMkLst>
        </pc:grpChg>
        <pc:grpChg chg="del mod">
          <ac:chgData name="Carmen" userId="854005f4-386e-4134-9c36-452f82ab7859" providerId="ADAL" clId="{65C4FA17-9E97-4E94-AC77-D73196C68E2A}" dt="2025-02-13T10:45:18.068" v="4524" actId="165"/>
          <ac:grpSpMkLst>
            <pc:docMk/>
            <pc:sldMk cId="484090429" sldId="2147473043"/>
            <ac:grpSpMk id="79" creationId="{68DDE993-E0CF-BAED-921C-4327D303F540}"/>
          </ac:grpSpMkLst>
        </pc:grpChg>
        <pc:picChg chg="add mod">
          <ac:chgData name="Carmen" userId="854005f4-386e-4134-9c36-452f82ab7859" providerId="ADAL" clId="{65C4FA17-9E97-4E94-AC77-D73196C68E2A}" dt="2025-02-13T09:04:52.845" v="2488" actId="207"/>
          <ac:picMkLst>
            <pc:docMk/>
            <pc:sldMk cId="484090429" sldId="2147473043"/>
            <ac:picMk id="16" creationId="{EDBFFD4E-2189-894C-F9C0-292B794BA7CB}"/>
          </ac:picMkLst>
        </pc:picChg>
        <pc:picChg chg="mod ord topLvl">
          <ac:chgData name="Carmen" userId="854005f4-386e-4134-9c36-452f82ab7859" providerId="ADAL" clId="{65C4FA17-9E97-4E94-AC77-D73196C68E2A}" dt="2025-02-13T09:03:45.113" v="2481" actId="1076"/>
          <ac:picMkLst>
            <pc:docMk/>
            <pc:sldMk cId="484090429" sldId="2147473043"/>
            <ac:picMk id="81" creationId="{271FE55B-B7DB-92B9-7C56-7535C18058DD}"/>
          </ac:picMkLst>
        </pc:picChg>
        <pc:picChg chg="del mod">
          <ac:chgData name="Carmen" userId="854005f4-386e-4134-9c36-452f82ab7859" providerId="ADAL" clId="{65C4FA17-9E97-4E94-AC77-D73196C68E2A}" dt="2025-02-13T09:04:01.582" v="2484" actId="478"/>
          <ac:picMkLst>
            <pc:docMk/>
            <pc:sldMk cId="484090429" sldId="2147473043"/>
            <ac:picMk id="91" creationId="{A24870E0-A975-C267-6117-876C9B28582A}"/>
          </ac:picMkLst>
        </pc:picChg>
        <pc:picChg chg="mod topLvl">
          <ac:chgData name="Carmen" userId="854005f4-386e-4134-9c36-452f82ab7859" providerId="ADAL" clId="{65C4FA17-9E97-4E94-AC77-D73196C68E2A}" dt="2025-02-13T10:45:18.068" v="4524" actId="165"/>
          <ac:picMkLst>
            <pc:docMk/>
            <pc:sldMk cId="484090429" sldId="2147473043"/>
            <ac:picMk id="96" creationId="{DCA4B472-CBF6-27FB-8549-A508124841C1}"/>
          </ac:picMkLst>
        </pc:picChg>
        <pc:cxnChg chg="mod">
          <ac:chgData name="Carmen" userId="854005f4-386e-4134-9c36-452f82ab7859" providerId="ADAL" clId="{65C4FA17-9E97-4E94-AC77-D73196C68E2A}" dt="2025-02-13T16:24:26.763" v="6923" actId="14100"/>
          <ac:cxnSpMkLst>
            <pc:docMk/>
            <pc:sldMk cId="484090429" sldId="2147473043"/>
            <ac:cxnSpMk id="12" creationId="{6CF2A37D-9CEF-7626-A5B5-5912D565DFF3}"/>
          </ac:cxnSpMkLst>
        </pc:cxnChg>
        <pc:cxnChg chg="mod">
          <ac:chgData name="Carmen" userId="854005f4-386e-4134-9c36-452f82ab7859" providerId="ADAL" clId="{65C4FA17-9E97-4E94-AC77-D73196C68E2A}" dt="2025-02-13T16:24:44.187" v="6927" actId="14100"/>
          <ac:cxnSpMkLst>
            <pc:docMk/>
            <pc:sldMk cId="484090429" sldId="2147473043"/>
            <ac:cxnSpMk id="13" creationId="{9E75A7C9-12CA-AD8B-BC24-630128C80BAA}"/>
          </ac:cxnSpMkLst>
        </pc:cxnChg>
        <pc:cxnChg chg="mod">
          <ac:chgData name="Carmen" userId="854005f4-386e-4134-9c36-452f82ab7859" providerId="ADAL" clId="{65C4FA17-9E97-4E94-AC77-D73196C68E2A}" dt="2025-02-14T09:57:26.123" v="7062" actId="1076"/>
          <ac:cxnSpMkLst>
            <pc:docMk/>
            <pc:sldMk cId="484090429" sldId="2147473043"/>
            <ac:cxnSpMk id="19" creationId="{0A8DCA11-FB7E-D95E-5004-47558922C121}"/>
          </ac:cxnSpMkLst>
        </pc:cxnChg>
        <pc:cxnChg chg="mod">
          <ac:chgData name="Carmen" userId="854005f4-386e-4134-9c36-452f82ab7859" providerId="ADAL" clId="{65C4FA17-9E97-4E94-AC77-D73196C68E2A}" dt="2025-02-13T16:24:39.294" v="6926" actId="14100"/>
          <ac:cxnSpMkLst>
            <pc:docMk/>
            <pc:sldMk cId="484090429" sldId="2147473043"/>
            <ac:cxnSpMk id="25" creationId="{7BFAFA8B-D413-EDC9-1C06-C14C110A2315}"/>
          </ac:cxnSpMkLst>
        </pc:cxnChg>
        <pc:cxnChg chg="mod">
          <ac:chgData name="Carmen" userId="854005f4-386e-4134-9c36-452f82ab7859" providerId="ADAL" clId="{65C4FA17-9E97-4E94-AC77-D73196C68E2A}" dt="2025-02-14T09:55:57.598" v="7049" actId="14100"/>
          <ac:cxnSpMkLst>
            <pc:docMk/>
            <pc:sldMk cId="484090429" sldId="2147473043"/>
            <ac:cxnSpMk id="54" creationId="{BA172E7B-1297-1318-EEDD-9629B0D93617}"/>
          </ac:cxnSpMkLst>
        </pc:cxnChg>
        <pc:cxnChg chg="mod">
          <ac:chgData name="Carmen" userId="854005f4-386e-4134-9c36-452f82ab7859" providerId="ADAL" clId="{65C4FA17-9E97-4E94-AC77-D73196C68E2A}" dt="2025-02-13T10:45:14.506" v="4523" actId="14100"/>
          <ac:cxnSpMkLst>
            <pc:docMk/>
            <pc:sldMk cId="484090429" sldId="2147473043"/>
            <ac:cxnSpMk id="55" creationId="{64D2A4E5-7491-61D0-C38C-A75F29ED0CE8}"/>
          </ac:cxnSpMkLst>
        </pc:cxnChg>
      </pc:sldChg>
      <pc:sldChg chg="del ord">
        <pc:chgData name="Carmen" userId="854005f4-386e-4134-9c36-452f82ab7859" providerId="ADAL" clId="{65C4FA17-9E97-4E94-AC77-D73196C68E2A}" dt="2025-02-13T11:00:09.482" v="5494" actId="47"/>
        <pc:sldMkLst>
          <pc:docMk/>
          <pc:sldMk cId="1992286598" sldId="2147473044"/>
        </pc:sldMkLst>
      </pc:sldChg>
      <pc:sldChg chg="addSp delSp modSp mod ord">
        <pc:chgData name="Carmen" userId="854005f4-386e-4134-9c36-452f82ab7859" providerId="ADAL" clId="{65C4FA17-9E97-4E94-AC77-D73196C68E2A}" dt="2025-02-14T10:57:57.940" v="7428"/>
        <pc:sldMkLst>
          <pc:docMk/>
          <pc:sldMk cId="2710345524" sldId="2147473054"/>
        </pc:sldMkLst>
        <pc:spChg chg="add mod">
          <ac:chgData name="Carmen" userId="854005f4-386e-4134-9c36-452f82ab7859" providerId="ADAL" clId="{65C4FA17-9E97-4E94-AC77-D73196C68E2A}" dt="2025-02-13T16:20:58.661" v="6804" actId="790"/>
          <ac:spMkLst>
            <pc:docMk/>
            <pc:sldMk cId="2710345524" sldId="2147473054"/>
            <ac:spMk id="2" creationId="{433CDD12-B895-B50F-6EB6-ABFA77DD6871}"/>
          </ac:spMkLst>
        </pc:spChg>
        <pc:spChg chg="add mod">
          <ac:chgData name="Carmen" userId="854005f4-386e-4134-9c36-452f82ab7859" providerId="ADAL" clId="{65C4FA17-9E97-4E94-AC77-D73196C68E2A}" dt="2025-02-13T17:22:30.731" v="7022" actId="14100"/>
          <ac:spMkLst>
            <pc:docMk/>
            <pc:sldMk cId="2710345524" sldId="2147473054"/>
            <ac:spMk id="3" creationId="{45B5DF86-25EF-A6B8-9409-5AD8F164369E}"/>
          </ac:spMkLst>
        </pc:spChg>
        <pc:spChg chg="mod">
          <ac:chgData name="Carmen" userId="854005f4-386e-4134-9c36-452f82ab7859" providerId="ADAL" clId="{65C4FA17-9E97-4E94-AC77-D73196C68E2A}" dt="2025-02-13T09:31:01.165" v="2939" actId="1076"/>
          <ac:spMkLst>
            <pc:docMk/>
            <pc:sldMk cId="2710345524" sldId="2147473054"/>
            <ac:spMk id="4" creationId="{AF571CF0-76A0-7C92-2F05-1F3716935629}"/>
          </ac:spMkLst>
        </pc:spChg>
        <pc:spChg chg="mod">
          <ac:chgData name="Carmen" userId="854005f4-386e-4134-9c36-452f82ab7859" providerId="ADAL" clId="{65C4FA17-9E97-4E94-AC77-D73196C68E2A}" dt="2025-02-13T09:21:44.004" v="2771" actId="20577"/>
          <ac:spMkLst>
            <pc:docMk/>
            <pc:sldMk cId="2710345524" sldId="2147473054"/>
            <ac:spMk id="5" creationId="{71B5AF83-F93A-1772-BB5A-009C7E13C6DB}"/>
          </ac:spMkLst>
        </pc:spChg>
        <pc:spChg chg="add mod">
          <ac:chgData name="Carmen" userId="854005f4-386e-4134-9c36-452f82ab7859" providerId="ADAL" clId="{65C4FA17-9E97-4E94-AC77-D73196C68E2A}" dt="2025-02-13T09:31:30.181" v="2945" actId="1076"/>
          <ac:spMkLst>
            <pc:docMk/>
            <pc:sldMk cId="2710345524" sldId="2147473054"/>
            <ac:spMk id="7" creationId="{294A00D9-FE23-FA75-9C58-B9155BD98690}"/>
          </ac:spMkLst>
        </pc:spChg>
        <pc:spChg chg="add mod">
          <ac:chgData name="Carmen" userId="854005f4-386e-4134-9c36-452f82ab7859" providerId="ADAL" clId="{65C4FA17-9E97-4E94-AC77-D73196C68E2A}" dt="2025-02-13T09:31:30.181" v="2945" actId="1076"/>
          <ac:spMkLst>
            <pc:docMk/>
            <pc:sldMk cId="2710345524" sldId="2147473054"/>
            <ac:spMk id="9" creationId="{2AC3D892-1D61-6EDA-0D3B-96A5B7D0334B}"/>
          </ac:spMkLst>
        </pc:spChg>
        <pc:spChg chg="add mod">
          <ac:chgData name="Carmen" userId="854005f4-386e-4134-9c36-452f82ab7859" providerId="ADAL" clId="{65C4FA17-9E97-4E94-AC77-D73196C68E2A}" dt="2025-02-13T09:22:26.769" v="2784" actId="1035"/>
          <ac:spMkLst>
            <pc:docMk/>
            <pc:sldMk cId="2710345524" sldId="2147473054"/>
            <ac:spMk id="10" creationId="{90F5DDDB-024D-05C8-2EC4-6A1BF0B135F0}"/>
          </ac:spMkLst>
        </pc:spChg>
        <pc:spChg chg="add mod">
          <ac:chgData name="Carmen" userId="854005f4-386e-4134-9c36-452f82ab7859" providerId="ADAL" clId="{65C4FA17-9E97-4E94-AC77-D73196C68E2A}" dt="2025-02-13T09:22:37.044" v="2786" actId="1076"/>
          <ac:spMkLst>
            <pc:docMk/>
            <pc:sldMk cId="2710345524" sldId="2147473054"/>
            <ac:spMk id="11" creationId="{16639A58-5EFB-2798-6855-2C9E08269B4C}"/>
          </ac:spMkLst>
        </pc:spChg>
        <pc:spChg chg="add mod">
          <ac:chgData name="Carmen" userId="854005f4-386e-4134-9c36-452f82ab7859" providerId="ADAL" clId="{65C4FA17-9E97-4E94-AC77-D73196C68E2A}" dt="2025-02-13T09:22:46.691" v="2789" actId="14100"/>
          <ac:spMkLst>
            <pc:docMk/>
            <pc:sldMk cId="2710345524" sldId="2147473054"/>
            <ac:spMk id="12" creationId="{16A53226-5A28-7A48-108A-4D90290A2925}"/>
          </ac:spMkLst>
        </pc:spChg>
        <pc:spChg chg="add mod">
          <ac:chgData name="Carmen" userId="854005f4-386e-4134-9c36-452f82ab7859" providerId="ADAL" clId="{65C4FA17-9E97-4E94-AC77-D73196C68E2A}" dt="2025-02-13T09:32:02.776" v="2951" actId="1076"/>
          <ac:spMkLst>
            <pc:docMk/>
            <pc:sldMk cId="2710345524" sldId="2147473054"/>
            <ac:spMk id="13" creationId="{5FFBAE74-7894-86A8-812F-0D8263738D2D}"/>
          </ac:spMkLst>
        </pc:spChg>
        <pc:spChg chg="add mod">
          <ac:chgData name="Carmen" userId="854005f4-386e-4134-9c36-452f82ab7859" providerId="ADAL" clId="{65C4FA17-9E97-4E94-AC77-D73196C68E2A}" dt="2025-02-13T09:32:06.113" v="2952" actId="1076"/>
          <ac:spMkLst>
            <pc:docMk/>
            <pc:sldMk cId="2710345524" sldId="2147473054"/>
            <ac:spMk id="14" creationId="{A14F0027-235D-D7E9-B37A-6F3F8BF99303}"/>
          </ac:spMkLst>
        </pc:spChg>
        <pc:spChg chg="add mod">
          <ac:chgData name="Carmen" userId="854005f4-386e-4134-9c36-452f82ab7859" providerId="ADAL" clId="{65C4FA17-9E97-4E94-AC77-D73196C68E2A}" dt="2025-02-13T09:31:30.181" v="2945" actId="1076"/>
          <ac:spMkLst>
            <pc:docMk/>
            <pc:sldMk cId="2710345524" sldId="2147473054"/>
            <ac:spMk id="15" creationId="{0C026C2A-106F-1E59-DDD4-096F6BA48A00}"/>
          </ac:spMkLst>
        </pc:spChg>
        <pc:spChg chg="add mod">
          <ac:chgData name="Carmen" userId="854005f4-386e-4134-9c36-452f82ab7859" providerId="ADAL" clId="{65C4FA17-9E97-4E94-AC77-D73196C68E2A}" dt="2025-02-13T16:23:02.322" v="6854" actId="1036"/>
          <ac:spMkLst>
            <pc:docMk/>
            <pc:sldMk cId="2710345524" sldId="2147473054"/>
            <ac:spMk id="16" creationId="{38BEDB47-A921-5459-1A5D-A3B38AEED171}"/>
          </ac:spMkLst>
        </pc:spChg>
        <pc:spChg chg="add mod">
          <ac:chgData name="Carmen" userId="854005f4-386e-4134-9c36-452f82ab7859" providerId="ADAL" clId="{65C4FA17-9E97-4E94-AC77-D73196C68E2A}" dt="2025-02-13T16:20:58.661" v="6804" actId="790"/>
          <ac:spMkLst>
            <pc:docMk/>
            <pc:sldMk cId="2710345524" sldId="2147473054"/>
            <ac:spMk id="17" creationId="{37570BEB-6B03-7A11-1AAA-05A133247B27}"/>
          </ac:spMkLst>
        </pc:spChg>
        <pc:spChg chg="add mod">
          <ac:chgData name="Carmen" userId="854005f4-386e-4134-9c36-452f82ab7859" providerId="ADAL" clId="{65C4FA17-9E97-4E94-AC77-D73196C68E2A}" dt="2025-02-13T16:21:43.697" v="6846" actId="790"/>
          <ac:spMkLst>
            <pc:docMk/>
            <pc:sldMk cId="2710345524" sldId="2147473054"/>
            <ac:spMk id="18" creationId="{C8D29688-CAD4-714A-C1C4-385824543E41}"/>
          </ac:spMkLst>
        </pc:spChg>
        <pc:spChg chg="del">
          <ac:chgData name="Carmen" userId="854005f4-386e-4134-9c36-452f82ab7859" providerId="ADAL" clId="{65C4FA17-9E97-4E94-AC77-D73196C68E2A}" dt="2025-02-13T09:12:55.274" v="2507" actId="478"/>
          <ac:spMkLst>
            <pc:docMk/>
            <pc:sldMk cId="2710345524" sldId="2147473054"/>
            <ac:spMk id="49" creationId="{B496382C-A651-97D2-1680-35785D6A93EB}"/>
          </ac:spMkLst>
        </pc:spChg>
        <pc:spChg chg="del">
          <ac:chgData name="Carmen" userId="854005f4-386e-4134-9c36-452f82ab7859" providerId="ADAL" clId="{65C4FA17-9E97-4E94-AC77-D73196C68E2A}" dt="2025-02-13T09:12:55.274" v="2507" actId="478"/>
          <ac:spMkLst>
            <pc:docMk/>
            <pc:sldMk cId="2710345524" sldId="2147473054"/>
            <ac:spMk id="50" creationId="{060087B2-B1DE-D60A-8C31-8948BCC3E53F}"/>
          </ac:spMkLst>
        </pc:spChg>
        <pc:spChg chg="del">
          <ac:chgData name="Carmen" userId="854005f4-386e-4134-9c36-452f82ab7859" providerId="ADAL" clId="{65C4FA17-9E97-4E94-AC77-D73196C68E2A}" dt="2025-02-13T09:12:55.274" v="2507" actId="478"/>
          <ac:spMkLst>
            <pc:docMk/>
            <pc:sldMk cId="2710345524" sldId="2147473054"/>
            <ac:spMk id="51" creationId="{AB1D5CA2-BD5F-0F95-C750-4F3F97C3383C}"/>
          </ac:spMkLst>
        </pc:spChg>
        <pc:spChg chg="del">
          <ac:chgData name="Carmen" userId="854005f4-386e-4134-9c36-452f82ab7859" providerId="ADAL" clId="{65C4FA17-9E97-4E94-AC77-D73196C68E2A}" dt="2025-02-13T09:12:55.274" v="2507" actId="478"/>
          <ac:spMkLst>
            <pc:docMk/>
            <pc:sldMk cId="2710345524" sldId="2147473054"/>
            <ac:spMk id="52" creationId="{5762A23D-4902-34BB-FB7B-EE3C4044F9F9}"/>
          </ac:spMkLst>
        </pc:spChg>
        <pc:spChg chg="del">
          <ac:chgData name="Carmen" userId="854005f4-386e-4134-9c36-452f82ab7859" providerId="ADAL" clId="{65C4FA17-9E97-4E94-AC77-D73196C68E2A}" dt="2025-02-13T09:12:55.274" v="2507" actId="478"/>
          <ac:spMkLst>
            <pc:docMk/>
            <pc:sldMk cId="2710345524" sldId="2147473054"/>
            <ac:spMk id="53" creationId="{EBD43B12-B3E0-4E05-D487-BD94EFD054D2}"/>
          </ac:spMkLst>
        </pc:spChg>
        <pc:spChg chg="del mod">
          <ac:chgData name="Carmen" userId="854005f4-386e-4134-9c36-452f82ab7859" providerId="ADAL" clId="{65C4FA17-9E97-4E94-AC77-D73196C68E2A}" dt="2025-02-13T09:23:02.205" v="2794" actId="478"/>
          <ac:spMkLst>
            <pc:docMk/>
            <pc:sldMk cId="2710345524" sldId="2147473054"/>
            <ac:spMk id="56" creationId="{05FEE2E8-D7EC-09AD-12D6-55C306845756}"/>
          </ac:spMkLst>
        </pc:spChg>
        <pc:spChg chg="mod">
          <ac:chgData name="Carmen" userId="854005f4-386e-4134-9c36-452f82ab7859" providerId="ADAL" clId="{65C4FA17-9E97-4E94-AC77-D73196C68E2A}" dt="2025-02-13T17:22:54.816" v="7024" actId="14100"/>
          <ac:spMkLst>
            <pc:docMk/>
            <pc:sldMk cId="2710345524" sldId="2147473054"/>
            <ac:spMk id="57" creationId="{95160E68-02FC-E0FB-DE4F-E06E2706075C}"/>
          </ac:spMkLst>
        </pc:spChg>
        <pc:spChg chg="del mod">
          <ac:chgData name="Carmen" userId="854005f4-386e-4134-9c36-452f82ab7859" providerId="ADAL" clId="{65C4FA17-9E97-4E94-AC77-D73196C68E2A}" dt="2025-02-13T09:23:03.177" v="2795" actId="478"/>
          <ac:spMkLst>
            <pc:docMk/>
            <pc:sldMk cId="2710345524" sldId="2147473054"/>
            <ac:spMk id="58" creationId="{10100ACD-DEBC-8965-806B-7F32EA6B41BE}"/>
          </ac:spMkLst>
        </pc:spChg>
        <pc:spChg chg="mod">
          <ac:chgData name="Carmen" userId="854005f4-386e-4134-9c36-452f82ab7859" providerId="ADAL" clId="{65C4FA17-9E97-4E94-AC77-D73196C68E2A}" dt="2025-02-13T09:23:21.847" v="2798" actId="20577"/>
          <ac:spMkLst>
            <pc:docMk/>
            <pc:sldMk cId="2710345524" sldId="2147473054"/>
            <ac:spMk id="59" creationId="{4EFAE134-8950-B383-1F99-1863D0B39309}"/>
          </ac:spMkLst>
        </pc:spChg>
        <pc:spChg chg="mod">
          <ac:chgData name="Carmen" userId="854005f4-386e-4134-9c36-452f82ab7859" providerId="ADAL" clId="{65C4FA17-9E97-4E94-AC77-D73196C68E2A}" dt="2025-02-13T16:17:47.325" v="6586" actId="20577"/>
          <ac:spMkLst>
            <pc:docMk/>
            <pc:sldMk cId="2710345524" sldId="2147473054"/>
            <ac:spMk id="64" creationId="{068BC64E-EB58-9874-B81E-705B7CF54F9E}"/>
          </ac:spMkLst>
        </pc:spChg>
        <pc:graphicFrameChg chg="mod modGraphic">
          <ac:chgData name="Carmen" userId="854005f4-386e-4134-9c36-452f82ab7859" providerId="ADAL" clId="{65C4FA17-9E97-4E94-AC77-D73196C68E2A}" dt="2025-02-14T10:57:57.940" v="7428"/>
          <ac:graphicFrameMkLst>
            <pc:docMk/>
            <pc:sldMk cId="2710345524" sldId="2147473054"/>
            <ac:graphicFrameMk id="8" creationId="{AC3E6650-BE86-C0BF-F405-8385D82394F0}"/>
          </ac:graphicFrameMkLst>
        </pc:graphicFrameChg>
        <pc:picChg chg="del">
          <ac:chgData name="Carmen" userId="854005f4-386e-4134-9c36-452f82ab7859" providerId="ADAL" clId="{65C4FA17-9E97-4E94-AC77-D73196C68E2A}" dt="2025-02-13T09:12:55.274" v="2507" actId="478"/>
          <ac:picMkLst>
            <pc:docMk/>
            <pc:sldMk cId="2710345524" sldId="2147473054"/>
            <ac:picMk id="55" creationId="{8A0057D8-3B46-6902-2472-008B7597B9EF}"/>
          </ac:picMkLst>
        </pc:picChg>
      </pc:sldChg>
      <pc:sldChg chg="del ord">
        <pc:chgData name="Carmen" userId="854005f4-386e-4134-9c36-452f82ab7859" providerId="ADAL" clId="{65C4FA17-9E97-4E94-AC77-D73196C68E2A}" dt="2025-02-13T10:57:01.831" v="5416" actId="47"/>
        <pc:sldMkLst>
          <pc:docMk/>
          <pc:sldMk cId="641572995" sldId="2147473055"/>
        </pc:sldMkLst>
      </pc:sldChg>
      <pc:sldChg chg="del ord">
        <pc:chgData name="Carmen" userId="854005f4-386e-4134-9c36-452f82ab7859" providerId="ADAL" clId="{65C4FA17-9E97-4E94-AC77-D73196C68E2A}" dt="2025-02-13T11:00:01.865" v="5491" actId="47"/>
        <pc:sldMkLst>
          <pc:docMk/>
          <pc:sldMk cId="3348359133" sldId="2147473056"/>
        </pc:sldMkLst>
      </pc:sldChg>
      <pc:sldChg chg="addSp delSp add del mod ord">
        <pc:chgData name="Carmen" userId="854005f4-386e-4134-9c36-452f82ab7859" providerId="ADAL" clId="{65C4FA17-9E97-4E94-AC77-D73196C68E2A}" dt="2025-02-13T11:00:05.700" v="5493" actId="47"/>
        <pc:sldMkLst>
          <pc:docMk/>
          <pc:sldMk cId="3046335627" sldId="2147473057"/>
        </pc:sldMkLst>
        <pc:spChg chg="add del">
          <ac:chgData name="Carmen" userId="854005f4-386e-4134-9c36-452f82ab7859" providerId="ADAL" clId="{65C4FA17-9E97-4E94-AC77-D73196C68E2A}" dt="2025-02-13T08:57:22.919" v="2211" actId="21"/>
          <ac:spMkLst>
            <pc:docMk/>
            <pc:sldMk cId="3046335627" sldId="2147473057"/>
            <ac:spMk id="47" creationId="{8A34181F-3BA0-5560-2786-EC3001969D7C}"/>
          </ac:spMkLst>
        </pc:spChg>
        <pc:spChg chg="add del">
          <ac:chgData name="Carmen" userId="854005f4-386e-4134-9c36-452f82ab7859" providerId="ADAL" clId="{65C4FA17-9E97-4E94-AC77-D73196C68E2A}" dt="2025-02-13T08:57:22.919" v="2211" actId="21"/>
          <ac:spMkLst>
            <pc:docMk/>
            <pc:sldMk cId="3046335627" sldId="2147473057"/>
            <ac:spMk id="48" creationId="{04979C78-2F5E-0F57-7EB1-EA58B366766B}"/>
          </ac:spMkLst>
        </pc:spChg>
        <pc:spChg chg="add del">
          <ac:chgData name="Carmen" userId="854005f4-386e-4134-9c36-452f82ab7859" providerId="ADAL" clId="{65C4FA17-9E97-4E94-AC77-D73196C68E2A}" dt="2025-02-13T08:57:22.919" v="2211" actId="21"/>
          <ac:spMkLst>
            <pc:docMk/>
            <pc:sldMk cId="3046335627" sldId="2147473057"/>
            <ac:spMk id="51" creationId="{7DEBDFCB-5A3D-D5C2-D1FF-038F112E8E10}"/>
          </ac:spMkLst>
        </pc:spChg>
        <pc:spChg chg="add del">
          <ac:chgData name="Carmen" userId="854005f4-386e-4134-9c36-452f82ab7859" providerId="ADAL" clId="{65C4FA17-9E97-4E94-AC77-D73196C68E2A}" dt="2025-02-13T08:57:22.919" v="2211" actId="21"/>
          <ac:spMkLst>
            <pc:docMk/>
            <pc:sldMk cId="3046335627" sldId="2147473057"/>
            <ac:spMk id="194" creationId="{28E6F739-2303-F53D-E109-4C5826AF5D4F}"/>
          </ac:spMkLst>
        </pc:spChg>
      </pc:sldChg>
      <pc:sldChg chg="addSp delSp modSp add mod ord">
        <pc:chgData name="Carmen" userId="854005f4-386e-4134-9c36-452f82ab7859" providerId="ADAL" clId="{65C4FA17-9E97-4E94-AC77-D73196C68E2A}" dt="2025-02-14T10:00:12.724" v="7114" actId="123"/>
        <pc:sldMkLst>
          <pc:docMk/>
          <pc:sldMk cId="1745041534" sldId="2147473058"/>
        </pc:sldMkLst>
        <pc:spChg chg="add mod">
          <ac:chgData name="Carmen" userId="854005f4-386e-4134-9c36-452f82ab7859" providerId="ADAL" clId="{65C4FA17-9E97-4E94-AC77-D73196C68E2A}" dt="2025-02-14T10:00:08.502" v="7113" actId="123"/>
          <ac:spMkLst>
            <pc:docMk/>
            <pc:sldMk cId="1745041534" sldId="2147473058"/>
            <ac:spMk id="3" creationId="{E8A08130-D8A9-0EF7-71E4-B7EA70364130}"/>
          </ac:spMkLst>
        </pc:spChg>
        <pc:spChg chg="del">
          <ac:chgData name="Carmen" userId="854005f4-386e-4134-9c36-452f82ab7859" providerId="ADAL" clId="{65C4FA17-9E97-4E94-AC77-D73196C68E2A}" dt="2025-02-13T08:17:55.240" v="33" actId="478"/>
          <ac:spMkLst>
            <pc:docMk/>
            <pc:sldMk cId="1745041534" sldId="2147473058"/>
            <ac:spMk id="6" creationId="{5E6CEEE0-ECD6-D752-A663-FCA429012666}"/>
          </ac:spMkLst>
        </pc:spChg>
        <pc:spChg chg="add mod">
          <ac:chgData name="Carmen" userId="854005f4-386e-4134-9c36-452f82ab7859" providerId="ADAL" clId="{65C4FA17-9E97-4E94-AC77-D73196C68E2A}" dt="2025-02-13T16:14:03.283" v="6554" actId="1036"/>
          <ac:spMkLst>
            <pc:docMk/>
            <pc:sldMk cId="1745041534" sldId="2147473058"/>
            <ac:spMk id="7" creationId="{3DFD99F1-9CD8-B039-7D4C-D6BF5D7B78D2}"/>
          </ac:spMkLst>
        </pc:spChg>
        <pc:spChg chg="add mod">
          <ac:chgData name="Carmen" userId="854005f4-386e-4134-9c36-452f82ab7859" providerId="ADAL" clId="{65C4FA17-9E97-4E94-AC77-D73196C68E2A}" dt="2025-02-13T16:13:58.239" v="6539" actId="1035"/>
          <ac:spMkLst>
            <pc:docMk/>
            <pc:sldMk cId="1745041534" sldId="2147473058"/>
            <ac:spMk id="8" creationId="{0051529C-3F30-DCDD-0757-A9917B18271D}"/>
          </ac:spMkLst>
        </pc:spChg>
        <pc:spChg chg="add del mod">
          <ac:chgData name="Carmen" userId="854005f4-386e-4134-9c36-452f82ab7859" providerId="ADAL" clId="{65C4FA17-9E97-4E94-AC77-D73196C68E2A}" dt="2025-02-13T08:22:08.432" v="491" actId="478"/>
          <ac:spMkLst>
            <pc:docMk/>
            <pc:sldMk cId="1745041534" sldId="2147473058"/>
            <ac:spMk id="9" creationId="{5A9215EE-AC32-05EE-E2EE-AC7A020770DC}"/>
          </ac:spMkLst>
        </pc:spChg>
        <pc:spChg chg="add del mod">
          <ac:chgData name="Carmen" userId="854005f4-386e-4134-9c36-452f82ab7859" providerId="ADAL" clId="{65C4FA17-9E97-4E94-AC77-D73196C68E2A}" dt="2025-02-13T08:24:27.646" v="528" actId="478"/>
          <ac:spMkLst>
            <pc:docMk/>
            <pc:sldMk cId="1745041534" sldId="2147473058"/>
            <ac:spMk id="12" creationId="{EBBE6BA1-81A0-2362-4AD1-8A53D95EF4F2}"/>
          </ac:spMkLst>
        </pc:spChg>
        <pc:spChg chg="add del mod">
          <ac:chgData name="Carmen" userId="854005f4-386e-4134-9c36-452f82ab7859" providerId="ADAL" clId="{65C4FA17-9E97-4E94-AC77-D73196C68E2A}" dt="2025-02-13T08:24:27.646" v="528" actId="478"/>
          <ac:spMkLst>
            <pc:docMk/>
            <pc:sldMk cId="1745041534" sldId="2147473058"/>
            <ac:spMk id="13" creationId="{EF0A98D9-BA39-0C58-0957-E90E2694406B}"/>
          </ac:spMkLst>
        </pc:spChg>
        <pc:spChg chg="del">
          <ac:chgData name="Carmen" userId="854005f4-386e-4134-9c36-452f82ab7859" providerId="ADAL" clId="{65C4FA17-9E97-4E94-AC77-D73196C68E2A}" dt="2025-02-13T08:17:55.240" v="33" actId="478"/>
          <ac:spMkLst>
            <pc:docMk/>
            <pc:sldMk cId="1745041534" sldId="2147473058"/>
            <ac:spMk id="14" creationId="{72DB1C78-DFA7-E735-E5E3-5D69B321FD2E}"/>
          </ac:spMkLst>
        </pc:spChg>
        <pc:spChg chg="del">
          <ac:chgData name="Carmen" userId="854005f4-386e-4134-9c36-452f82ab7859" providerId="ADAL" clId="{65C4FA17-9E97-4E94-AC77-D73196C68E2A}" dt="2025-02-13T08:17:55.240" v="33" actId="478"/>
          <ac:spMkLst>
            <pc:docMk/>
            <pc:sldMk cId="1745041534" sldId="2147473058"/>
            <ac:spMk id="16" creationId="{8CA09EEC-0B6D-F071-88D4-6D30EBF68E3F}"/>
          </ac:spMkLst>
        </pc:spChg>
        <pc:spChg chg="add del mod">
          <ac:chgData name="Carmen" userId="854005f4-386e-4134-9c36-452f82ab7859" providerId="ADAL" clId="{65C4FA17-9E97-4E94-AC77-D73196C68E2A}" dt="2025-02-13T08:25:26.007" v="545" actId="478"/>
          <ac:spMkLst>
            <pc:docMk/>
            <pc:sldMk cId="1745041534" sldId="2147473058"/>
            <ac:spMk id="17" creationId="{23960906-2103-029E-AC5B-828C29135671}"/>
          </ac:spMkLst>
        </pc:spChg>
        <pc:spChg chg="add del mod">
          <ac:chgData name="Carmen" userId="854005f4-386e-4134-9c36-452f82ab7859" providerId="ADAL" clId="{65C4FA17-9E97-4E94-AC77-D73196C68E2A}" dt="2025-02-13T08:25:26.007" v="545" actId="478"/>
          <ac:spMkLst>
            <pc:docMk/>
            <pc:sldMk cId="1745041534" sldId="2147473058"/>
            <ac:spMk id="18" creationId="{C1012CE9-3307-2F4B-81D9-5DC38FCD55B5}"/>
          </ac:spMkLst>
        </pc:spChg>
        <pc:spChg chg="add del mod">
          <ac:chgData name="Carmen" userId="854005f4-386e-4134-9c36-452f82ab7859" providerId="ADAL" clId="{65C4FA17-9E97-4E94-AC77-D73196C68E2A}" dt="2025-02-13T08:25:26.007" v="545" actId="478"/>
          <ac:spMkLst>
            <pc:docMk/>
            <pc:sldMk cId="1745041534" sldId="2147473058"/>
            <ac:spMk id="19" creationId="{F44B77BD-FC8E-50C0-15D5-3B2A32241968}"/>
          </ac:spMkLst>
        </pc:spChg>
        <pc:spChg chg="add del mod">
          <ac:chgData name="Carmen" userId="854005f4-386e-4134-9c36-452f82ab7859" providerId="ADAL" clId="{65C4FA17-9E97-4E94-AC77-D73196C68E2A}" dt="2025-02-13T08:25:26.007" v="545" actId="478"/>
          <ac:spMkLst>
            <pc:docMk/>
            <pc:sldMk cId="1745041534" sldId="2147473058"/>
            <ac:spMk id="20" creationId="{DA5A2634-93E5-1107-4685-C0CE286862E6}"/>
          </ac:spMkLst>
        </pc:spChg>
        <pc:spChg chg="add del mod">
          <ac:chgData name="Carmen" userId="854005f4-386e-4134-9c36-452f82ab7859" providerId="ADAL" clId="{65C4FA17-9E97-4E94-AC77-D73196C68E2A}" dt="2025-02-13T08:25:26.007" v="545" actId="478"/>
          <ac:spMkLst>
            <pc:docMk/>
            <pc:sldMk cId="1745041534" sldId="2147473058"/>
            <ac:spMk id="21" creationId="{1BD771D3-7D69-376E-6128-461C27BA3D5F}"/>
          </ac:spMkLst>
        </pc:spChg>
        <pc:spChg chg="add mod">
          <ac:chgData name="Carmen" userId="854005f4-386e-4134-9c36-452f82ab7859" providerId="ADAL" clId="{65C4FA17-9E97-4E94-AC77-D73196C68E2A}" dt="2025-02-13T16:13:58.239" v="6539" actId="1035"/>
          <ac:spMkLst>
            <pc:docMk/>
            <pc:sldMk cId="1745041534" sldId="2147473058"/>
            <ac:spMk id="22" creationId="{F69F3B3B-DFAC-B422-7D0E-41BCFC248A12}"/>
          </ac:spMkLst>
        </pc:spChg>
        <pc:spChg chg="add mod">
          <ac:chgData name="Carmen" userId="854005f4-386e-4134-9c36-452f82ab7859" providerId="ADAL" clId="{65C4FA17-9E97-4E94-AC77-D73196C68E2A}" dt="2025-02-13T08:33:11.948" v="852" actId="1036"/>
          <ac:spMkLst>
            <pc:docMk/>
            <pc:sldMk cId="1745041534" sldId="2147473058"/>
            <ac:spMk id="23" creationId="{A35451A0-64DE-4A74-E28E-3328AA58EC86}"/>
          </ac:spMkLst>
        </pc:spChg>
        <pc:spChg chg="add mod">
          <ac:chgData name="Carmen" userId="854005f4-386e-4134-9c36-452f82ab7859" providerId="ADAL" clId="{65C4FA17-9E97-4E94-AC77-D73196C68E2A}" dt="2025-02-13T16:13:58.239" v="6539" actId="1035"/>
          <ac:spMkLst>
            <pc:docMk/>
            <pc:sldMk cId="1745041534" sldId="2147473058"/>
            <ac:spMk id="24" creationId="{F7F64BF6-131F-9F6E-3B70-179F37135082}"/>
          </ac:spMkLst>
        </pc:spChg>
        <pc:spChg chg="add mod">
          <ac:chgData name="Carmen" userId="854005f4-386e-4134-9c36-452f82ab7859" providerId="ADAL" clId="{65C4FA17-9E97-4E94-AC77-D73196C68E2A}" dt="2025-02-13T16:13:58.239" v="6539" actId="1035"/>
          <ac:spMkLst>
            <pc:docMk/>
            <pc:sldMk cId="1745041534" sldId="2147473058"/>
            <ac:spMk id="25" creationId="{7D6D42B4-BDFD-B15E-5A5A-C9455EBEA73F}"/>
          </ac:spMkLst>
        </pc:spChg>
        <pc:spChg chg="add mod">
          <ac:chgData name="Carmen" userId="854005f4-386e-4134-9c36-452f82ab7859" providerId="ADAL" clId="{65C4FA17-9E97-4E94-AC77-D73196C68E2A}" dt="2025-02-13T16:13:58.239" v="6539" actId="1035"/>
          <ac:spMkLst>
            <pc:docMk/>
            <pc:sldMk cId="1745041534" sldId="2147473058"/>
            <ac:spMk id="26" creationId="{CB7B1A5B-9FB9-3C72-DFA2-22B31EE1DD51}"/>
          </ac:spMkLst>
        </pc:spChg>
        <pc:spChg chg="add del mod">
          <ac:chgData name="Carmen" userId="854005f4-386e-4134-9c36-452f82ab7859" providerId="ADAL" clId="{65C4FA17-9E97-4E94-AC77-D73196C68E2A}" dt="2025-02-13T08:25:48.886" v="558" actId="478"/>
          <ac:spMkLst>
            <pc:docMk/>
            <pc:sldMk cId="1745041534" sldId="2147473058"/>
            <ac:spMk id="27" creationId="{8BE1F0A9-CED0-B574-CBA9-1A65B97B8E3D}"/>
          </ac:spMkLst>
        </pc:spChg>
        <pc:spChg chg="add mod">
          <ac:chgData name="Carmen" userId="854005f4-386e-4134-9c36-452f82ab7859" providerId="ADAL" clId="{65C4FA17-9E97-4E94-AC77-D73196C68E2A}" dt="2025-02-13T16:13:58.239" v="6539" actId="1035"/>
          <ac:spMkLst>
            <pc:docMk/>
            <pc:sldMk cId="1745041534" sldId="2147473058"/>
            <ac:spMk id="29" creationId="{773B52C1-6F4A-D7E4-74DC-C195BE457C4B}"/>
          </ac:spMkLst>
        </pc:spChg>
        <pc:spChg chg="add mod">
          <ac:chgData name="Carmen" userId="854005f4-386e-4134-9c36-452f82ab7859" providerId="ADAL" clId="{65C4FA17-9E97-4E94-AC77-D73196C68E2A}" dt="2025-02-13T16:14:03.283" v="6554" actId="1036"/>
          <ac:spMkLst>
            <pc:docMk/>
            <pc:sldMk cId="1745041534" sldId="2147473058"/>
            <ac:spMk id="32" creationId="{052718F2-3092-8F19-2877-0A32D36DAFDC}"/>
          </ac:spMkLst>
        </pc:spChg>
        <pc:spChg chg="add mod">
          <ac:chgData name="Carmen" userId="854005f4-386e-4134-9c36-452f82ab7859" providerId="ADAL" clId="{65C4FA17-9E97-4E94-AC77-D73196C68E2A}" dt="2025-02-14T10:00:02.266" v="7112" actId="123"/>
          <ac:spMkLst>
            <pc:docMk/>
            <pc:sldMk cId="1745041534" sldId="2147473058"/>
            <ac:spMk id="33" creationId="{4950806D-C5FA-9ACB-EB24-157A2EE41DA0}"/>
          </ac:spMkLst>
        </pc:spChg>
        <pc:spChg chg="add mod">
          <ac:chgData name="Carmen" userId="854005f4-386e-4134-9c36-452f82ab7859" providerId="ADAL" clId="{65C4FA17-9E97-4E94-AC77-D73196C68E2A}" dt="2025-02-13T16:13:58.239" v="6539" actId="1035"/>
          <ac:spMkLst>
            <pc:docMk/>
            <pc:sldMk cId="1745041534" sldId="2147473058"/>
            <ac:spMk id="34" creationId="{4877A5D0-1939-AB53-1970-4FA3A1294AB6}"/>
          </ac:spMkLst>
        </pc:spChg>
        <pc:spChg chg="add mod">
          <ac:chgData name="Carmen" userId="854005f4-386e-4134-9c36-452f82ab7859" providerId="ADAL" clId="{65C4FA17-9E97-4E94-AC77-D73196C68E2A}" dt="2025-02-13T08:41:42.893" v="1496" actId="552"/>
          <ac:spMkLst>
            <pc:docMk/>
            <pc:sldMk cId="1745041534" sldId="2147473058"/>
            <ac:spMk id="35" creationId="{312DEDC2-1B7A-834C-BB82-7BD236F6F444}"/>
          </ac:spMkLst>
        </pc:spChg>
        <pc:spChg chg="add mod">
          <ac:chgData name="Carmen" userId="854005f4-386e-4134-9c36-452f82ab7859" providerId="ADAL" clId="{65C4FA17-9E97-4E94-AC77-D73196C68E2A}" dt="2025-02-13T08:41:42.893" v="1496" actId="552"/>
          <ac:spMkLst>
            <pc:docMk/>
            <pc:sldMk cId="1745041534" sldId="2147473058"/>
            <ac:spMk id="36" creationId="{22C1D7C6-2742-737D-C773-3EEFE9B16DF4}"/>
          </ac:spMkLst>
        </pc:spChg>
        <pc:spChg chg="add mod">
          <ac:chgData name="Carmen" userId="854005f4-386e-4134-9c36-452f82ab7859" providerId="ADAL" clId="{65C4FA17-9E97-4E94-AC77-D73196C68E2A}" dt="2025-02-13T08:41:33.124" v="1495" actId="123"/>
          <ac:spMkLst>
            <pc:docMk/>
            <pc:sldMk cId="1745041534" sldId="2147473058"/>
            <ac:spMk id="37" creationId="{A925D54F-F8B6-329F-3CCF-46C6702256EF}"/>
          </ac:spMkLst>
        </pc:spChg>
        <pc:spChg chg="add mod">
          <ac:chgData name="Carmen" userId="854005f4-386e-4134-9c36-452f82ab7859" providerId="ADAL" clId="{65C4FA17-9E97-4E94-AC77-D73196C68E2A}" dt="2025-02-13T15:31:01.311" v="6251" actId="20577"/>
          <ac:spMkLst>
            <pc:docMk/>
            <pc:sldMk cId="1745041534" sldId="2147473058"/>
            <ac:spMk id="38" creationId="{F780AEA8-B993-E9FE-3FF4-FAE574B8CCA3}"/>
          </ac:spMkLst>
        </pc:spChg>
        <pc:spChg chg="del">
          <ac:chgData name="Carmen" userId="854005f4-386e-4134-9c36-452f82ab7859" providerId="ADAL" clId="{65C4FA17-9E97-4E94-AC77-D73196C68E2A}" dt="2025-02-13T08:17:55.240" v="33" actId="478"/>
          <ac:spMkLst>
            <pc:docMk/>
            <pc:sldMk cId="1745041534" sldId="2147473058"/>
            <ac:spMk id="39" creationId="{D505DC8C-B3B7-9D07-B9E7-489259F4A20B}"/>
          </ac:spMkLst>
        </pc:spChg>
        <pc:spChg chg="add mod">
          <ac:chgData name="Carmen" userId="854005f4-386e-4134-9c36-452f82ab7859" providerId="ADAL" clId="{65C4FA17-9E97-4E94-AC77-D73196C68E2A}" dt="2025-02-13T16:13:58.239" v="6539" actId="1035"/>
          <ac:spMkLst>
            <pc:docMk/>
            <pc:sldMk cId="1745041534" sldId="2147473058"/>
            <ac:spMk id="40" creationId="{BA588C07-55EA-3F2B-E670-8C672C78751A}"/>
          </ac:spMkLst>
        </pc:spChg>
        <pc:spChg chg="del">
          <ac:chgData name="Carmen" userId="854005f4-386e-4134-9c36-452f82ab7859" providerId="ADAL" clId="{65C4FA17-9E97-4E94-AC77-D73196C68E2A}" dt="2025-02-13T08:17:56.079" v="34" actId="478"/>
          <ac:spMkLst>
            <pc:docMk/>
            <pc:sldMk cId="1745041534" sldId="2147473058"/>
            <ac:spMk id="41" creationId="{EBABC8E7-B7CA-D14F-A72C-F88B4D279E1C}"/>
          </ac:spMkLst>
        </pc:spChg>
        <pc:spChg chg="add mod">
          <ac:chgData name="Carmen" userId="854005f4-386e-4134-9c36-452f82ab7859" providerId="ADAL" clId="{65C4FA17-9E97-4E94-AC77-D73196C68E2A}" dt="2025-02-14T10:00:12.724" v="7114" actId="123"/>
          <ac:spMkLst>
            <pc:docMk/>
            <pc:sldMk cId="1745041534" sldId="2147473058"/>
            <ac:spMk id="42" creationId="{9F7CFC47-50CE-0327-253B-4E2567AF2870}"/>
          </ac:spMkLst>
        </pc:spChg>
        <pc:spChg chg="add mod">
          <ac:chgData name="Carmen" userId="854005f4-386e-4134-9c36-452f82ab7859" providerId="ADAL" clId="{65C4FA17-9E97-4E94-AC77-D73196C68E2A}" dt="2025-02-13T08:42:10.479" v="1499"/>
          <ac:spMkLst>
            <pc:docMk/>
            <pc:sldMk cId="1745041534" sldId="2147473058"/>
            <ac:spMk id="43" creationId="{D5A46235-71E8-B5B1-65F1-FB9DCCC63D31}"/>
          </ac:spMkLst>
        </pc:spChg>
        <pc:spChg chg="add mod">
          <ac:chgData name="Carmen" userId="854005f4-386e-4134-9c36-452f82ab7859" providerId="ADAL" clId="{65C4FA17-9E97-4E94-AC77-D73196C68E2A}" dt="2025-02-13T12:13:56.752" v="6244" actId="948"/>
          <ac:spMkLst>
            <pc:docMk/>
            <pc:sldMk cId="1745041534" sldId="2147473058"/>
            <ac:spMk id="44" creationId="{85DF5E4B-548D-A65B-5C98-A577BBA7A0EE}"/>
          </ac:spMkLst>
        </pc:spChg>
        <pc:spChg chg="add del mod">
          <ac:chgData name="Carmen" userId="854005f4-386e-4134-9c36-452f82ab7859" providerId="ADAL" clId="{65C4FA17-9E97-4E94-AC77-D73196C68E2A}" dt="2025-02-13T12:13:47.367" v="6242" actId="478"/>
          <ac:spMkLst>
            <pc:docMk/>
            <pc:sldMk cId="1745041534" sldId="2147473058"/>
            <ac:spMk id="46" creationId="{0F8E6DB5-5706-4AFF-15B3-DFB14D4438D5}"/>
          </ac:spMkLst>
        </pc:spChg>
        <pc:spChg chg="del">
          <ac:chgData name="Carmen" userId="854005f4-386e-4134-9c36-452f82ab7859" providerId="ADAL" clId="{65C4FA17-9E97-4E94-AC77-D73196C68E2A}" dt="2025-02-13T08:17:55.240" v="33" actId="478"/>
          <ac:spMkLst>
            <pc:docMk/>
            <pc:sldMk cId="1745041534" sldId="2147473058"/>
            <ac:spMk id="193" creationId="{271D652D-DEF5-F235-72CA-F0AB5648C6DB}"/>
          </ac:spMkLst>
        </pc:spChg>
        <pc:spChg chg="mod">
          <ac:chgData name="Carmen" userId="854005f4-386e-4134-9c36-452f82ab7859" providerId="ADAL" clId="{65C4FA17-9E97-4E94-AC77-D73196C68E2A}" dt="2025-02-13T08:18:06.115" v="57" actId="20577"/>
          <ac:spMkLst>
            <pc:docMk/>
            <pc:sldMk cId="1745041534" sldId="2147473058"/>
            <ac:spMk id="221" creationId="{FF8012BB-0AEC-BD87-EF39-97F32E0B88C7}"/>
          </ac:spMkLst>
        </pc:spChg>
        <pc:grpChg chg="del">
          <ac:chgData name="Carmen" userId="854005f4-386e-4134-9c36-452f82ab7859" providerId="ADAL" clId="{65C4FA17-9E97-4E94-AC77-D73196C68E2A}" dt="2025-02-13T08:17:55.240" v="33" actId="478"/>
          <ac:grpSpMkLst>
            <pc:docMk/>
            <pc:sldMk cId="1745041534" sldId="2147473058"/>
            <ac:grpSpMk id="55" creationId="{A6BD2E2F-5175-378C-690D-FCE4BD5B50D4}"/>
          </ac:grpSpMkLst>
        </pc:grpChg>
        <pc:graphicFrameChg chg="add del mod modGraphic">
          <ac:chgData name="Carmen" userId="854005f4-386e-4134-9c36-452f82ab7859" providerId="ADAL" clId="{65C4FA17-9E97-4E94-AC77-D73196C68E2A}" dt="2025-02-13T08:31:21.530" v="820" actId="478"/>
          <ac:graphicFrameMkLst>
            <pc:docMk/>
            <pc:sldMk cId="1745041534" sldId="2147473058"/>
            <ac:graphicFrameMk id="10" creationId="{077AF035-6352-6933-58D7-015BDE14A09B}"/>
          </ac:graphicFrameMkLst>
        </pc:graphicFrameChg>
        <pc:graphicFrameChg chg="add mod modGraphic">
          <ac:chgData name="Carmen" userId="854005f4-386e-4134-9c36-452f82ab7859" providerId="ADAL" clId="{65C4FA17-9E97-4E94-AC77-D73196C68E2A}" dt="2025-02-13T15:57:26.582" v="6269" actId="20577"/>
          <ac:graphicFrameMkLst>
            <pc:docMk/>
            <pc:sldMk cId="1745041534" sldId="2147473058"/>
            <ac:graphicFrameMk id="15" creationId="{39C969E3-0B85-BA4B-9469-081BE8721606}"/>
          </ac:graphicFrameMkLst>
        </pc:graphicFrameChg>
        <pc:picChg chg="del">
          <ac:chgData name="Carmen" userId="854005f4-386e-4134-9c36-452f82ab7859" providerId="ADAL" clId="{65C4FA17-9E97-4E94-AC77-D73196C68E2A}" dt="2025-02-13T08:17:55.240" v="33" actId="478"/>
          <ac:picMkLst>
            <pc:docMk/>
            <pc:sldMk cId="1745041534" sldId="2147473058"/>
            <ac:picMk id="11" creationId="{822E18D3-1382-7FAA-EB26-94EDD45E6224}"/>
          </ac:picMkLst>
        </pc:picChg>
        <pc:cxnChg chg="add mod">
          <ac:chgData name="Carmen" userId="854005f4-386e-4134-9c36-452f82ab7859" providerId="ADAL" clId="{65C4FA17-9E97-4E94-AC77-D73196C68E2A}" dt="2025-02-13T16:14:15.069" v="6555" actId="14100"/>
          <ac:cxnSpMkLst>
            <pc:docMk/>
            <pc:sldMk cId="1745041534" sldId="2147473058"/>
            <ac:cxnSpMk id="5" creationId="{433124A4-F550-D42C-80CF-0840C8C59E4F}"/>
          </ac:cxnSpMkLst>
        </pc:cxnChg>
      </pc:sldChg>
      <pc:sldChg chg="addSp delSp modSp add mod ord">
        <pc:chgData name="Carmen" userId="854005f4-386e-4134-9c36-452f82ab7859" providerId="ADAL" clId="{65C4FA17-9E97-4E94-AC77-D73196C68E2A}" dt="2025-02-14T10:59:53.410" v="7441" actId="554"/>
        <pc:sldMkLst>
          <pc:docMk/>
          <pc:sldMk cId="2022396458" sldId="2147473059"/>
        </pc:sldMkLst>
        <pc:spChg chg="mod">
          <ac:chgData name="Carmen" userId="854005f4-386e-4134-9c36-452f82ab7859" providerId="ADAL" clId="{65C4FA17-9E97-4E94-AC77-D73196C68E2A}" dt="2025-02-13T08:47:49.753" v="2034" actId="20577"/>
          <ac:spMkLst>
            <pc:docMk/>
            <pc:sldMk cId="2022396458" sldId="2147473059"/>
            <ac:spMk id="3" creationId="{3A6494AB-82BF-802B-8CB6-14E3FBB1BA89}"/>
          </ac:spMkLst>
        </pc:spChg>
        <pc:spChg chg="add mod">
          <ac:chgData name="Carmen" userId="854005f4-386e-4134-9c36-452f82ab7859" providerId="ADAL" clId="{65C4FA17-9E97-4E94-AC77-D73196C68E2A}" dt="2025-02-13T08:49:00.678" v="2041" actId="1076"/>
          <ac:spMkLst>
            <pc:docMk/>
            <pc:sldMk cId="2022396458" sldId="2147473059"/>
            <ac:spMk id="4" creationId="{E43EC082-4E21-3F30-45D1-F56C80219C00}"/>
          </ac:spMkLst>
        </pc:spChg>
        <pc:spChg chg="add mod">
          <ac:chgData name="Carmen" userId="854005f4-386e-4134-9c36-452f82ab7859" providerId="ADAL" clId="{65C4FA17-9E97-4E94-AC77-D73196C68E2A}" dt="2025-02-13T08:49:00.678" v="2041" actId="1076"/>
          <ac:spMkLst>
            <pc:docMk/>
            <pc:sldMk cId="2022396458" sldId="2147473059"/>
            <ac:spMk id="6" creationId="{635C63D2-A232-7368-FECD-9956864C0C98}"/>
          </ac:spMkLst>
        </pc:spChg>
        <pc:spChg chg="del mod">
          <ac:chgData name="Carmen" userId="854005f4-386e-4134-9c36-452f82ab7859" providerId="ADAL" clId="{65C4FA17-9E97-4E94-AC77-D73196C68E2A}" dt="2025-02-13T08:47:55.535" v="2036" actId="478"/>
          <ac:spMkLst>
            <pc:docMk/>
            <pc:sldMk cId="2022396458" sldId="2147473059"/>
            <ac:spMk id="7" creationId="{E6F0081D-557F-7AB1-C3C7-F08DCAA48DAC}"/>
          </ac:spMkLst>
        </pc:spChg>
        <pc:spChg chg="mod">
          <ac:chgData name="Carmen" userId="854005f4-386e-4134-9c36-452f82ab7859" providerId="ADAL" clId="{65C4FA17-9E97-4E94-AC77-D73196C68E2A}" dt="2025-02-13T08:49:00.678" v="2041" actId="1076"/>
          <ac:spMkLst>
            <pc:docMk/>
            <pc:sldMk cId="2022396458" sldId="2147473059"/>
            <ac:spMk id="9" creationId="{8EB0F504-0BF2-6741-A649-EED4182F7C99}"/>
          </ac:spMkLst>
        </pc:spChg>
        <pc:spChg chg="add mod">
          <ac:chgData name="Carmen" userId="854005f4-386e-4134-9c36-452f82ab7859" providerId="ADAL" clId="{65C4FA17-9E97-4E94-AC77-D73196C68E2A}" dt="2025-02-13T08:49:00.678" v="2041" actId="1076"/>
          <ac:spMkLst>
            <pc:docMk/>
            <pc:sldMk cId="2022396458" sldId="2147473059"/>
            <ac:spMk id="10" creationId="{C44A10F7-CA62-D5F5-CBE5-210547C93380}"/>
          </ac:spMkLst>
        </pc:spChg>
        <pc:spChg chg="add mod">
          <ac:chgData name="Carmen" userId="854005f4-386e-4134-9c36-452f82ab7859" providerId="ADAL" clId="{65C4FA17-9E97-4E94-AC77-D73196C68E2A}" dt="2025-02-13T08:49:00.678" v="2041" actId="1076"/>
          <ac:spMkLst>
            <pc:docMk/>
            <pc:sldMk cId="2022396458" sldId="2147473059"/>
            <ac:spMk id="11" creationId="{9ED5EED8-A423-70C1-9678-FE26607FE54D}"/>
          </ac:spMkLst>
        </pc:spChg>
        <pc:spChg chg="mod">
          <ac:chgData name="Carmen" userId="854005f4-386e-4134-9c36-452f82ab7859" providerId="ADAL" clId="{65C4FA17-9E97-4E94-AC77-D73196C68E2A}" dt="2025-02-13T08:49:00.678" v="2041" actId="1076"/>
          <ac:spMkLst>
            <pc:docMk/>
            <pc:sldMk cId="2022396458" sldId="2147473059"/>
            <ac:spMk id="12" creationId="{048EDF83-BC29-0FBA-0B12-DAAB19DADDF6}"/>
          </ac:spMkLst>
        </pc:spChg>
        <pc:spChg chg="mod">
          <ac:chgData name="Carmen" userId="854005f4-386e-4134-9c36-452f82ab7859" providerId="ADAL" clId="{65C4FA17-9E97-4E94-AC77-D73196C68E2A}" dt="2025-02-13T08:49:00.678" v="2041" actId="1076"/>
          <ac:spMkLst>
            <pc:docMk/>
            <pc:sldMk cId="2022396458" sldId="2147473059"/>
            <ac:spMk id="13" creationId="{6B52E5EB-3445-931A-030D-3BD2B805906E}"/>
          </ac:spMkLst>
        </pc:spChg>
        <pc:spChg chg="mod">
          <ac:chgData name="Carmen" userId="854005f4-386e-4134-9c36-452f82ab7859" providerId="ADAL" clId="{65C4FA17-9E97-4E94-AC77-D73196C68E2A}" dt="2025-02-13T08:49:00.678" v="2041" actId="1076"/>
          <ac:spMkLst>
            <pc:docMk/>
            <pc:sldMk cId="2022396458" sldId="2147473059"/>
            <ac:spMk id="20" creationId="{BA920E39-53BA-AA7E-C0F9-8B60871188A9}"/>
          </ac:spMkLst>
        </pc:spChg>
        <pc:spChg chg="del">
          <ac:chgData name="Carmen" userId="854005f4-386e-4134-9c36-452f82ab7859" providerId="ADAL" clId="{65C4FA17-9E97-4E94-AC77-D73196C68E2A}" dt="2025-02-13T08:47:53.602" v="2035" actId="478"/>
          <ac:spMkLst>
            <pc:docMk/>
            <pc:sldMk cId="2022396458" sldId="2147473059"/>
            <ac:spMk id="22" creationId="{D68F8812-2DD7-5B03-7CA6-AF1C72E235A3}"/>
          </ac:spMkLst>
        </pc:spChg>
        <pc:spChg chg="del">
          <ac:chgData name="Carmen" userId="854005f4-386e-4134-9c36-452f82ab7859" providerId="ADAL" clId="{65C4FA17-9E97-4E94-AC77-D73196C68E2A}" dt="2025-02-13T08:47:53.602" v="2035" actId="478"/>
          <ac:spMkLst>
            <pc:docMk/>
            <pc:sldMk cId="2022396458" sldId="2147473059"/>
            <ac:spMk id="24" creationId="{10D76FA1-60D1-A3B2-3E4E-B34A3FFA332C}"/>
          </ac:spMkLst>
        </pc:spChg>
        <pc:spChg chg="del">
          <ac:chgData name="Carmen" userId="854005f4-386e-4134-9c36-452f82ab7859" providerId="ADAL" clId="{65C4FA17-9E97-4E94-AC77-D73196C68E2A}" dt="2025-02-13T08:47:53.602" v="2035" actId="478"/>
          <ac:spMkLst>
            <pc:docMk/>
            <pc:sldMk cId="2022396458" sldId="2147473059"/>
            <ac:spMk id="25" creationId="{3753B890-C320-B025-AEBA-CCC89E28566B}"/>
          </ac:spMkLst>
        </pc:spChg>
        <pc:spChg chg="del">
          <ac:chgData name="Carmen" userId="854005f4-386e-4134-9c36-452f82ab7859" providerId="ADAL" clId="{65C4FA17-9E97-4E94-AC77-D73196C68E2A}" dt="2025-02-13T08:47:53.602" v="2035" actId="478"/>
          <ac:spMkLst>
            <pc:docMk/>
            <pc:sldMk cId="2022396458" sldId="2147473059"/>
            <ac:spMk id="26" creationId="{EF7A912D-1964-98BC-CFB0-13A0008CE017}"/>
          </ac:spMkLst>
        </pc:spChg>
        <pc:spChg chg="mod">
          <ac:chgData name="Carmen" userId="854005f4-386e-4134-9c36-452f82ab7859" providerId="ADAL" clId="{65C4FA17-9E97-4E94-AC77-D73196C68E2A}" dt="2025-02-13T08:49:00.678" v="2041" actId="1076"/>
          <ac:spMkLst>
            <pc:docMk/>
            <pc:sldMk cId="2022396458" sldId="2147473059"/>
            <ac:spMk id="27" creationId="{68496DCE-144A-2EEB-6203-467ECA73996A}"/>
          </ac:spMkLst>
        </pc:spChg>
        <pc:spChg chg="del">
          <ac:chgData name="Carmen" userId="854005f4-386e-4134-9c36-452f82ab7859" providerId="ADAL" clId="{65C4FA17-9E97-4E94-AC77-D73196C68E2A}" dt="2025-02-13T08:47:57.823" v="2038" actId="478"/>
          <ac:spMkLst>
            <pc:docMk/>
            <pc:sldMk cId="2022396458" sldId="2147473059"/>
            <ac:spMk id="29" creationId="{15DCB16B-D868-EF23-CDFE-2306D85586DF}"/>
          </ac:spMkLst>
        </pc:spChg>
        <pc:spChg chg="del">
          <ac:chgData name="Carmen" userId="854005f4-386e-4134-9c36-452f82ab7859" providerId="ADAL" clId="{65C4FA17-9E97-4E94-AC77-D73196C68E2A}" dt="2025-02-13T08:47:56.726" v="2037" actId="478"/>
          <ac:spMkLst>
            <pc:docMk/>
            <pc:sldMk cId="2022396458" sldId="2147473059"/>
            <ac:spMk id="32" creationId="{601A099E-1B39-E7EC-B1FC-5355E6B37F5F}"/>
          </ac:spMkLst>
        </pc:spChg>
        <pc:spChg chg="del">
          <ac:chgData name="Carmen" userId="854005f4-386e-4134-9c36-452f82ab7859" providerId="ADAL" clId="{65C4FA17-9E97-4E94-AC77-D73196C68E2A}" dt="2025-02-13T08:47:53.602" v="2035" actId="478"/>
          <ac:spMkLst>
            <pc:docMk/>
            <pc:sldMk cId="2022396458" sldId="2147473059"/>
            <ac:spMk id="33" creationId="{52096688-19D4-7F02-CC8F-6E536C1382AF}"/>
          </ac:spMkLst>
        </pc:spChg>
        <pc:spChg chg="del">
          <ac:chgData name="Carmen" userId="854005f4-386e-4134-9c36-452f82ab7859" providerId="ADAL" clId="{65C4FA17-9E97-4E94-AC77-D73196C68E2A}" dt="2025-02-13T08:47:53.602" v="2035" actId="478"/>
          <ac:spMkLst>
            <pc:docMk/>
            <pc:sldMk cId="2022396458" sldId="2147473059"/>
            <ac:spMk id="35" creationId="{07E20D75-C4AF-8A83-A003-781D0B4D6A2F}"/>
          </ac:spMkLst>
        </pc:spChg>
        <pc:spChg chg="del">
          <ac:chgData name="Carmen" userId="854005f4-386e-4134-9c36-452f82ab7859" providerId="ADAL" clId="{65C4FA17-9E97-4E94-AC77-D73196C68E2A}" dt="2025-02-13T08:47:53.602" v="2035" actId="478"/>
          <ac:spMkLst>
            <pc:docMk/>
            <pc:sldMk cId="2022396458" sldId="2147473059"/>
            <ac:spMk id="36" creationId="{5D92B383-4E5A-74AC-1323-733B8CD52A7F}"/>
          </ac:spMkLst>
        </pc:spChg>
        <pc:spChg chg="del">
          <ac:chgData name="Carmen" userId="854005f4-386e-4134-9c36-452f82ab7859" providerId="ADAL" clId="{65C4FA17-9E97-4E94-AC77-D73196C68E2A}" dt="2025-02-13T08:47:53.602" v="2035" actId="478"/>
          <ac:spMkLst>
            <pc:docMk/>
            <pc:sldMk cId="2022396458" sldId="2147473059"/>
            <ac:spMk id="37" creationId="{7A2F9E60-06F7-8622-13D8-F60DE7A455BD}"/>
          </ac:spMkLst>
        </pc:spChg>
        <pc:spChg chg="mod">
          <ac:chgData name="Carmen" userId="854005f4-386e-4134-9c36-452f82ab7859" providerId="ADAL" clId="{65C4FA17-9E97-4E94-AC77-D73196C68E2A}" dt="2025-02-13T08:48:54.291" v="2039"/>
          <ac:spMkLst>
            <pc:docMk/>
            <pc:sldMk cId="2022396458" sldId="2147473059"/>
            <ac:spMk id="41" creationId="{A616FEC6-ED1E-6986-D524-44C328A0541A}"/>
          </ac:spMkLst>
        </pc:spChg>
        <pc:spChg chg="del">
          <ac:chgData name="Carmen" userId="854005f4-386e-4134-9c36-452f82ab7859" providerId="ADAL" clId="{65C4FA17-9E97-4E94-AC77-D73196C68E2A}" dt="2025-02-13T08:47:53.602" v="2035" actId="478"/>
          <ac:spMkLst>
            <pc:docMk/>
            <pc:sldMk cId="2022396458" sldId="2147473059"/>
            <ac:spMk id="42" creationId="{B3DF6317-B6EF-1DCC-4EA1-6E71FFD4408E}"/>
          </ac:spMkLst>
        </pc:spChg>
        <pc:spChg chg="del">
          <ac:chgData name="Carmen" userId="854005f4-386e-4134-9c36-452f82ab7859" providerId="ADAL" clId="{65C4FA17-9E97-4E94-AC77-D73196C68E2A}" dt="2025-02-13T08:47:53.602" v="2035" actId="478"/>
          <ac:spMkLst>
            <pc:docMk/>
            <pc:sldMk cId="2022396458" sldId="2147473059"/>
            <ac:spMk id="44" creationId="{36946BB4-B1E4-6374-6812-D37821BC5903}"/>
          </ac:spMkLst>
        </pc:spChg>
        <pc:spChg chg="mod">
          <ac:chgData name="Carmen" userId="854005f4-386e-4134-9c36-452f82ab7859" providerId="ADAL" clId="{65C4FA17-9E97-4E94-AC77-D73196C68E2A}" dt="2025-02-13T08:48:54.291" v="2039"/>
          <ac:spMkLst>
            <pc:docMk/>
            <pc:sldMk cId="2022396458" sldId="2147473059"/>
            <ac:spMk id="46" creationId="{5F58553A-D6DC-2433-E022-BC01FFAA1548}"/>
          </ac:spMkLst>
        </pc:spChg>
        <pc:spChg chg="mod">
          <ac:chgData name="Carmen" userId="854005f4-386e-4134-9c36-452f82ab7859" providerId="ADAL" clId="{65C4FA17-9E97-4E94-AC77-D73196C68E2A}" dt="2025-02-13T08:48:54.291" v="2039"/>
          <ac:spMkLst>
            <pc:docMk/>
            <pc:sldMk cId="2022396458" sldId="2147473059"/>
            <ac:spMk id="51" creationId="{09F47C00-2435-7E3B-D6EC-A201F492318F}"/>
          </ac:spMkLst>
        </pc:spChg>
        <pc:spChg chg="mod">
          <ac:chgData name="Carmen" userId="854005f4-386e-4134-9c36-452f82ab7859" providerId="ADAL" clId="{65C4FA17-9E97-4E94-AC77-D73196C68E2A}" dt="2025-02-13T08:48:54.291" v="2039"/>
          <ac:spMkLst>
            <pc:docMk/>
            <pc:sldMk cId="2022396458" sldId="2147473059"/>
            <ac:spMk id="53" creationId="{B4A29BB9-3E50-748C-FDDB-E82A384A96E8}"/>
          </ac:spMkLst>
        </pc:spChg>
        <pc:spChg chg="add mod">
          <ac:chgData name="Carmen" userId="854005f4-386e-4134-9c36-452f82ab7859" providerId="ADAL" clId="{65C4FA17-9E97-4E94-AC77-D73196C68E2A}" dt="2025-02-13T08:49:00.678" v="2041" actId="1076"/>
          <ac:spMkLst>
            <pc:docMk/>
            <pc:sldMk cId="2022396458" sldId="2147473059"/>
            <ac:spMk id="54" creationId="{58996B9F-69D1-FFD7-64B6-40E5DCD9C7CE}"/>
          </ac:spMkLst>
        </pc:spChg>
        <pc:spChg chg="mod">
          <ac:chgData name="Carmen" userId="854005f4-386e-4134-9c36-452f82ab7859" providerId="ADAL" clId="{65C4FA17-9E97-4E94-AC77-D73196C68E2A}" dt="2025-02-13T08:48:54.291" v="2039"/>
          <ac:spMkLst>
            <pc:docMk/>
            <pc:sldMk cId="2022396458" sldId="2147473059"/>
            <ac:spMk id="59" creationId="{ADDAF24B-838B-D66A-CFFB-2C4FD926CBD7}"/>
          </ac:spMkLst>
        </pc:spChg>
        <pc:spChg chg="mod">
          <ac:chgData name="Carmen" userId="854005f4-386e-4134-9c36-452f82ab7859" providerId="ADAL" clId="{65C4FA17-9E97-4E94-AC77-D73196C68E2A}" dt="2025-02-13T08:49:15.643" v="2043" actId="1076"/>
          <ac:spMkLst>
            <pc:docMk/>
            <pc:sldMk cId="2022396458" sldId="2147473059"/>
            <ac:spMk id="197" creationId="{E8E73ED9-E3BD-51A4-42E4-3FEAB805C634}"/>
          </ac:spMkLst>
        </pc:spChg>
        <pc:spChg chg="mod">
          <ac:chgData name="Carmen" userId="854005f4-386e-4134-9c36-452f82ab7859" providerId="ADAL" clId="{65C4FA17-9E97-4E94-AC77-D73196C68E2A}" dt="2025-02-13T08:49:15.643" v="2043" actId="1076"/>
          <ac:spMkLst>
            <pc:docMk/>
            <pc:sldMk cId="2022396458" sldId="2147473059"/>
            <ac:spMk id="199" creationId="{ACACB191-3EEC-4258-40CE-1B927E278935}"/>
          </ac:spMkLst>
        </pc:spChg>
        <pc:spChg chg="add mod">
          <ac:chgData name="Carmen" userId="854005f4-386e-4134-9c36-452f82ab7859" providerId="ADAL" clId="{65C4FA17-9E97-4E94-AC77-D73196C68E2A}" dt="2025-02-13T08:49:15.643" v="2043" actId="1076"/>
          <ac:spMkLst>
            <pc:docMk/>
            <pc:sldMk cId="2022396458" sldId="2147473059"/>
            <ac:spMk id="202" creationId="{28E8036D-31FF-0C5C-165D-B53D04D398F1}"/>
          </ac:spMkLst>
        </pc:spChg>
        <pc:spChg chg="add mod">
          <ac:chgData name="Carmen" userId="854005f4-386e-4134-9c36-452f82ab7859" providerId="ADAL" clId="{65C4FA17-9E97-4E94-AC77-D73196C68E2A}" dt="2025-02-13T08:49:15.643" v="2043" actId="1076"/>
          <ac:spMkLst>
            <pc:docMk/>
            <pc:sldMk cId="2022396458" sldId="2147473059"/>
            <ac:spMk id="205" creationId="{B030829E-FB48-B904-96E0-F9D1B833FEAA}"/>
          </ac:spMkLst>
        </pc:spChg>
        <pc:spChg chg="mod">
          <ac:chgData name="Carmen" userId="854005f4-386e-4134-9c36-452f82ab7859" providerId="ADAL" clId="{65C4FA17-9E97-4E94-AC77-D73196C68E2A}" dt="2025-02-13T08:49:15.643" v="2043" actId="1076"/>
          <ac:spMkLst>
            <pc:docMk/>
            <pc:sldMk cId="2022396458" sldId="2147473059"/>
            <ac:spMk id="209" creationId="{6E7CB31F-C3CE-8953-4DDD-D20712383339}"/>
          </ac:spMkLst>
        </pc:spChg>
        <pc:spChg chg="mod">
          <ac:chgData name="Carmen" userId="854005f4-386e-4134-9c36-452f82ab7859" providerId="ADAL" clId="{65C4FA17-9E97-4E94-AC77-D73196C68E2A}" dt="2025-02-14T10:06:25.276" v="7142" actId="1037"/>
          <ac:spMkLst>
            <pc:docMk/>
            <pc:sldMk cId="2022396458" sldId="2147473059"/>
            <ac:spMk id="211" creationId="{4A58F9F5-A74C-2C16-08EF-FC37D283E17E}"/>
          </ac:spMkLst>
        </pc:spChg>
        <pc:spChg chg="mod">
          <ac:chgData name="Carmen" userId="854005f4-386e-4134-9c36-452f82ab7859" providerId="ADAL" clId="{65C4FA17-9E97-4E94-AC77-D73196C68E2A}" dt="2025-02-14T10:06:25.276" v="7142" actId="1037"/>
          <ac:spMkLst>
            <pc:docMk/>
            <pc:sldMk cId="2022396458" sldId="2147473059"/>
            <ac:spMk id="212" creationId="{FA61229B-544E-C359-2903-019DA3932246}"/>
          </ac:spMkLst>
        </pc:spChg>
        <pc:spChg chg="mod">
          <ac:chgData name="Carmen" userId="854005f4-386e-4134-9c36-452f82ab7859" providerId="ADAL" clId="{65C4FA17-9E97-4E94-AC77-D73196C68E2A}" dt="2025-02-13T08:49:15.643" v="2043" actId="1076"/>
          <ac:spMkLst>
            <pc:docMk/>
            <pc:sldMk cId="2022396458" sldId="2147473059"/>
            <ac:spMk id="215" creationId="{EF3A4E6C-3F51-F894-2967-19E7A84CDE20}"/>
          </ac:spMkLst>
        </pc:spChg>
        <pc:spChg chg="mod">
          <ac:chgData name="Carmen" userId="854005f4-386e-4134-9c36-452f82ab7859" providerId="ADAL" clId="{65C4FA17-9E97-4E94-AC77-D73196C68E2A}" dt="2025-02-13T08:49:10.923" v="2042"/>
          <ac:spMkLst>
            <pc:docMk/>
            <pc:sldMk cId="2022396458" sldId="2147473059"/>
            <ac:spMk id="219" creationId="{E31A9E3A-6DBA-BF84-2B5B-77A7465800A0}"/>
          </ac:spMkLst>
        </pc:spChg>
        <pc:spChg chg="mod">
          <ac:chgData name="Carmen" userId="854005f4-386e-4134-9c36-452f82ab7859" providerId="ADAL" clId="{65C4FA17-9E97-4E94-AC77-D73196C68E2A}" dt="2025-02-14T10:52:35.181" v="7416" actId="20577"/>
          <ac:spMkLst>
            <pc:docMk/>
            <pc:sldMk cId="2022396458" sldId="2147473059"/>
            <ac:spMk id="221" creationId="{C72F3138-285C-3859-59A2-A233CF342381}"/>
          </ac:spMkLst>
        </pc:spChg>
        <pc:spChg chg="mod">
          <ac:chgData name="Carmen" userId="854005f4-386e-4134-9c36-452f82ab7859" providerId="ADAL" clId="{65C4FA17-9E97-4E94-AC77-D73196C68E2A}" dt="2025-02-13T08:49:10.923" v="2042"/>
          <ac:spMkLst>
            <pc:docMk/>
            <pc:sldMk cId="2022396458" sldId="2147473059"/>
            <ac:spMk id="228" creationId="{6A841CA2-62A1-1927-FDC3-DFCD3A569D60}"/>
          </ac:spMkLst>
        </pc:spChg>
        <pc:spChg chg="mod">
          <ac:chgData name="Carmen" userId="854005f4-386e-4134-9c36-452f82ab7859" providerId="ADAL" clId="{65C4FA17-9E97-4E94-AC77-D73196C68E2A}" dt="2025-02-13T08:49:10.923" v="2042"/>
          <ac:spMkLst>
            <pc:docMk/>
            <pc:sldMk cId="2022396458" sldId="2147473059"/>
            <ac:spMk id="230" creationId="{10373EC0-A586-39CB-A382-16F66BD3EEC1}"/>
          </ac:spMkLst>
        </pc:spChg>
        <pc:spChg chg="mod">
          <ac:chgData name="Carmen" userId="854005f4-386e-4134-9c36-452f82ab7859" providerId="ADAL" clId="{65C4FA17-9E97-4E94-AC77-D73196C68E2A}" dt="2025-02-13T08:49:10.923" v="2042"/>
          <ac:spMkLst>
            <pc:docMk/>
            <pc:sldMk cId="2022396458" sldId="2147473059"/>
            <ac:spMk id="231" creationId="{8B349EEB-4286-23FA-95D7-4E179B8FE7C3}"/>
          </ac:spMkLst>
        </pc:spChg>
        <pc:spChg chg="add mod">
          <ac:chgData name="Carmen" userId="854005f4-386e-4134-9c36-452f82ab7859" providerId="ADAL" clId="{65C4FA17-9E97-4E94-AC77-D73196C68E2A}" dt="2025-02-13T08:49:15.643" v="2043" actId="1076"/>
          <ac:spMkLst>
            <pc:docMk/>
            <pc:sldMk cId="2022396458" sldId="2147473059"/>
            <ac:spMk id="232" creationId="{E99BB5C1-BCFD-E11A-B8B9-2086884A054B}"/>
          </ac:spMkLst>
        </pc:spChg>
        <pc:spChg chg="mod">
          <ac:chgData name="Carmen" userId="854005f4-386e-4134-9c36-452f82ab7859" providerId="ADAL" clId="{65C4FA17-9E97-4E94-AC77-D73196C68E2A}" dt="2025-02-13T08:49:15.643" v="2043" actId="1076"/>
          <ac:spMkLst>
            <pc:docMk/>
            <pc:sldMk cId="2022396458" sldId="2147473059"/>
            <ac:spMk id="233" creationId="{0C2DBDC0-ED1F-BCA2-9081-87559F9756DD}"/>
          </ac:spMkLst>
        </pc:spChg>
        <pc:spChg chg="add mod">
          <ac:chgData name="Carmen" userId="854005f4-386e-4134-9c36-452f82ab7859" providerId="ADAL" clId="{65C4FA17-9E97-4E94-AC77-D73196C68E2A}" dt="2025-02-14T10:59:53.410" v="7441" actId="554"/>
          <ac:spMkLst>
            <pc:docMk/>
            <pc:sldMk cId="2022396458" sldId="2147473059"/>
            <ac:spMk id="238" creationId="{1698442F-330E-3785-0749-B5A058BE1A8F}"/>
          </ac:spMkLst>
        </pc:spChg>
        <pc:spChg chg="mod">
          <ac:chgData name="Carmen" userId="854005f4-386e-4134-9c36-452f82ab7859" providerId="ADAL" clId="{65C4FA17-9E97-4E94-AC77-D73196C68E2A}" dt="2025-02-14T10:59:46.677" v="7440" actId="554"/>
          <ac:spMkLst>
            <pc:docMk/>
            <pc:sldMk cId="2022396458" sldId="2147473059"/>
            <ac:spMk id="239" creationId="{C4A360CF-BAA7-7F66-0039-2F7F278DF29C}"/>
          </ac:spMkLst>
        </pc:spChg>
        <pc:spChg chg="add mod">
          <ac:chgData name="Carmen" userId="854005f4-386e-4134-9c36-452f82ab7859" providerId="ADAL" clId="{65C4FA17-9E97-4E94-AC77-D73196C68E2A}" dt="2025-02-14T10:59:53.410" v="7441" actId="554"/>
          <ac:spMkLst>
            <pc:docMk/>
            <pc:sldMk cId="2022396458" sldId="2147473059"/>
            <ac:spMk id="240" creationId="{B9D3A67A-1147-FDAF-3741-61C58BEA0ADC}"/>
          </ac:spMkLst>
        </pc:spChg>
        <pc:spChg chg="mod">
          <ac:chgData name="Carmen" userId="854005f4-386e-4134-9c36-452f82ab7859" providerId="ADAL" clId="{65C4FA17-9E97-4E94-AC77-D73196C68E2A}" dt="2025-02-14T10:59:46.677" v="7440" actId="554"/>
          <ac:spMkLst>
            <pc:docMk/>
            <pc:sldMk cId="2022396458" sldId="2147473059"/>
            <ac:spMk id="241" creationId="{F68EA27D-A9ED-4C93-2A08-A4EF22E2EC98}"/>
          </ac:spMkLst>
        </pc:spChg>
        <pc:spChg chg="mod">
          <ac:chgData name="Carmen" userId="854005f4-386e-4134-9c36-452f82ab7859" providerId="ADAL" clId="{65C4FA17-9E97-4E94-AC77-D73196C68E2A}" dt="2025-02-14T10:59:53.410" v="7441" actId="554"/>
          <ac:spMkLst>
            <pc:docMk/>
            <pc:sldMk cId="2022396458" sldId="2147473059"/>
            <ac:spMk id="242" creationId="{F2CC1471-11C6-9DAF-B7BE-ED87625D1D8E}"/>
          </ac:spMkLst>
        </pc:spChg>
        <pc:spChg chg="mod">
          <ac:chgData name="Carmen" userId="854005f4-386e-4134-9c36-452f82ab7859" providerId="ADAL" clId="{65C4FA17-9E97-4E94-AC77-D73196C68E2A}" dt="2025-02-14T10:59:46.677" v="7440" actId="554"/>
          <ac:spMkLst>
            <pc:docMk/>
            <pc:sldMk cId="2022396458" sldId="2147473059"/>
            <ac:spMk id="243" creationId="{4D645C7E-C86F-FD67-82DD-D2F55847D89E}"/>
          </ac:spMkLst>
        </pc:spChg>
        <pc:spChg chg="mod">
          <ac:chgData name="Carmen" userId="854005f4-386e-4134-9c36-452f82ab7859" providerId="ADAL" clId="{65C4FA17-9E97-4E94-AC77-D73196C68E2A}" dt="2025-02-13T08:49:10.923" v="2042"/>
          <ac:spMkLst>
            <pc:docMk/>
            <pc:sldMk cId="2022396458" sldId="2147473059"/>
            <ac:spMk id="253" creationId="{22FD5A7D-A99B-6ADF-7FBB-C8B066FEFA55}"/>
          </ac:spMkLst>
        </pc:spChg>
        <pc:cxnChg chg="mod">
          <ac:chgData name="Carmen" userId="854005f4-386e-4134-9c36-452f82ab7859" providerId="ADAL" clId="{65C4FA17-9E97-4E94-AC77-D73196C68E2A}" dt="2025-02-14T10:06:29.651" v="7143" actId="14100"/>
          <ac:cxnSpMkLst>
            <pc:docMk/>
            <pc:sldMk cId="2022396458" sldId="2147473059"/>
            <ac:cxnSpMk id="213" creationId="{5921CC20-15BB-D2CA-30EF-1931963CD346}"/>
          </ac:cxnSpMkLst>
        </pc:cxnChg>
      </pc:sldChg>
      <pc:sldChg chg="addSp delSp modSp add mod ord">
        <pc:chgData name="Carmen" userId="854005f4-386e-4134-9c36-452f82ab7859" providerId="ADAL" clId="{65C4FA17-9E97-4E94-AC77-D73196C68E2A}" dt="2025-02-14T10:52:30.150" v="7414" actId="20577"/>
        <pc:sldMkLst>
          <pc:docMk/>
          <pc:sldMk cId="4146799495" sldId="2147473060"/>
        </pc:sldMkLst>
        <pc:spChg chg="add mod">
          <ac:chgData name="Carmen" userId="854005f4-386e-4134-9c36-452f82ab7859" providerId="ADAL" clId="{65C4FA17-9E97-4E94-AC77-D73196C68E2A}" dt="2025-02-13T08:57:52.301" v="2222" actId="1076"/>
          <ac:spMkLst>
            <pc:docMk/>
            <pc:sldMk cId="4146799495" sldId="2147473060"/>
            <ac:spMk id="3" creationId="{8F84E906-6F40-DE7A-A353-08C45DA245F1}"/>
          </ac:spMkLst>
        </pc:spChg>
        <pc:spChg chg="add mod">
          <ac:chgData name="Carmen" userId="854005f4-386e-4134-9c36-452f82ab7859" providerId="ADAL" clId="{65C4FA17-9E97-4E94-AC77-D73196C68E2A}" dt="2025-02-13T08:57:52.301" v="2222" actId="1076"/>
          <ac:spMkLst>
            <pc:docMk/>
            <pc:sldMk cId="4146799495" sldId="2147473060"/>
            <ac:spMk id="4" creationId="{98DE6991-4F56-5BA8-20DB-7C352BC1EFC5}"/>
          </ac:spMkLst>
        </pc:spChg>
        <pc:spChg chg="add mod">
          <ac:chgData name="Carmen" userId="854005f4-386e-4134-9c36-452f82ab7859" providerId="ADAL" clId="{65C4FA17-9E97-4E94-AC77-D73196C68E2A}" dt="2025-02-13T08:57:52.301" v="2222" actId="1076"/>
          <ac:spMkLst>
            <pc:docMk/>
            <pc:sldMk cId="4146799495" sldId="2147473060"/>
            <ac:spMk id="5" creationId="{0EFC3E28-3539-47D0-3DD0-68499F746311}"/>
          </ac:spMkLst>
        </pc:spChg>
        <pc:spChg chg="del">
          <ac:chgData name="Carmen" userId="854005f4-386e-4134-9c36-452f82ab7859" providerId="ADAL" clId="{65C4FA17-9E97-4E94-AC77-D73196C68E2A}" dt="2025-02-13T08:57:16.760" v="2209" actId="478"/>
          <ac:spMkLst>
            <pc:docMk/>
            <pc:sldMk cId="4146799495" sldId="2147473060"/>
            <ac:spMk id="6" creationId="{C5C87FEF-9EBE-98DA-354E-BDA389DECC44}"/>
          </ac:spMkLst>
        </pc:spChg>
        <pc:spChg chg="mod">
          <ac:chgData name="Carmen" userId="854005f4-386e-4134-9c36-452f82ab7859" providerId="ADAL" clId="{65C4FA17-9E97-4E94-AC77-D73196C68E2A}" dt="2025-02-13T08:57:27.194" v="2212"/>
          <ac:spMkLst>
            <pc:docMk/>
            <pc:sldMk cId="4146799495" sldId="2147473060"/>
            <ac:spMk id="10" creationId="{2F64B7F8-B91D-84A7-855A-A1378D2AE2B8}"/>
          </ac:spMkLst>
        </pc:spChg>
        <pc:spChg chg="mod">
          <ac:chgData name="Carmen" userId="854005f4-386e-4134-9c36-452f82ab7859" providerId="ADAL" clId="{65C4FA17-9E97-4E94-AC77-D73196C68E2A}" dt="2025-02-13T08:57:27.194" v="2212"/>
          <ac:spMkLst>
            <pc:docMk/>
            <pc:sldMk cId="4146799495" sldId="2147473060"/>
            <ac:spMk id="12" creationId="{6CD0DB94-3285-A89C-7D0F-33634CB179D7}"/>
          </ac:spMkLst>
        </pc:spChg>
        <pc:spChg chg="add mod">
          <ac:chgData name="Carmen" userId="854005f4-386e-4134-9c36-452f82ab7859" providerId="ADAL" clId="{65C4FA17-9E97-4E94-AC77-D73196C68E2A}" dt="2025-02-13T08:57:52.301" v="2222" actId="1076"/>
          <ac:spMkLst>
            <pc:docMk/>
            <pc:sldMk cId="4146799495" sldId="2147473060"/>
            <ac:spMk id="13" creationId="{189EF365-BE41-9A87-DEF8-7BA117FC7B4E}"/>
          </ac:spMkLst>
        </pc:spChg>
        <pc:spChg chg="del">
          <ac:chgData name="Carmen" userId="854005f4-386e-4134-9c36-452f82ab7859" providerId="ADAL" clId="{65C4FA17-9E97-4E94-AC77-D73196C68E2A}" dt="2025-02-13T08:57:16.760" v="2209" actId="478"/>
          <ac:spMkLst>
            <pc:docMk/>
            <pc:sldMk cId="4146799495" sldId="2147473060"/>
            <ac:spMk id="14" creationId="{B37816DF-3DA7-5F87-6155-940F29DFDD23}"/>
          </ac:spMkLst>
        </pc:spChg>
        <pc:spChg chg="del">
          <ac:chgData name="Carmen" userId="854005f4-386e-4134-9c36-452f82ab7859" providerId="ADAL" clId="{65C4FA17-9E97-4E94-AC77-D73196C68E2A}" dt="2025-02-13T08:57:16.760" v="2209" actId="478"/>
          <ac:spMkLst>
            <pc:docMk/>
            <pc:sldMk cId="4146799495" sldId="2147473060"/>
            <ac:spMk id="16" creationId="{33C8023E-7DE8-F4C0-3692-D355A06817AA}"/>
          </ac:spMkLst>
        </pc:spChg>
        <pc:spChg chg="del">
          <ac:chgData name="Carmen" userId="854005f4-386e-4134-9c36-452f82ab7859" providerId="ADAL" clId="{65C4FA17-9E97-4E94-AC77-D73196C68E2A}" dt="2025-02-13T08:57:16.760" v="2209" actId="478"/>
          <ac:spMkLst>
            <pc:docMk/>
            <pc:sldMk cId="4146799495" sldId="2147473060"/>
            <ac:spMk id="193" creationId="{8D0BABB9-D677-5222-8E81-870ED74C9371}"/>
          </ac:spMkLst>
        </pc:spChg>
        <pc:spChg chg="mod">
          <ac:chgData name="Carmen" userId="854005f4-386e-4134-9c36-452f82ab7859" providerId="ADAL" clId="{65C4FA17-9E97-4E94-AC77-D73196C68E2A}" dt="2025-02-14T10:52:30.150" v="7414" actId="20577"/>
          <ac:spMkLst>
            <pc:docMk/>
            <pc:sldMk cId="4146799495" sldId="2147473060"/>
            <ac:spMk id="221" creationId="{66F684E5-E483-75F2-EC96-C0244D6E4F06}"/>
          </ac:spMkLst>
        </pc:spChg>
        <pc:grpChg chg="add mod">
          <ac:chgData name="Carmen" userId="854005f4-386e-4134-9c36-452f82ab7859" providerId="ADAL" clId="{65C4FA17-9E97-4E94-AC77-D73196C68E2A}" dt="2025-02-13T08:57:52.301" v="2222" actId="1076"/>
          <ac:grpSpMkLst>
            <pc:docMk/>
            <pc:sldMk cId="4146799495" sldId="2147473060"/>
            <ac:grpSpMk id="7" creationId="{88413224-C03A-8E25-3E80-007BAC02B63E}"/>
          </ac:grpSpMkLst>
        </pc:grpChg>
        <pc:grpChg chg="mod">
          <ac:chgData name="Carmen" userId="854005f4-386e-4134-9c36-452f82ab7859" providerId="ADAL" clId="{65C4FA17-9E97-4E94-AC77-D73196C68E2A}" dt="2025-02-13T08:57:27.194" v="2212"/>
          <ac:grpSpMkLst>
            <pc:docMk/>
            <pc:sldMk cId="4146799495" sldId="2147473060"/>
            <ac:grpSpMk id="8" creationId="{FD18C334-4DFC-7A31-6BCD-2557645FF175}"/>
          </ac:grpSpMkLst>
        </pc:grpChg>
        <pc:grpChg chg="del">
          <ac:chgData name="Carmen" userId="854005f4-386e-4134-9c36-452f82ab7859" providerId="ADAL" clId="{65C4FA17-9E97-4E94-AC77-D73196C68E2A}" dt="2025-02-13T08:57:16.760" v="2209" actId="478"/>
          <ac:grpSpMkLst>
            <pc:docMk/>
            <pc:sldMk cId="4146799495" sldId="2147473060"/>
            <ac:grpSpMk id="55" creationId="{643080AC-5CC1-F37D-45A9-D04022CBABB4}"/>
          </ac:grpSpMkLst>
        </pc:grpChg>
        <pc:picChg chg="mod">
          <ac:chgData name="Carmen" userId="854005f4-386e-4134-9c36-452f82ab7859" providerId="ADAL" clId="{65C4FA17-9E97-4E94-AC77-D73196C68E2A}" dt="2025-02-13T08:57:27.194" v="2212"/>
          <ac:picMkLst>
            <pc:docMk/>
            <pc:sldMk cId="4146799495" sldId="2147473060"/>
            <ac:picMk id="9" creationId="{8D7AD69A-C01F-3C1F-A17E-12657EDCA5ED}"/>
          </ac:picMkLst>
        </pc:picChg>
      </pc:sldChg>
      <pc:sldChg chg="addSp delSp modSp add mod">
        <pc:chgData name="Carmen" userId="854005f4-386e-4134-9c36-452f82ab7859" providerId="ADAL" clId="{65C4FA17-9E97-4E94-AC77-D73196C68E2A}" dt="2025-02-14T11:00:23.284" v="7443" actId="403"/>
        <pc:sldMkLst>
          <pc:docMk/>
          <pc:sldMk cId="2840093390" sldId="2147473061"/>
        </pc:sldMkLst>
        <pc:spChg chg="add mod">
          <ac:chgData name="Carmen" userId="854005f4-386e-4134-9c36-452f82ab7859" providerId="ADAL" clId="{65C4FA17-9E97-4E94-AC77-D73196C68E2A}" dt="2025-02-13T10:59:35.066" v="5484" actId="208"/>
          <ac:spMkLst>
            <pc:docMk/>
            <pc:sldMk cId="2840093390" sldId="2147473061"/>
            <ac:spMk id="2" creationId="{ECE7A84C-9084-8552-0791-7616D4A7F3A9}"/>
          </ac:spMkLst>
        </pc:spChg>
        <pc:spChg chg="add mod">
          <ac:chgData name="Carmen" userId="854005f4-386e-4134-9c36-452f82ab7859" providerId="ADAL" clId="{65C4FA17-9E97-4E94-AC77-D73196C68E2A}" dt="2025-02-13T10:59:17.111" v="5481" actId="20577"/>
          <ac:spMkLst>
            <pc:docMk/>
            <pc:sldMk cId="2840093390" sldId="2147473061"/>
            <ac:spMk id="3" creationId="{E3DB54F1-96D7-5007-E768-9DE3FFCD8483}"/>
          </ac:spMkLst>
        </pc:spChg>
        <pc:spChg chg="mod">
          <ac:chgData name="Carmen" userId="854005f4-386e-4134-9c36-452f82ab7859" providerId="ADAL" clId="{65C4FA17-9E97-4E94-AC77-D73196C68E2A}" dt="2025-02-13T10:59:56.784" v="5490" actId="207"/>
          <ac:spMkLst>
            <pc:docMk/>
            <pc:sldMk cId="2840093390" sldId="2147473061"/>
            <ac:spMk id="5" creationId="{BBF284AF-923D-CF4A-2512-8858BB2D6D85}"/>
          </ac:spMkLst>
        </pc:spChg>
        <pc:spChg chg="del">
          <ac:chgData name="Carmen" userId="854005f4-386e-4134-9c36-452f82ab7859" providerId="ADAL" clId="{65C4FA17-9E97-4E94-AC77-D73196C68E2A}" dt="2025-02-13T09:33:39.654" v="2954" actId="478"/>
          <ac:spMkLst>
            <pc:docMk/>
            <pc:sldMk cId="2840093390" sldId="2147473061"/>
            <ac:spMk id="14" creationId="{7674802C-A910-1921-7FC7-79759C11BFDE}"/>
          </ac:spMkLst>
        </pc:spChg>
        <pc:spChg chg="del mod">
          <ac:chgData name="Carmen" userId="854005f4-386e-4134-9c36-452f82ab7859" providerId="ADAL" clId="{65C4FA17-9E97-4E94-AC77-D73196C68E2A}" dt="2025-02-13T09:34:49.353" v="2985" actId="478"/>
          <ac:spMkLst>
            <pc:docMk/>
            <pc:sldMk cId="2840093390" sldId="2147473061"/>
            <ac:spMk id="16" creationId="{6B6202CA-E2DD-B8BD-9759-E70A75CC6351}"/>
          </ac:spMkLst>
        </pc:spChg>
        <pc:spChg chg="del mod">
          <ac:chgData name="Carmen" userId="854005f4-386e-4134-9c36-452f82ab7859" providerId="ADAL" clId="{65C4FA17-9E97-4E94-AC77-D73196C68E2A}" dt="2025-02-13T09:33:56.783" v="2956" actId="478"/>
          <ac:spMkLst>
            <pc:docMk/>
            <pc:sldMk cId="2840093390" sldId="2147473061"/>
            <ac:spMk id="19" creationId="{6B095AA9-58ED-9E17-F681-67FEAA3B53A7}"/>
          </ac:spMkLst>
        </pc:spChg>
        <pc:spChg chg="del mod">
          <ac:chgData name="Carmen" userId="854005f4-386e-4134-9c36-452f82ab7859" providerId="ADAL" clId="{65C4FA17-9E97-4E94-AC77-D73196C68E2A}" dt="2025-02-13T09:33:56.783" v="2956" actId="478"/>
          <ac:spMkLst>
            <pc:docMk/>
            <pc:sldMk cId="2840093390" sldId="2147473061"/>
            <ac:spMk id="20" creationId="{BAB8FA02-5AC9-A369-EBE6-464D34F9C423}"/>
          </ac:spMkLst>
        </pc:spChg>
        <pc:spChg chg="del mod">
          <ac:chgData name="Carmen" userId="854005f4-386e-4134-9c36-452f82ab7859" providerId="ADAL" clId="{65C4FA17-9E97-4E94-AC77-D73196C68E2A}" dt="2025-02-13T09:33:56.783" v="2956" actId="478"/>
          <ac:spMkLst>
            <pc:docMk/>
            <pc:sldMk cId="2840093390" sldId="2147473061"/>
            <ac:spMk id="24" creationId="{12CB8A93-E9B8-7BBF-C35B-83E93468913C}"/>
          </ac:spMkLst>
        </pc:spChg>
        <pc:spChg chg="del">
          <ac:chgData name="Carmen" userId="854005f4-386e-4134-9c36-452f82ab7859" providerId="ADAL" clId="{65C4FA17-9E97-4E94-AC77-D73196C68E2A}" dt="2025-02-13T09:33:56.783" v="2956" actId="478"/>
          <ac:spMkLst>
            <pc:docMk/>
            <pc:sldMk cId="2840093390" sldId="2147473061"/>
            <ac:spMk id="26" creationId="{588548FC-3E13-5C02-32BB-34B7BF18EB3C}"/>
          </ac:spMkLst>
        </pc:spChg>
        <pc:spChg chg="del mod">
          <ac:chgData name="Carmen" userId="854005f4-386e-4134-9c36-452f82ab7859" providerId="ADAL" clId="{65C4FA17-9E97-4E94-AC77-D73196C68E2A}" dt="2025-02-13T09:33:56.783" v="2956" actId="478"/>
          <ac:spMkLst>
            <pc:docMk/>
            <pc:sldMk cId="2840093390" sldId="2147473061"/>
            <ac:spMk id="30" creationId="{704B2F29-207C-1DE2-637B-4F54404177C4}"/>
          </ac:spMkLst>
        </pc:spChg>
        <pc:spChg chg="del">
          <ac:chgData name="Carmen" userId="854005f4-386e-4134-9c36-452f82ab7859" providerId="ADAL" clId="{65C4FA17-9E97-4E94-AC77-D73196C68E2A}" dt="2025-02-13T09:33:56.783" v="2956" actId="478"/>
          <ac:spMkLst>
            <pc:docMk/>
            <pc:sldMk cId="2840093390" sldId="2147473061"/>
            <ac:spMk id="160" creationId="{365F27F1-A762-B832-19D6-89BF4069564E}"/>
          </ac:spMkLst>
        </pc:spChg>
        <pc:spChg chg="del mod">
          <ac:chgData name="Carmen" userId="854005f4-386e-4134-9c36-452f82ab7859" providerId="ADAL" clId="{65C4FA17-9E97-4E94-AC77-D73196C68E2A}" dt="2025-02-13T09:33:56.783" v="2956" actId="478"/>
          <ac:spMkLst>
            <pc:docMk/>
            <pc:sldMk cId="2840093390" sldId="2147473061"/>
            <ac:spMk id="161" creationId="{9057BA45-1D39-BC6F-004B-7B75FEB2BE45}"/>
          </ac:spMkLst>
        </pc:spChg>
        <pc:spChg chg="mod">
          <ac:chgData name="Carmen" userId="854005f4-386e-4134-9c36-452f82ab7859" providerId="ADAL" clId="{65C4FA17-9E97-4E94-AC77-D73196C68E2A}" dt="2025-02-13T09:35:07.393" v="2988" actId="20577"/>
          <ac:spMkLst>
            <pc:docMk/>
            <pc:sldMk cId="2840093390" sldId="2147473061"/>
            <ac:spMk id="164" creationId="{9E2EE7C6-ABC8-FC1D-372F-FD8543E1054D}"/>
          </ac:spMkLst>
        </pc:spChg>
        <pc:spChg chg="mod">
          <ac:chgData name="Carmen" userId="854005f4-386e-4134-9c36-452f82ab7859" providerId="ADAL" clId="{65C4FA17-9E97-4E94-AC77-D73196C68E2A}" dt="2025-02-13T09:34:55.584" v="2986" actId="1076"/>
          <ac:spMkLst>
            <pc:docMk/>
            <pc:sldMk cId="2840093390" sldId="2147473061"/>
            <ac:spMk id="166" creationId="{6A5AB65D-44F2-7134-7680-EF176FE0C660}"/>
          </ac:spMkLst>
        </pc:spChg>
        <pc:spChg chg="mod">
          <ac:chgData name="Carmen" userId="854005f4-386e-4134-9c36-452f82ab7859" providerId="ADAL" clId="{65C4FA17-9E97-4E94-AC77-D73196C68E2A}" dt="2025-02-14T11:00:23.284" v="7443" actId="403"/>
          <ac:spMkLst>
            <pc:docMk/>
            <pc:sldMk cId="2840093390" sldId="2147473061"/>
            <ac:spMk id="169" creationId="{8C66E5A7-10E1-E18C-DA5D-07B2631C5539}"/>
          </ac:spMkLst>
        </pc:spChg>
        <pc:spChg chg="del mod">
          <ac:chgData name="Carmen" userId="854005f4-386e-4134-9c36-452f82ab7859" providerId="ADAL" clId="{65C4FA17-9E97-4E94-AC77-D73196C68E2A}" dt="2025-02-13T09:35:21.168" v="2993" actId="478"/>
          <ac:spMkLst>
            <pc:docMk/>
            <pc:sldMk cId="2840093390" sldId="2147473061"/>
            <ac:spMk id="170" creationId="{D4589981-7F46-10D5-6706-A3B7858B051A}"/>
          </ac:spMkLst>
        </pc:spChg>
        <pc:graphicFrameChg chg="mod modGraphic">
          <ac:chgData name="Carmen" userId="854005f4-386e-4134-9c36-452f82ab7859" providerId="ADAL" clId="{65C4FA17-9E97-4E94-AC77-D73196C68E2A}" dt="2025-02-14T10:58:25.717" v="7430" actId="2062"/>
          <ac:graphicFrameMkLst>
            <pc:docMk/>
            <pc:sldMk cId="2840093390" sldId="2147473061"/>
            <ac:graphicFrameMk id="168" creationId="{25D0764D-735E-7A68-02E6-BD36EAF521A0}"/>
          </ac:graphicFrameMkLst>
        </pc:graphicFrameChg>
        <pc:picChg chg="del">
          <ac:chgData name="Carmen" userId="854005f4-386e-4134-9c36-452f82ab7859" providerId="ADAL" clId="{65C4FA17-9E97-4E94-AC77-D73196C68E2A}" dt="2025-02-13T09:33:39.654" v="2954" actId="478"/>
          <ac:picMkLst>
            <pc:docMk/>
            <pc:sldMk cId="2840093390" sldId="2147473061"/>
            <ac:picMk id="12" creationId="{287CCB75-4129-63A4-A3CC-C970404CCEA9}"/>
          </ac:picMkLst>
        </pc:picChg>
        <pc:picChg chg="mod">
          <ac:chgData name="Carmen" userId="854005f4-386e-4134-9c36-452f82ab7859" providerId="ADAL" clId="{65C4FA17-9E97-4E94-AC77-D73196C68E2A}" dt="2025-02-13T09:34:55.584" v="2986" actId="1076"/>
          <ac:picMkLst>
            <pc:docMk/>
            <pc:sldMk cId="2840093390" sldId="2147473061"/>
            <ac:picMk id="175" creationId="{07097C10-05D1-B05C-6031-1960C11463C0}"/>
          </ac:picMkLst>
        </pc:picChg>
        <pc:cxnChg chg="del">
          <ac:chgData name="Carmen" userId="854005f4-386e-4134-9c36-452f82ab7859" providerId="ADAL" clId="{65C4FA17-9E97-4E94-AC77-D73196C68E2A}" dt="2025-02-13T09:33:39.654" v="2954" actId="478"/>
          <ac:cxnSpMkLst>
            <pc:docMk/>
            <pc:sldMk cId="2840093390" sldId="2147473061"/>
            <ac:cxnSpMk id="13" creationId="{70E4FA56-3E04-C877-7A2B-07F45DFE3CFD}"/>
          </ac:cxnSpMkLst>
        </pc:cxnChg>
        <pc:cxnChg chg="del">
          <ac:chgData name="Carmen" userId="854005f4-386e-4134-9c36-452f82ab7859" providerId="ADAL" clId="{65C4FA17-9E97-4E94-AC77-D73196C68E2A}" dt="2025-02-13T09:33:56.783" v="2956" actId="478"/>
          <ac:cxnSpMkLst>
            <pc:docMk/>
            <pc:sldMk cId="2840093390" sldId="2147473061"/>
            <ac:cxnSpMk id="18" creationId="{EC67630B-A19F-B73E-34E0-2599814F66B1}"/>
          </ac:cxnSpMkLst>
        </pc:cxnChg>
        <pc:cxnChg chg="mod">
          <ac:chgData name="Carmen" userId="854005f4-386e-4134-9c36-452f82ab7859" providerId="ADAL" clId="{65C4FA17-9E97-4E94-AC77-D73196C68E2A}" dt="2025-02-13T10:59:31.993" v="5483" actId="14100"/>
          <ac:cxnSpMkLst>
            <pc:docMk/>
            <pc:sldMk cId="2840093390" sldId="2147473061"/>
            <ac:cxnSpMk id="165" creationId="{E1559431-5C57-D0E5-E96B-C530166A7DFB}"/>
          </ac:cxnSpMkLst>
        </pc:cxnChg>
      </pc:sldChg>
      <pc:sldChg chg="addSp delSp modSp add mod">
        <pc:chgData name="Carmen" userId="854005f4-386e-4134-9c36-452f82ab7859" providerId="ADAL" clId="{65C4FA17-9E97-4E94-AC77-D73196C68E2A}" dt="2025-02-14T10:56:55.681" v="7422" actId="404"/>
        <pc:sldMkLst>
          <pc:docMk/>
          <pc:sldMk cId="4221431975" sldId="2147473062"/>
        </pc:sldMkLst>
        <pc:spChg chg="del">
          <ac:chgData name="Carmen" userId="854005f4-386e-4134-9c36-452f82ab7859" providerId="ADAL" clId="{65C4FA17-9E97-4E94-AC77-D73196C68E2A}" dt="2025-02-13T09:45:16.817" v="3334" actId="478"/>
          <ac:spMkLst>
            <pc:docMk/>
            <pc:sldMk cId="4221431975" sldId="2147473062"/>
            <ac:spMk id="6" creationId="{39671DA3-AF3C-2DF8-725A-546C72C0113F}"/>
          </ac:spMkLst>
        </pc:spChg>
        <pc:spChg chg="del">
          <ac:chgData name="Carmen" userId="854005f4-386e-4134-9c36-452f82ab7859" providerId="ADAL" clId="{65C4FA17-9E97-4E94-AC77-D73196C68E2A}" dt="2025-02-13T09:45:16.817" v="3334" actId="478"/>
          <ac:spMkLst>
            <pc:docMk/>
            <pc:sldMk cId="4221431975" sldId="2147473062"/>
            <ac:spMk id="7" creationId="{F915175A-6B2F-1FC1-844A-0D2007D0D2AB}"/>
          </ac:spMkLst>
        </pc:spChg>
        <pc:spChg chg="add mod">
          <ac:chgData name="Carmen" userId="854005f4-386e-4134-9c36-452f82ab7859" providerId="ADAL" clId="{65C4FA17-9E97-4E94-AC77-D73196C68E2A}" dt="2025-02-13T09:47:07.431" v="3345" actId="207"/>
          <ac:spMkLst>
            <pc:docMk/>
            <pc:sldMk cId="4221431975" sldId="2147473062"/>
            <ac:spMk id="8" creationId="{EF5C0FCD-0E06-CFC0-42C1-9111D7D2A8E8}"/>
          </ac:spMkLst>
        </pc:spChg>
        <pc:spChg chg="add mod">
          <ac:chgData name="Carmen" userId="854005f4-386e-4134-9c36-452f82ab7859" providerId="ADAL" clId="{65C4FA17-9E97-4E94-AC77-D73196C68E2A}" dt="2025-02-13T09:49:36.147" v="3385" actId="207"/>
          <ac:spMkLst>
            <pc:docMk/>
            <pc:sldMk cId="4221431975" sldId="2147473062"/>
            <ac:spMk id="20" creationId="{6C3ACCBE-9C49-B9E5-7B88-B1AE407D9879}"/>
          </ac:spMkLst>
        </pc:spChg>
        <pc:spChg chg="add mod">
          <ac:chgData name="Carmen" userId="854005f4-386e-4134-9c36-452f82ab7859" providerId="ADAL" clId="{65C4FA17-9E97-4E94-AC77-D73196C68E2A}" dt="2025-02-13T09:49:42.813" v="3387" actId="552"/>
          <ac:spMkLst>
            <pc:docMk/>
            <pc:sldMk cId="4221431975" sldId="2147473062"/>
            <ac:spMk id="21" creationId="{BDCC7932-D670-B2AF-8614-2CFFF145D865}"/>
          </ac:spMkLst>
        </pc:spChg>
        <pc:spChg chg="del">
          <ac:chgData name="Carmen" userId="854005f4-386e-4134-9c36-452f82ab7859" providerId="ADAL" clId="{65C4FA17-9E97-4E94-AC77-D73196C68E2A}" dt="2025-02-13T09:45:16.817" v="3334" actId="478"/>
          <ac:spMkLst>
            <pc:docMk/>
            <pc:sldMk cId="4221431975" sldId="2147473062"/>
            <ac:spMk id="24" creationId="{3258A254-9E66-843A-BCAD-EC525391CBF8}"/>
          </ac:spMkLst>
        </pc:spChg>
        <pc:spChg chg="add del mod">
          <ac:chgData name="Carmen" userId="854005f4-386e-4134-9c36-452f82ab7859" providerId="ADAL" clId="{65C4FA17-9E97-4E94-AC77-D73196C68E2A}" dt="2025-02-13T09:49:04.170" v="3370" actId="478"/>
          <ac:spMkLst>
            <pc:docMk/>
            <pc:sldMk cId="4221431975" sldId="2147473062"/>
            <ac:spMk id="26" creationId="{3C61344C-DF8B-E4DF-C06E-C05727E8940B}"/>
          </ac:spMkLst>
        </pc:spChg>
        <pc:spChg chg="add del mod">
          <ac:chgData name="Carmen" userId="854005f4-386e-4134-9c36-452f82ab7859" providerId="ADAL" clId="{65C4FA17-9E97-4E94-AC77-D73196C68E2A}" dt="2025-02-13T09:49:04.170" v="3370" actId="478"/>
          <ac:spMkLst>
            <pc:docMk/>
            <pc:sldMk cId="4221431975" sldId="2147473062"/>
            <ac:spMk id="27" creationId="{6CF67938-A272-0385-97E3-C66E080758FF}"/>
          </ac:spMkLst>
        </pc:spChg>
        <pc:spChg chg="add del mod">
          <ac:chgData name="Carmen" userId="854005f4-386e-4134-9c36-452f82ab7859" providerId="ADAL" clId="{65C4FA17-9E97-4E94-AC77-D73196C68E2A}" dt="2025-02-13T09:49:04.170" v="3370" actId="478"/>
          <ac:spMkLst>
            <pc:docMk/>
            <pc:sldMk cId="4221431975" sldId="2147473062"/>
            <ac:spMk id="37" creationId="{8ACCCD2C-0032-9B37-31E8-09D58291D13B}"/>
          </ac:spMkLst>
        </pc:spChg>
        <pc:spChg chg="add del mod">
          <ac:chgData name="Carmen" userId="854005f4-386e-4134-9c36-452f82ab7859" providerId="ADAL" clId="{65C4FA17-9E97-4E94-AC77-D73196C68E2A}" dt="2025-02-13T09:49:04.170" v="3370" actId="478"/>
          <ac:spMkLst>
            <pc:docMk/>
            <pc:sldMk cId="4221431975" sldId="2147473062"/>
            <ac:spMk id="42" creationId="{F8059FCB-3970-87F3-4EF7-6F664F858BA1}"/>
          </ac:spMkLst>
        </pc:spChg>
        <pc:spChg chg="add del mod">
          <ac:chgData name="Carmen" userId="854005f4-386e-4134-9c36-452f82ab7859" providerId="ADAL" clId="{65C4FA17-9E97-4E94-AC77-D73196C68E2A}" dt="2025-02-13T09:49:04.170" v="3370" actId="478"/>
          <ac:spMkLst>
            <pc:docMk/>
            <pc:sldMk cId="4221431975" sldId="2147473062"/>
            <ac:spMk id="44" creationId="{8F9A3093-1445-0FA3-1E63-60CD938CEDFA}"/>
          </ac:spMkLst>
        </pc:spChg>
        <pc:spChg chg="del">
          <ac:chgData name="Carmen" userId="854005f4-386e-4134-9c36-452f82ab7859" providerId="ADAL" clId="{65C4FA17-9E97-4E94-AC77-D73196C68E2A}" dt="2025-02-13T09:45:16.817" v="3334" actId="478"/>
          <ac:spMkLst>
            <pc:docMk/>
            <pc:sldMk cId="4221431975" sldId="2147473062"/>
            <ac:spMk id="45" creationId="{681B6979-5438-E42B-1D49-70EE47E6D1AA}"/>
          </ac:spMkLst>
        </pc:spChg>
        <pc:spChg chg="del">
          <ac:chgData name="Carmen" userId="854005f4-386e-4134-9c36-452f82ab7859" providerId="ADAL" clId="{65C4FA17-9E97-4E94-AC77-D73196C68E2A}" dt="2025-02-13T09:45:16.817" v="3334" actId="478"/>
          <ac:spMkLst>
            <pc:docMk/>
            <pc:sldMk cId="4221431975" sldId="2147473062"/>
            <ac:spMk id="46" creationId="{15BC23DE-64E1-8EDA-8FB6-3FE56ADA8D36}"/>
          </ac:spMkLst>
        </pc:spChg>
        <pc:spChg chg="del">
          <ac:chgData name="Carmen" userId="854005f4-386e-4134-9c36-452f82ab7859" providerId="ADAL" clId="{65C4FA17-9E97-4E94-AC77-D73196C68E2A}" dt="2025-02-13T09:45:16.817" v="3334" actId="478"/>
          <ac:spMkLst>
            <pc:docMk/>
            <pc:sldMk cId="4221431975" sldId="2147473062"/>
            <ac:spMk id="47" creationId="{F707F88A-3BC2-D841-4DF4-93FA63B1967C}"/>
          </ac:spMkLst>
        </pc:spChg>
        <pc:spChg chg="mod">
          <ac:chgData name="Carmen" userId="854005f4-386e-4134-9c36-452f82ab7859" providerId="ADAL" clId="{65C4FA17-9E97-4E94-AC77-D73196C68E2A}" dt="2025-02-14T10:56:55.681" v="7422" actId="404"/>
          <ac:spMkLst>
            <pc:docMk/>
            <pc:sldMk cId="4221431975" sldId="2147473062"/>
            <ac:spMk id="49" creationId="{DEC57A52-56E0-E806-108B-2668EEC4F57E}"/>
          </ac:spMkLst>
        </pc:spChg>
        <pc:spChg chg="del">
          <ac:chgData name="Carmen" userId="854005f4-386e-4134-9c36-452f82ab7859" providerId="ADAL" clId="{65C4FA17-9E97-4E94-AC77-D73196C68E2A}" dt="2025-02-13T09:45:16.817" v="3334" actId="478"/>
          <ac:spMkLst>
            <pc:docMk/>
            <pc:sldMk cId="4221431975" sldId="2147473062"/>
            <ac:spMk id="51" creationId="{B7074E50-A0FD-36F4-0640-B08314522D0B}"/>
          </ac:spMkLst>
        </pc:spChg>
        <pc:spChg chg="del">
          <ac:chgData name="Carmen" userId="854005f4-386e-4134-9c36-452f82ab7859" providerId="ADAL" clId="{65C4FA17-9E97-4E94-AC77-D73196C68E2A}" dt="2025-02-13T09:45:16.817" v="3334" actId="478"/>
          <ac:spMkLst>
            <pc:docMk/>
            <pc:sldMk cId="4221431975" sldId="2147473062"/>
            <ac:spMk id="52" creationId="{62C76F5E-1D45-DF4D-C64C-CB577F188A50}"/>
          </ac:spMkLst>
        </pc:spChg>
        <pc:spChg chg="del">
          <ac:chgData name="Carmen" userId="854005f4-386e-4134-9c36-452f82ab7859" providerId="ADAL" clId="{65C4FA17-9E97-4E94-AC77-D73196C68E2A}" dt="2025-02-13T09:45:16.817" v="3334" actId="478"/>
          <ac:spMkLst>
            <pc:docMk/>
            <pc:sldMk cId="4221431975" sldId="2147473062"/>
            <ac:spMk id="53" creationId="{20652DC2-23CE-D7BF-42D7-0D6FE6F35E5E}"/>
          </ac:spMkLst>
        </pc:spChg>
        <pc:spChg chg="del">
          <ac:chgData name="Carmen" userId="854005f4-386e-4134-9c36-452f82ab7859" providerId="ADAL" clId="{65C4FA17-9E97-4E94-AC77-D73196C68E2A}" dt="2025-02-13T09:45:18.229" v="3335" actId="478"/>
          <ac:spMkLst>
            <pc:docMk/>
            <pc:sldMk cId="4221431975" sldId="2147473062"/>
            <ac:spMk id="58" creationId="{DEF49B1B-261A-6036-37D2-7B4387D8F973}"/>
          </ac:spMkLst>
        </pc:spChg>
        <pc:spChg chg="add mod">
          <ac:chgData name="Carmen" userId="854005f4-386e-4134-9c36-452f82ab7859" providerId="ADAL" clId="{65C4FA17-9E97-4E94-AC77-D73196C68E2A}" dt="2025-02-13T09:49:46.861" v="3389" actId="20577"/>
          <ac:spMkLst>
            <pc:docMk/>
            <pc:sldMk cId="4221431975" sldId="2147473062"/>
            <ac:spMk id="59" creationId="{50205BD3-0E6A-9AD6-10A6-E4DAA695236F}"/>
          </ac:spMkLst>
        </pc:spChg>
        <pc:spChg chg="add mod">
          <ac:chgData name="Carmen" userId="854005f4-386e-4134-9c36-452f82ab7859" providerId="ADAL" clId="{65C4FA17-9E97-4E94-AC77-D73196C68E2A}" dt="2025-02-13T09:49:48.891" v="3391" actId="20577"/>
          <ac:spMkLst>
            <pc:docMk/>
            <pc:sldMk cId="4221431975" sldId="2147473062"/>
            <ac:spMk id="60" creationId="{2F7EA960-5831-3490-FB9A-6A41A8AB4B40}"/>
          </ac:spMkLst>
        </pc:spChg>
        <pc:spChg chg="add mod">
          <ac:chgData name="Carmen" userId="854005f4-386e-4134-9c36-452f82ab7859" providerId="ADAL" clId="{65C4FA17-9E97-4E94-AC77-D73196C68E2A}" dt="2025-02-13T09:49:51.867" v="3393" actId="20577"/>
          <ac:spMkLst>
            <pc:docMk/>
            <pc:sldMk cId="4221431975" sldId="2147473062"/>
            <ac:spMk id="61" creationId="{0B59829B-08C6-DB11-777E-484CD26C2E1B}"/>
          </ac:spMkLst>
        </pc:spChg>
        <pc:spChg chg="add mod">
          <ac:chgData name="Carmen" userId="854005f4-386e-4134-9c36-452f82ab7859" providerId="ADAL" clId="{65C4FA17-9E97-4E94-AC77-D73196C68E2A}" dt="2025-02-13T09:49:54.153" v="3395" actId="20577"/>
          <ac:spMkLst>
            <pc:docMk/>
            <pc:sldMk cId="4221431975" sldId="2147473062"/>
            <ac:spMk id="62" creationId="{2226EE90-4334-03BC-7C8D-0AC4A3AF915E}"/>
          </ac:spMkLst>
        </pc:spChg>
        <pc:spChg chg="add mod">
          <ac:chgData name="Carmen" userId="854005f4-386e-4134-9c36-452f82ab7859" providerId="ADAL" clId="{65C4FA17-9E97-4E94-AC77-D73196C68E2A}" dt="2025-02-13T09:49:56.239" v="3397" actId="20577"/>
          <ac:spMkLst>
            <pc:docMk/>
            <pc:sldMk cId="4221431975" sldId="2147473062"/>
            <ac:spMk id="64" creationId="{97EF3E58-7C6E-118C-DA19-0412436963B2}"/>
          </ac:spMkLst>
        </pc:spChg>
        <pc:spChg chg="add mod">
          <ac:chgData name="Carmen" userId="854005f4-386e-4134-9c36-452f82ab7859" providerId="ADAL" clId="{65C4FA17-9E97-4E94-AC77-D73196C68E2A}" dt="2025-02-13T09:50:02.710" v="3399" actId="20577"/>
          <ac:spMkLst>
            <pc:docMk/>
            <pc:sldMk cId="4221431975" sldId="2147473062"/>
            <ac:spMk id="65" creationId="{DF40B73C-A4BE-8891-6B4B-6B1A93133AF2}"/>
          </ac:spMkLst>
        </pc:spChg>
        <pc:spChg chg="del">
          <ac:chgData name="Carmen" userId="854005f4-386e-4134-9c36-452f82ab7859" providerId="ADAL" clId="{65C4FA17-9E97-4E94-AC77-D73196C68E2A}" dt="2025-02-13T09:45:19.374" v="3336" actId="478"/>
          <ac:spMkLst>
            <pc:docMk/>
            <pc:sldMk cId="4221431975" sldId="2147473062"/>
            <ac:spMk id="66" creationId="{123AD904-6536-E3FE-6596-F5D74AC5C5EA}"/>
          </ac:spMkLst>
        </pc:spChg>
        <pc:spChg chg="add mod">
          <ac:chgData name="Carmen" userId="854005f4-386e-4134-9c36-452f82ab7859" providerId="ADAL" clId="{65C4FA17-9E97-4E94-AC77-D73196C68E2A}" dt="2025-02-14T09:58:08.824" v="7085" actId="1035"/>
          <ac:spMkLst>
            <pc:docMk/>
            <pc:sldMk cId="4221431975" sldId="2147473062"/>
            <ac:spMk id="68" creationId="{59A5B13E-6493-7C94-EA97-AA1C8B4124D4}"/>
          </ac:spMkLst>
        </pc:spChg>
        <pc:spChg chg="add mod">
          <ac:chgData name="Carmen" userId="854005f4-386e-4134-9c36-452f82ab7859" providerId="ADAL" clId="{65C4FA17-9E97-4E94-AC77-D73196C68E2A}" dt="2025-02-13T09:51:48.176" v="3421" actId="14100"/>
          <ac:spMkLst>
            <pc:docMk/>
            <pc:sldMk cId="4221431975" sldId="2147473062"/>
            <ac:spMk id="69" creationId="{00D4DE1F-DF18-6C3C-2C84-1A0D302F1465}"/>
          </ac:spMkLst>
        </pc:spChg>
        <pc:spChg chg="add del mod">
          <ac:chgData name="Carmen" userId="854005f4-386e-4134-9c36-452f82ab7859" providerId="ADAL" clId="{65C4FA17-9E97-4E94-AC77-D73196C68E2A}" dt="2025-02-13T09:51:32.109" v="3413" actId="478"/>
          <ac:spMkLst>
            <pc:docMk/>
            <pc:sldMk cId="4221431975" sldId="2147473062"/>
            <ac:spMk id="70" creationId="{50F55280-7A7B-C295-2876-BA8924C22BDF}"/>
          </ac:spMkLst>
        </pc:spChg>
        <pc:spChg chg="add mod">
          <ac:chgData name="Carmen" userId="854005f4-386e-4134-9c36-452f82ab7859" providerId="ADAL" clId="{65C4FA17-9E97-4E94-AC77-D73196C68E2A}" dt="2025-02-14T09:58:20.874" v="7098" actId="1038"/>
          <ac:spMkLst>
            <pc:docMk/>
            <pc:sldMk cId="4221431975" sldId="2147473062"/>
            <ac:spMk id="71" creationId="{60172E73-ACD0-77C6-C86A-EA01B4163B15}"/>
          </ac:spMkLst>
        </pc:spChg>
        <pc:spChg chg="add del mod">
          <ac:chgData name="Carmen" userId="854005f4-386e-4134-9c36-452f82ab7859" providerId="ADAL" clId="{65C4FA17-9E97-4E94-AC77-D73196C68E2A}" dt="2025-02-13T09:51:42.683" v="3418" actId="478"/>
          <ac:spMkLst>
            <pc:docMk/>
            <pc:sldMk cId="4221431975" sldId="2147473062"/>
            <ac:spMk id="72" creationId="{30324E5F-81A4-A6B1-A87B-2899570E6986}"/>
          </ac:spMkLst>
        </pc:spChg>
        <pc:spChg chg="add mod">
          <ac:chgData name="Carmen" userId="854005f4-386e-4134-9c36-452f82ab7859" providerId="ADAL" clId="{65C4FA17-9E97-4E94-AC77-D73196C68E2A}" dt="2025-02-14T09:58:27.517" v="7101" actId="1038"/>
          <ac:spMkLst>
            <pc:docMk/>
            <pc:sldMk cId="4221431975" sldId="2147473062"/>
            <ac:spMk id="74" creationId="{33BB5828-D98F-B896-EC72-1913E6D096DB}"/>
          </ac:spMkLst>
        </pc:spChg>
        <pc:spChg chg="del">
          <ac:chgData name="Carmen" userId="854005f4-386e-4134-9c36-452f82ab7859" providerId="ADAL" clId="{65C4FA17-9E97-4E94-AC77-D73196C68E2A}" dt="2025-02-13T09:45:20.287" v="3337" actId="478"/>
          <ac:spMkLst>
            <pc:docMk/>
            <pc:sldMk cId="4221431975" sldId="2147473062"/>
            <ac:spMk id="75" creationId="{F074168D-19FF-918A-CCBB-73860053A091}"/>
          </ac:spMkLst>
        </pc:spChg>
        <pc:spChg chg="del">
          <ac:chgData name="Carmen" userId="854005f4-386e-4134-9c36-452f82ab7859" providerId="ADAL" clId="{65C4FA17-9E97-4E94-AC77-D73196C68E2A}" dt="2025-02-13T09:45:16.817" v="3334" actId="478"/>
          <ac:spMkLst>
            <pc:docMk/>
            <pc:sldMk cId="4221431975" sldId="2147473062"/>
            <ac:spMk id="77" creationId="{B4905849-3805-1467-9A59-B3C8E71B620A}"/>
          </ac:spMkLst>
        </pc:spChg>
        <pc:spChg chg="add mod">
          <ac:chgData name="Carmen" userId="854005f4-386e-4134-9c36-452f82ab7859" providerId="ADAL" clId="{65C4FA17-9E97-4E94-AC77-D73196C68E2A}" dt="2025-02-13T09:52:14.918" v="3428" actId="1076"/>
          <ac:spMkLst>
            <pc:docMk/>
            <pc:sldMk cId="4221431975" sldId="2147473062"/>
            <ac:spMk id="82" creationId="{A4A7F841-60C8-0B25-7A31-0F5A926963F6}"/>
          </ac:spMkLst>
        </pc:spChg>
        <pc:spChg chg="del mod">
          <ac:chgData name="Carmen" userId="854005f4-386e-4134-9c36-452f82ab7859" providerId="ADAL" clId="{65C4FA17-9E97-4E94-AC77-D73196C68E2A}" dt="2025-02-13T09:52:33.023" v="3431" actId="478"/>
          <ac:spMkLst>
            <pc:docMk/>
            <pc:sldMk cId="4221431975" sldId="2147473062"/>
            <ac:spMk id="83" creationId="{94D8F31F-9892-F9FD-28CF-09A679377550}"/>
          </ac:spMkLst>
        </pc:spChg>
        <pc:spChg chg="add mod">
          <ac:chgData name="Carmen" userId="854005f4-386e-4134-9c36-452f82ab7859" providerId="ADAL" clId="{65C4FA17-9E97-4E94-AC77-D73196C68E2A}" dt="2025-02-13T09:52:23.108" v="3429"/>
          <ac:spMkLst>
            <pc:docMk/>
            <pc:sldMk cId="4221431975" sldId="2147473062"/>
            <ac:spMk id="88" creationId="{BFE92445-A8A5-2ECC-CE9A-710CC745550F}"/>
          </ac:spMkLst>
        </pc:spChg>
        <pc:spChg chg="add mod">
          <ac:chgData name="Carmen" userId="854005f4-386e-4134-9c36-452f82ab7859" providerId="ADAL" clId="{65C4FA17-9E97-4E94-AC77-D73196C68E2A}" dt="2025-02-13T09:52:23.108" v="3429"/>
          <ac:spMkLst>
            <pc:docMk/>
            <pc:sldMk cId="4221431975" sldId="2147473062"/>
            <ac:spMk id="91" creationId="{BC77A347-2D46-D5EE-6E97-04D5EA716887}"/>
          </ac:spMkLst>
        </pc:spChg>
        <pc:spChg chg="add mod">
          <ac:chgData name="Carmen" userId="854005f4-386e-4134-9c36-452f82ab7859" providerId="ADAL" clId="{65C4FA17-9E97-4E94-AC77-D73196C68E2A}" dt="2025-02-13T09:52:23.108" v="3429"/>
          <ac:spMkLst>
            <pc:docMk/>
            <pc:sldMk cId="4221431975" sldId="2147473062"/>
            <ac:spMk id="100" creationId="{E183FB10-9668-7537-1199-73CCC7D308D9}"/>
          </ac:spMkLst>
        </pc:spChg>
        <pc:spChg chg="add mod">
          <ac:chgData name="Carmen" userId="854005f4-386e-4134-9c36-452f82ab7859" providerId="ADAL" clId="{65C4FA17-9E97-4E94-AC77-D73196C68E2A}" dt="2025-02-13T09:52:23.108" v="3429"/>
          <ac:spMkLst>
            <pc:docMk/>
            <pc:sldMk cId="4221431975" sldId="2147473062"/>
            <ac:spMk id="101" creationId="{C86CD932-36F9-97EE-D4B8-8922D066819F}"/>
          </ac:spMkLst>
        </pc:spChg>
        <pc:spChg chg="add mod">
          <ac:chgData name="Carmen" userId="854005f4-386e-4134-9c36-452f82ab7859" providerId="ADAL" clId="{65C4FA17-9E97-4E94-AC77-D73196C68E2A}" dt="2025-02-13T09:52:23.108" v="3429"/>
          <ac:spMkLst>
            <pc:docMk/>
            <pc:sldMk cId="4221431975" sldId="2147473062"/>
            <ac:spMk id="102" creationId="{5B3DE366-5232-F3E5-F190-3A5BAC61697F}"/>
          </ac:spMkLst>
        </pc:spChg>
        <pc:spChg chg="add mod">
          <ac:chgData name="Carmen" userId="854005f4-386e-4134-9c36-452f82ab7859" providerId="ADAL" clId="{65C4FA17-9E97-4E94-AC77-D73196C68E2A}" dt="2025-02-13T09:52:23.108" v="3429"/>
          <ac:spMkLst>
            <pc:docMk/>
            <pc:sldMk cId="4221431975" sldId="2147473062"/>
            <ac:spMk id="103" creationId="{924E52D0-8828-6589-118A-414EA4E8F4C4}"/>
          </ac:spMkLst>
        </pc:spChg>
        <pc:spChg chg="add mod">
          <ac:chgData name="Carmen" userId="854005f4-386e-4134-9c36-452f82ab7859" providerId="ADAL" clId="{65C4FA17-9E97-4E94-AC77-D73196C68E2A}" dt="2025-02-13T09:52:23.108" v="3429"/>
          <ac:spMkLst>
            <pc:docMk/>
            <pc:sldMk cId="4221431975" sldId="2147473062"/>
            <ac:spMk id="104" creationId="{DDBCF521-298D-E517-4B9C-C1895DBFCB88}"/>
          </ac:spMkLst>
        </pc:spChg>
        <pc:spChg chg="add mod">
          <ac:chgData name="Carmen" userId="854005f4-386e-4134-9c36-452f82ab7859" providerId="ADAL" clId="{65C4FA17-9E97-4E94-AC77-D73196C68E2A}" dt="2025-02-13T09:52:23.108" v="3429"/>
          <ac:spMkLst>
            <pc:docMk/>
            <pc:sldMk cId="4221431975" sldId="2147473062"/>
            <ac:spMk id="110" creationId="{867D2B88-2F9C-27BC-1240-AB847390E9B9}"/>
          </ac:spMkLst>
        </pc:spChg>
        <pc:spChg chg="add mod">
          <ac:chgData name="Carmen" userId="854005f4-386e-4134-9c36-452f82ab7859" providerId="ADAL" clId="{65C4FA17-9E97-4E94-AC77-D73196C68E2A}" dt="2025-02-13T09:52:23.108" v="3429"/>
          <ac:spMkLst>
            <pc:docMk/>
            <pc:sldMk cId="4221431975" sldId="2147473062"/>
            <ac:spMk id="116" creationId="{B2D6DD9C-C12A-743A-ACEF-FEAEC07FD1E7}"/>
          </ac:spMkLst>
        </pc:spChg>
        <pc:spChg chg="add mod">
          <ac:chgData name="Carmen" userId="854005f4-386e-4134-9c36-452f82ab7859" providerId="ADAL" clId="{65C4FA17-9E97-4E94-AC77-D73196C68E2A}" dt="2025-02-13T09:52:23.108" v="3429"/>
          <ac:spMkLst>
            <pc:docMk/>
            <pc:sldMk cId="4221431975" sldId="2147473062"/>
            <ac:spMk id="117" creationId="{89F09A30-F49C-BC51-6AEE-CBBF5A6DCACC}"/>
          </ac:spMkLst>
        </pc:spChg>
        <pc:spChg chg="mod">
          <ac:chgData name="Carmen" userId="854005f4-386e-4134-9c36-452f82ab7859" providerId="ADAL" clId="{65C4FA17-9E97-4E94-AC77-D73196C68E2A}" dt="2025-02-14T09:58:20.874" v="7098" actId="1038"/>
          <ac:spMkLst>
            <pc:docMk/>
            <pc:sldMk cId="4221431975" sldId="2147473062"/>
            <ac:spMk id="118" creationId="{94D8F31F-9892-F9FD-28CF-09A679377550}"/>
          </ac:spMkLst>
        </pc:spChg>
        <pc:spChg chg="mod">
          <ac:chgData name="Carmen" userId="854005f4-386e-4134-9c36-452f82ab7859" providerId="ADAL" clId="{65C4FA17-9E97-4E94-AC77-D73196C68E2A}" dt="2025-02-14T09:58:20.874" v="7098" actId="1038"/>
          <ac:spMkLst>
            <pc:docMk/>
            <pc:sldMk cId="4221431975" sldId="2147473062"/>
            <ac:spMk id="120" creationId="{82E9B67F-E12A-D431-EC23-4C57C7B06285}"/>
          </ac:spMkLst>
        </pc:spChg>
        <pc:spChg chg="mod">
          <ac:chgData name="Carmen" userId="854005f4-386e-4134-9c36-452f82ab7859" providerId="ADAL" clId="{65C4FA17-9E97-4E94-AC77-D73196C68E2A}" dt="2025-02-14T09:58:20.874" v="7098" actId="1038"/>
          <ac:spMkLst>
            <pc:docMk/>
            <pc:sldMk cId="4221431975" sldId="2147473062"/>
            <ac:spMk id="123" creationId="{A3AB8D2C-1501-3CBF-21E9-873B19C81647}"/>
          </ac:spMkLst>
        </pc:spChg>
        <pc:spChg chg="add mod">
          <ac:chgData name="Carmen" userId="854005f4-386e-4134-9c36-452f82ab7859" providerId="ADAL" clId="{65C4FA17-9E97-4E94-AC77-D73196C68E2A}" dt="2025-02-14T09:58:20.874" v="7098" actId="1038"/>
          <ac:spMkLst>
            <pc:docMk/>
            <pc:sldMk cId="4221431975" sldId="2147473062"/>
            <ac:spMk id="124" creationId="{E0E16DF9-F675-2AA3-C828-BC0BD561B7F0}"/>
          </ac:spMkLst>
        </pc:spChg>
        <pc:spChg chg="mod">
          <ac:chgData name="Carmen" userId="854005f4-386e-4134-9c36-452f82ab7859" providerId="ADAL" clId="{65C4FA17-9E97-4E94-AC77-D73196C68E2A}" dt="2025-02-14T09:58:20.874" v="7098" actId="1038"/>
          <ac:spMkLst>
            <pc:docMk/>
            <pc:sldMk cId="4221431975" sldId="2147473062"/>
            <ac:spMk id="126" creationId="{E7373723-B017-4110-BAD2-371DC3937419}"/>
          </ac:spMkLst>
        </pc:spChg>
        <pc:spChg chg="mod">
          <ac:chgData name="Carmen" userId="854005f4-386e-4134-9c36-452f82ab7859" providerId="ADAL" clId="{65C4FA17-9E97-4E94-AC77-D73196C68E2A}" dt="2025-02-14T09:58:04.680" v="7078" actId="1036"/>
          <ac:spMkLst>
            <pc:docMk/>
            <pc:sldMk cId="4221431975" sldId="2147473062"/>
            <ac:spMk id="127" creationId="{339E63EE-DA7D-03E1-55E2-8B65C37FA55B}"/>
          </ac:spMkLst>
        </pc:spChg>
        <pc:spChg chg="add mod">
          <ac:chgData name="Carmen" userId="854005f4-386e-4134-9c36-452f82ab7859" providerId="ADAL" clId="{65C4FA17-9E97-4E94-AC77-D73196C68E2A}" dt="2025-02-13T09:52:49.113" v="3432"/>
          <ac:spMkLst>
            <pc:docMk/>
            <pc:sldMk cId="4221431975" sldId="2147473062"/>
            <ac:spMk id="2051" creationId="{3E5B0772-6D9C-939C-8948-C0ADBBD70836}"/>
          </ac:spMkLst>
        </pc:spChg>
        <pc:spChg chg="mod">
          <ac:chgData name="Carmen" userId="854005f4-386e-4134-9c36-452f82ab7859" providerId="ADAL" clId="{65C4FA17-9E97-4E94-AC77-D73196C68E2A}" dt="2025-02-14T09:58:04.680" v="7078" actId="1036"/>
          <ac:spMkLst>
            <pc:docMk/>
            <pc:sldMk cId="4221431975" sldId="2147473062"/>
            <ac:spMk id="2053" creationId="{E0A69AA9-5DFF-A227-7A28-7B794F854E1C}"/>
          </ac:spMkLst>
        </pc:spChg>
        <pc:spChg chg="add mod">
          <ac:chgData name="Carmen" userId="854005f4-386e-4134-9c36-452f82ab7859" providerId="ADAL" clId="{65C4FA17-9E97-4E94-AC77-D73196C68E2A}" dt="2025-02-14T09:58:04.680" v="7078" actId="1036"/>
          <ac:spMkLst>
            <pc:docMk/>
            <pc:sldMk cId="4221431975" sldId="2147473062"/>
            <ac:spMk id="2058" creationId="{182E3179-07E0-B538-9586-8B52A9D0F8FD}"/>
          </ac:spMkLst>
        </pc:spChg>
        <pc:spChg chg="add mod">
          <ac:chgData name="Carmen" userId="854005f4-386e-4134-9c36-452f82ab7859" providerId="ADAL" clId="{65C4FA17-9E97-4E94-AC77-D73196C68E2A}" dt="2025-02-13T09:52:49.113" v="3432"/>
          <ac:spMkLst>
            <pc:docMk/>
            <pc:sldMk cId="4221431975" sldId="2147473062"/>
            <ac:spMk id="2060" creationId="{E0A152FA-6B90-D57E-EBA4-F78A2310CF50}"/>
          </ac:spMkLst>
        </pc:spChg>
        <pc:spChg chg="mod">
          <ac:chgData name="Carmen" userId="854005f4-386e-4134-9c36-452f82ab7859" providerId="ADAL" clId="{65C4FA17-9E97-4E94-AC77-D73196C68E2A}" dt="2025-02-14T09:58:04.680" v="7078" actId="1036"/>
          <ac:spMkLst>
            <pc:docMk/>
            <pc:sldMk cId="4221431975" sldId="2147473062"/>
            <ac:spMk id="2066" creationId="{A7787273-04FB-A08C-9CC9-29C5DCD12736}"/>
          </ac:spMkLst>
        </pc:spChg>
        <pc:spChg chg="mod">
          <ac:chgData name="Carmen" userId="854005f4-386e-4134-9c36-452f82ab7859" providerId="ADAL" clId="{65C4FA17-9E97-4E94-AC77-D73196C68E2A}" dt="2025-02-14T09:58:04.680" v="7078" actId="1036"/>
          <ac:spMkLst>
            <pc:docMk/>
            <pc:sldMk cId="4221431975" sldId="2147473062"/>
            <ac:spMk id="2074" creationId="{08C7C07A-F3E1-3E09-E556-F070CC1975A2}"/>
          </ac:spMkLst>
        </pc:spChg>
        <pc:spChg chg="add mod">
          <ac:chgData name="Carmen" userId="854005f4-386e-4134-9c36-452f82ab7859" providerId="ADAL" clId="{65C4FA17-9E97-4E94-AC77-D73196C68E2A}" dt="2025-02-13T09:52:49.113" v="3432"/>
          <ac:spMkLst>
            <pc:docMk/>
            <pc:sldMk cId="4221431975" sldId="2147473062"/>
            <ac:spMk id="2076" creationId="{D3F767C8-723D-F506-A0A1-5B22B90C5B36}"/>
          </ac:spMkLst>
        </pc:spChg>
        <pc:spChg chg="add mod">
          <ac:chgData name="Carmen" userId="854005f4-386e-4134-9c36-452f82ab7859" providerId="ADAL" clId="{65C4FA17-9E97-4E94-AC77-D73196C68E2A}" dt="2025-02-13T09:52:49.113" v="3432"/>
          <ac:spMkLst>
            <pc:docMk/>
            <pc:sldMk cId="4221431975" sldId="2147473062"/>
            <ac:spMk id="2077" creationId="{6B281F1F-6576-60B4-96E5-27F6415AB772}"/>
          </ac:spMkLst>
        </pc:spChg>
        <pc:spChg chg="mod">
          <ac:chgData name="Carmen" userId="854005f4-386e-4134-9c36-452f82ab7859" providerId="ADAL" clId="{65C4FA17-9E97-4E94-AC77-D73196C68E2A}" dt="2025-02-14T09:58:04.680" v="7078" actId="1036"/>
          <ac:spMkLst>
            <pc:docMk/>
            <pc:sldMk cId="4221431975" sldId="2147473062"/>
            <ac:spMk id="2085" creationId="{79840EF9-FF10-9AEE-A5B4-C441A665DC02}"/>
          </ac:spMkLst>
        </pc:spChg>
        <pc:spChg chg="add mod">
          <ac:chgData name="Carmen" userId="854005f4-386e-4134-9c36-452f82ab7859" providerId="ADAL" clId="{65C4FA17-9E97-4E94-AC77-D73196C68E2A}" dt="2025-02-13T09:52:49.113" v="3432"/>
          <ac:spMkLst>
            <pc:docMk/>
            <pc:sldMk cId="4221431975" sldId="2147473062"/>
            <ac:spMk id="2089" creationId="{A024D080-CF93-3E7E-69FF-04D42F7A817C}"/>
          </ac:spMkLst>
        </pc:spChg>
        <pc:spChg chg="mod">
          <ac:chgData name="Carmen" userId="854005f4-386e-4134-9c36-452f82ab7859" providerId="ADAL" clId="{65C4FA17-9E97-4E94-AC77-D73196C68E2A}" dt="2025-02-14T09:58:04.680" v="7078" actId="1036"/>
          <ac:spMkLst>
            <pc:docMk/>
            <pc:sldMk cId="4221431975" sldId="2147473062"/>
            <ac:spMk id="2090" creationId="{A4A6C14E-D0C6-BD1C-4863-E7A04B4969B2}"/>
          </ac:spMkLst>
        </pc:spChg>
        <pc:spChg chg="mod">
          <ac:chgData name="Carmen" userId="854005f4-386e-4134-9c36-452f82ab7859" providerId="ADAL" clId="{65C4FA17-9E97-4E94-AC77-D73196C68E2A}" dt="2025-02-14T09:58:04.680" v="7078" actId="1036"/>
          <ac:spMkLst>
            <pc:docMk/>
            <pc:sldMk cId="4221431975" sldId="2147473062"/>
            <ac:spMk id="2092" creationId="{92C1A7D9-1053-5270-6D7D-2B6539F43D24}"/>
          </ac:spMkLst>
        </pc:spChg>
        <pc:spChg chg="mod">
          <ac:chgData name="Carmen" userId="854005f4-386e-4134-9c36-452f82ab7859" providerId="ADAL" clId="{65C4FA17-9E97-4E94-AC77-D73196C68E2A}" dt="2025-02-14T09:58:04.680" v="7078" actId="1036"/>
          <ac:spMkLst>
            <pc:docMk/>
            <pc:sldMk cId="4221431975" sldId="2147473062"/>
            <ac:spMk id="2093" creationId="{E183FB10-9668-7537-1199-73CCC7D308D9}"/>
          </ac:spMkLst>
        </pc:spChg>
        <pc:spChg chg="add mod">
          <ac:chgData name="Carmen" userId="854005f4-386e-4134-9c36-452f82ab7859" providerId="ADAL" clId="{65C4FA17-9E97-4E94-AC77-D73196C68E2A}" dt="2025-02-13T09:52:49.113" v="3432"/>
          <ac:spMkLst>
            <pc:docMk/>
            <pc:sldMk cId="4221431975" sldId="2147473062"/>
            <ac:spMk id="2095" creationId="{5B3DE366-5232-F3E5-F190-3A5BAC61697F}"/>
          </ac:spMkLst>
        </pc:spChg>
        <pc:spChg chg="add mod">
          <ac:chgData name="Carmen" userId="854005f4-386e-4134-9c36-452f82ab7859" providerId="ADAL" clId="{65C4FA17-9E97-4E94-AC77-D73196C68E2A}" dt="2025-02-13T09:52:49.113" v="3432"/>
          <ac:spMkLst>
            <pc:docMk/>
            <pc:sldMk cId="4221431975" sldId="2147473062"/>
            <ac:spMk id="2101" creationId="{20310FE8-CBEC-48DD-862A-FF19D2AF2C35}"/>
          </ac:spMkLst>
        </pc:spChg>
        <pc:spChg chg="mod">
          <ac:chgData name="Carmen" userId="854005f4-386e-4134-9c36-452f82ab7859" providerId="ADAL" clId="{65C4FA17-9E97-4E94-AC77-D73196C68E2A}" dt="2025-02-14T09:58:04.680" v="7078" actId="1036"/>
          <ac:spMkLst>
            <pc:docMk/>
            <pc:sldMk cId="4221431975" sldId="2147473062"/>
            <ac:spMk id="2105" creationId="{859D5662-93C4-8691-4DE0-50E1360A3F8D}"/>
          </ac:spMkLst>
        </pc:spChg>
        <pc:spChg chg="add mod">
          <ac:chgData name="Carmen" userId="854005f4-386e-4134-9c36-452f82ab7859" providerId="ADAL" clId="{65C4FA17-9E97-4E94-AC77-D73196C68E2A}" dt="2025-02-13T09:52:49.113" v="3432"/>
          <ac:spMkLst>
            <pc:docMk/>
            <pc:sldMk cId="4221431975" sldId="2147473062"/>
            <ac:spMk id="2107" creationId="{FE9BE949-94E3-BB8E-CD2E-49D5424F15C4}"/>
          </ac:spMkLst>
        </pc:spChg>
        <pc:spChg chg="add mod">
          <ac:chgData name="Carmen" userId="854005f4-386e-4134-9c36-452f82ab7859" providerId="ADAL" clId="{65C4FA17-9E97-4E94-AC77-D73196C68E2A}" dt="2025-02-14T09:58:25.670" v="7099" actId="14100"/>
          <ac:spMkLst>
            <pc:docMk/>
            <pc:sldMk cId="4221431975" sldId="2147473062"/>
            <ac:spMk id="2112" creationId="{61E86C12-3387-E59F-F5E4-742CC223F464}"/>
          </ac:spMkLst>
        </pc:spChg>
        <pc:grpChg chg="del mod">
          <ac:chgData name="Carmen" userId="854005f4-386e-4134-9c36-452f82ab7859" providerId="ADAL" clId="{65C4FA17-9E97-4E94-AC77-D73196C68E2A}" dt="2025-02-13T09:52:33.023" v="3431" actId="478"/>
          <ac:grpSpMkLst>
            <pc:docMk/>
            <pc:sldMk cId="4221431975" sldId="2147473062"/>
            <ac:grpSpMk id="85" creationId="{AE62E4E4-F165-7084-D23B-8EF29393F346}"/>
          </ac:grpSpMkLst>
        </pc:grpChg>
        <pc:grpChg chg="mod">
          <ac:chgData name="Carmen" userId="854005f4-386e-4134-9c36-452f82ab7859" providerId="ADAL" clId="{65C4FA17-9E97-4E94-AC77-D73196C68E2A}" dt="2025-02-14T09:58:20.874" v="7098" actId="1038"/>
          <ac:grpSpMkLst>
            <pc:docMk/>
            <pc:sldMk cId="4221431975" sldId="2147473062"/>
            <ac:grpSpMk id="119" creationId="{AE62E4E4-F165-7084-D23B-8EF29393F346}"/>
          </ac:grpSpMkLst>
        </pc:grpChg>
        <pc:grpChg chg="mod">
          <ac:chgData name="Carmen" userId="854005f4-386e-4134-9c36-452f82ab7859" providerId="ADAL" clId="{65C4FA17-9E97-4E94-AC77-D73196C68E2A}" dt="2025-02-14T09:58:20.874" v="7098" actId="1038"/>
          <ac:grpSpMkLst>
            <pc:docMk/>
            <pc:sldMk cId="4221431975" sldId="2147473062"/>
            <ac:grpSpMk id="121" creationId="{6ECFF9DC-DE94-86D7-7077-96F426BE951A}"/>
          </ac:grpSpMkLst>
        </pc:grpChg>
        <pc:grpChg chg="mod">
          <ac:chgData name="Carmen" userId="854005f4-386e-4134-9c36-452f82ab7859" providerId="ADAL" clId="{65C4FA17-9E97-4E94-AC77-D73196C68E2A}" dt="2025-02-14T09:58:20.874" v="7098" actId="1038"/>
          <ac:grpSpMkLst>
            <pc:docMk/>
            <pc:sldMk cId="4221431975" sldId="2147473062"/>
            <ac:grpSpMk id="122" creationId="{5371532B-4787-CDBB-8190-5F89E13E8952}"/>
          </ac:grpSpMkLst>
        </pc:grpChg>
        <pc:grpChg chg="mod">
          <ac:chgData name="Carmen" userId="854005f4-386e-4134-9c36-452f82ab7859" providerId="ADAL" clId="{65C4FA17-9E97-4E94-AC77-D73196C68E2A}" dt="2025-02-14T09:58:20.874" v="7098" actId="1038"/>
          <ac:grpSpMkLst>
            <pc:docMk/>
            <pc:sldMk cId="4221431975" sldId="2147473062"/>
            <ac:grpSpMk id="125" creationId="{99082A57-5CAC-23AA-75F4-7283FCB84C90}"/>
          </ac:grpSpMkLst>
        </pc:grpChg>
        <pc:graphicFrameChg chg="add mod modGraphic">
          <ac:chgData name="Carmen" userId="854005f4-386e-4134-9c36-452f82ab7859" providerId="ADAL" clId="{65C4FA17-9E97-4E94-AC77-D73196C68E2A}" dt="2025-02-13T09:48:44.400" v="3364" actId="14100"/>
          <ac:graphicFrameMkLst>
            <pc:docMk/>
            <pc:sldMk cId="4221431975" sldId="2147473062"/>
            <ac:graphicFrameMk id="22" creationId="{3533AC9C-3B44-6794-ED51-E91CCEF60C40}"/>
          </ac:graphicFrameMkLst>
        </pc:graphicFrameChg>
        <pc:picChg chg="add mod">
          <ac:chgData name="Carmen" userId="854005f4-386e-4134-9c36-452f82ab7859" providerId="ADAL" clId="{65C4FA17-9E97-4E94-AC77-D73196C68E2A}" dt="2025-02-13T09:52:06.937" v="3426" actId="1076"/>
          <ac:picMkLst>
            <pc:docMk/>
            <pc:sldMk cId="4221431975" sldId="2147473062"/>
            <ac:picMk id="2050" creationId="{FD53D06C-F250-5245-714A-2D35BD1337A3}"/>
          </ac:picMkLst>
        </pc:picChg>
      </pc:sldChg>
      <pc:sldChg chg="addSp delSp modSp add mod">
        <pc:chgData name="Carmen" userId="854005f4-386e-4134-9c36-452f82ab7859" providerId="ADAL" clId="{65C4FA17-9E97-4E94-AC77-D73196C68E2A}" dt="2025-02-14T10:57:06.821" v="7424" actId="404"/>
        <pc:sldMkLst>
          <pc:docMk/>
          <pc:sldMk cId="3185746404" sldId="2147473063"/>
        </pc:sldMkLst>
        <pc:spChg chg="add mod">
          <ac:chgData name="Carmen" userId="854005f4-386e-4134-9c36-452f82ab7859" providerId="ADAL" clId="{65C4FA17-9E97-4E94-AC77-D73196C68E2A}" dt="2025-02-13T09:57:09.825" v="3517" actId="14100"/>
          <ac:spMkLst>
            <pc:docMk/>
            <pc:sldMk cId="3185746404" sldId="2147473063"/>
            <ac:spMk id="3" creationId="{A8BBB71E-D867-5AA8-9914-360E87D4591D}"/>
          </ac:spMkLst>
        </pc:spChg>
        <pc:spChg chg="add mod">
          <ac:chgData name="Carmen" userId="854005f4-386e-4134-9c36-452f82ab7859" providerId="ADAL" clId="{65C4FA17-9E97-4E94-AC77-D73196C68E2A}" dt="2025-02-13T10:01:20.328" v="3625" actId="20577"/>
          <ac:spMkLst>
            <pc:docMk/>
            <pc:sldMk cId="3185746404" sldId="2147473063"/>
            <ac:spMk id="7" creationId="{2FE640C5-779B-105B-D969-292FD130883C}"/>
          </ac:spMkLst>
        </pc:spChg>
        <pc:spChg chg="mod">
          <ac:chgData name="Carmen" userId="854005f4-386e-4134-9c36-452f82ab7859" providerId="ADAL" clId="{65C4FA17-9E97-4E94-AC77-D73196C68E2A}" dt="2025-02-13T09:56:47.737" v="3512" actId="207"/>
          <ac:spMkLst>
            <pc:docMk/>
            <pc:sldMk cId="3185746404" sldId="2147473063"/>
            <ac:spMk id="8" creationId="{AF1C3915-9395-D36B-E21C-8DDD57DBD217}"/>
          </ac:spMkLst>
        </pc:spChg>
        <pc:spChg chg="add mod">
          <ac:chgData name="Carmen" userId="854005f4-386e-4134-9c36-452f82ab7859" providerId="ADAL" clId="{65C4FA17-9E97-4E94-AC77-D73196C68E2A}" dt="2025-02-13T10:21:35.808" v="3657" actId="14100"/>
          <ac:spMkLst>
            <pc:docMk/>
            <pc:sldMk cId="3185746404" sldId="2147473063"/>
            <ac:spMk id="10" creationId="{5254AA8B-55DC-66CC-44D0-CD33652C634C}"/>
          </ac:spMkLst>
        </pc:spChg>
        <pc:spChg chg="add mod">
          <ac:chgData name="Carmen" userId="854005f4-386e-4134-9c36-452f82ab7859" providerId="ADAL" clId="{65C4FA17-9E97-4E94-AC77-D73196C68E2A}" dt="2025-02-13T10:20:11.097" v="3650" actId="1076"/>
          <ac:spMkLst>
            <pc:docMk/>
            <pc:sldMk cId="3185746404" sldId="2147473063"/>
            <ac:spMk id="11" creationId="{6B5746F3-A811-98A1-EC9E-D95F50DB32AE}"/>
          </ac:spMkLst>
        </pc:spChg>
        <pc:spChg chg="add mod">
          <ac:chgData name="Carmen" userId="854005f4-386e-4134-9c36-452f82ab7859" providerId="ADAL" clId="{65C4FA17-9E97-4E94-AC77-D73196C68E2A}" dt="2025-02-13T10:20:11.097" v="3650" actId="1076"/>
          <ac:spMkLst>
            <pc:docMk/>
            <pc:sldMk cId="3185746404" sldId="2147473063"/>
            <ac:spMk id="12" creationId="{FFD21E56-192B-4E1E-86AB-6AB1ED3AEC6B}"/>
          </ac:spMkLst>
        </pc:spChg>
        <pc:spChg chg="add mod">
          <ac:chgData name="Carmen" userId="854005f4-386e-4134-9c36-452f82ab7859" providerId="ADAL" clId="{65C4FA17-9E97-4E94-AC77-D73196C68E2A}" dt="2025-02-13T10:20:11.097" v="3650" actId="1076"/>
          <ac:spMkLst>
            <pc:docMk/>
            <pc:sldMk cId="3185746404" sldId="2147473063"/>
            <ac:spMk id="13" creationId="{BBECF050-E4F9-7B19-87B4-CC4F040E634F}"/>
          </ac:spMkLst>
        </pc:spChg>
        <pc:spChg chg="add mod">
          <ac:chgData name="Carmen" userId="854005f4-386e-4134-9c36-452f82ab7859" providerId="ADAL" clId="{65C4FA17-9E97-4E94-AC77-D73196C68E2A}" dt="2025-02-13T10:20:00.933" v="3648" actId="14100"/>
          <ac:spMkLst>
            <pc:docMk/>
            <pc:sldMk cId="3185746404" sldId="2147473063"/>
            <ac:spMk id="15" creationId="{93AFBC43-3DC2-D6F9-4A9F-9BE2FD854F06}"/>
          </ac:spMkLst>
        </pc:spChg>
        <pc:spChg chg="add mod">
          <ac:chgData name="Carmen" userId="854005f4-386e-4134-9c36-452f82ab7859" providerId="ADAL" clId="{65C4FA17-9E97-4E94-AC77-D73196C68E2A}" dt="2025-02-13T10:26:20.538" v="3705" actId="20577"/>
          <ac:spMkLst>
            <pc:docMk/>
            <pc:sldMk cId="3185746404" sldId="2147473063"/>
            <ac:spMk id="18" creationId="{53B503FC-B837-A9BE-5ADB-FC4C641F8190}"/>
          </ac:spMkLst>
        </pc:spChg>
        <pc:spChg chg="add mod">
          <ac:chgData name="Carmen" userId="854005f4-386e-4134-9c36-452f82ab7859" providerId="ADAL" clId="{65C4FA17-9E97-4E94-AC77-D73196C68E2A}" dt="2025-02-13T10:26:30.645" v="3707" actId="1076"/>
          <ac:spMkLst>
            <pc:docMk/>
            <pc:sldMk cId="3185746404" sldId="2147473063"/>
            <ac:spMk id="19" creationId="{36051058-09A0-8F39-2D84-168C844C7C8F}"/>
          </ac:spMkLst>
        </pc:spChg>
        <pc:spChg chg="add mod">
          <ac:chgData name="Carmen" userId="854005f4-386e-4134-9c36-452f82ab7859" providerId="ADAL" clId="{65C4FA17-9E97-4E94-AC77-D73196C68E2A}" dt="2025-02-13T10:26:30.645" v="3707" actId="1076"/>
          <ac:spMkLst>
            <pc:docMk/>
            <pc:sldMk cId="3185746404" sldId="2147473063"/>
            <ac:spMk id="23" creationId="{F033999A-3980-0D6C-FE14-B087DB149D25}"/>
          </ac:spMkLst>
        </pc:spChg>
        <pc:spChg chg="add mod">
          <ac:chgData name="Carmen" userId="854005f4-386e-4134-9c36-452f82ab7859" providerId="ADAL" clId="{65C4FA17-9E97-4E94-AC77-D73196C68E2A}" dt="2025-02-13T10:26:30.645" v="3707" actId="1076"/>
          <ac:spMkLst>
            <pc:docMk/>
            <pc:sldMk cId="3185746404" sldId="2147473063"/>
            <ac:spMk id="24" creationId="{5F1CB9DE-4593-3230-A250-BB528853B466}"/>
          </ac:spMkLst>
        </pc:spChg>
        <pc:spChg chg="add mod">
          <ac:chgData name="Carmen" userId="854005f4-386e-4134-9c36-452f82ab7859" providerId="ADAL" clId="{65C4FA17-9E97-4E94-AC77-D73196C68E2A}" dt="2025-02-13T10:26:30.645" v="3707" actId="1076"/>
          <ac:spMkLst>
            <pc:docMk/>
            <pc:sldMk cId="3185746404" sldId="2147473063"/>
            <ac:spMk id="25" creationId="{1E25F26A-65A2-2986-E918-5B9F79E71D15}"/>
          </ac:spMkLst>
        </pc:spChg>
        <pc:spChg chg="add mod">
          <ac:chgData name="Carmen" userId="854005f4-386e-4134-9c36-452f82ab7859" providerId="ADAL" clId="{65C4FA17-9E97-4E94-AC77-D73196C68E2A}" dt="2025-02-13T10:26:30.645" v="3707" actId="1076"/>
          <ac:spMkLst>
            <pc:docMk/>
            <pc:sldMk cId="3185746404" sldId="2147473063"/>
            <ac:spMk id="27" creationId="{2026F96E-FF7D-479C-7A99-2939E9F53F0F}"/>
          </ac:spMkLst>
        </pc:spChg>
        <pc:spChg chg="add mod">
          <ac:chgData name="Carmen" userId="854005f4-386e-4134-9c36-452f82ab7859" providerId="ADAL" clId="{65C4FA17-9E97-4E94-AC77-D73196C68E2A}" dt="2025-02-13T10:26:24.855" v="3706" actId="1076"/>
          <ac:spMkLst>
            <pc:docMk/>
            <pc:sldMk cId="3185746404" sldId="2147473063"/>
            <ac:spMk id="29" creationId="{92238F6C-B638-7CB1-7449-5556FBACA86A}"/>
          </ac:spMkLst>
        </pc:spChg>
        <pc:spChg chg="mod">
          <ac:chgData name="Carmen" userId="854005f4-386e-4134-9c36-452f82ab7859" providerId="ADAL" clId="{65C4FA17-9E97-4E94-AC77-D73196C68E2A}" dt="2025-02-14T10:57:06.821" v="7424" actId="404"/>
          <ac:spMkLst>
            <pc:docMk/>
            <pc:sldMk cId="3185746404" sldId="2147473063"/>
            <ac:spMk id="49" creationId="{D43E8C42-2D51-3D35-5794-4AB5F46F257F}"/>
          </ac:spMkLst>
        </pc:spChg>
        <pc:spChg chg="del">
          <ac:chgData name="Carmen" userId="854005f4-386e-4134-9c36-452f82ab7859" providerId="ADAL" clId="{65C4FA17-9E97-4E94-AC77-D73196C68E2A}" dt="2025-02-13T09:55:13.829" v="3456" actId="478"/>
          <ac:spMkLst>
            <pc:docMk/>
            <pc:sldMk cId="3185746404" sldId="2147473063"/>
            <ac:spMk id="60" creationId="{31894619-7B44-EC67-FFCA-C299167EB169}"/>
          </ac:spMkLst>
        </pc:spChg>
        <pc:spChg chg="del">
          <ac:chgData name="Carmen" userId="854005f4-386e-4134-9c36-452f82ab7859" providerId="ADAL" clId="{65C4FA17-9E97-4E94-AC77-D73196C68E2A}" dt="2025-02-13T09:55:13.829" v="3456" actId="478"/>
          <ac:spMkLst>
            <pc:docMk/>
            <pc:sldMk cId="3185746404" sldId="2147473063"/>
            <ac:spMk id="61" creationId="{BD58CFCC-2889-F1B8-7CAF-F580085025C8}"/>
          </ac:spMkLst>
        </pc:spChg>
        <pc:spChg chg="del">
          <ac:chgData name="Carmen" userId="854005f4-386e-4134-9c36-452f82ab7859" providerId="ADAL" clId="{65C4FA17-9E97-4E94-AC77-D73196C68E2A}" dt="2025-02-13T09:55:13.829" v="3456" actId="478"/>
          <ac:spMkLst>
            <pc:docMk/>
            <pc:sldMk cId="3185746404" sldId="2147473063"/>
            <ac:spMk id="62" creationId="{6BF94B1B-955B-0739-4D23-154066711689}"/>
          </ac:spMkLst>
        </pc:spChg>
        <pc:spChg chg="del">
          <ac:chgData name="Carmen" userId="854005f4-386e-4134-9c36-452f82ab7859" providerId="ADAL" clId="{65C4FA17-9E97-4E94-AC77-D73196C68E2A}" dt="2025-02-13T09:55:13.829" v="3456" actId="478"/>
          <ac:spMkLst>
            <pc:docMk/>
            <pc:sldMk cId="3185746404" sldId="2147473063"/>
            <ac:spMk id="65" creationId="{881A440F-8085-A55F-83B9-865704B7450D}"/>
          </ac:spMkLst>
        </pc:spChg>
        <pc:spChg chg="del">
          <ac:chgData name="Carmen" userId="854005f4-386e-4134-9c36-452f82ab7859" providerId="ADAL" clId="{65C4FA17-9E97-4E94-AC77-D73196C68E2A}" dt="2025-02-13T09:55:15.385" v="3457" actId="478"/>
          <ac:spMkLst>
            <pc:docMk/>
            <pc:sldMk cId="3185746404" sldId="2147473063"/>
            <ac:spMk id="68" creationId="{23561D2B-B86B-0067-03AF-8D8933804B07}"/>
          </ac:spMkLst>
        </pc:spChg>
        <pc:spChg chg="del">
          <ac:chgData name="Carmen" userId="854005f4-386e-4134-9c36-452f82ab7859" providerId="ADAL" clId="{65C4FA17-9E97-4E94-AC77-D73196C68E2A}" dt="2025-02-13T09:55:13.829" v="3456" actId="478"/>
          <ac:spMkLst>
            <pc:docMk/>
            <pc:sldMk cId="3185746404" sldId="2147473063"/>
            <ac:spMk id="71" creationId="{73D1B12E-0AEA-4517-9142-64E728A8D444}"/>
          </ac:spMkLst>
        </pc:spChg>
        <pc:spChg chg="del">
          <ac:chgData name="Carmen" userId="854005f4-386e-4134-9c36-452f82ab7859" providerId="ADAL" clId="{65C4FA17-9E97-4E94-AC77-D73196C68E2A}" dt="2025-02-13T09:55:13.829" v="3456" actId="478"/>
          <ac:spMkLst>
            <pc:docMk/>
            <pc:sldMk cId="3185746404" sldId="2147473063"/>
            <ac:spMk id="118" creationId="{ABC1D887-1B9E-0FC3-8D96-F77112902CB9}"/>
          </ac:spMkLst>
        </pc:spChg>
        <pc:spChg chg="del">
          <ac:chgData name="Carmen" userId="854005f4-386e-4134-9c36-452f82ab7859" providerId="ADAL" clId="{65C4FA17-9E97-4E94-AC77-D73196C68E2A}" dt="2025-02-13T09:55:13.829" v="3456" actId="478"/>
          <ac:spMkLst>
            <pc:docMk/>
            <pc:sldMk cId="3185746404" sldId="2147473063"/>
            <ac:spMk id="120" creationId="{938157B3-E6CB-C9AE-D265-12E686A619BB}"/>
          </ac:spMkLst>
        </pc:spChg>
        <pc:spChg chg="del">
          <ac:chgData name="Carmen" userId="854005f4-386e-4134-9c36-452f82ab7859" providerId="ADAL" clId="{65C4FA17-9E97-4E94-AC77-D73196C68E2A}" dt="2025-02-13T09:55:13.829" v="3456" actId="478"/>
          <ac:spMkLst>
            <pc:docMk/>
            <pc:sldMk cId="3185746404" sldId="2147473063"/>
            <ac:spMk id="123" creationId="{4C1F330C-665C-34FC-4FBC-03F7530A3E6B}"/>
          </ac:spMkLst>
        </pc:spChg>
        <pc:spChg chg="del">
          <ac:chgData name="Carmen" userId="854005f4-386e-4134-9c36-452f82ab7859" providerId="ADAL" clId="{65C4FA17-9E97-4E94-AC77-D73196C68E2A}" dt="2025-02-13T09:55:13.829" v="3456" actId="478"/>
          <ac:spMkLst>
            <pc:docMk/>
            <pc:sldMk cId="3185746404" sldId="2147473063"/>
            <ac:spMk id="126" creationId="{99B94632-5696-21A1-2C1F-350CCD59F532}"/>
          </ac:spMkLst>
        </pc:spChg>
        <pc:spChg chg="del">
          <ac:chgData name="Carmen" userId="854005f4-386e-4134-9c36-452f82ab7859" providerId="ADAL" clId="{65C4FA17-9E97-4E94-AC77-D73196C68E2A}" dt="2025-02-13T09:55:13.829" v="3456" actId="478"/>
          <ac:spMkLst>
            <pc:docMk/>
            <pc:sldMk cId="3185746404" sldId="2147473063"/>
            <ac:spMk id="2112" creationId="{6DE19D10-C1E6-8645-CD89-5924A4EEEC50}"/>
          </ac:spMkLst>
        </pc:spChg>
        <pc:graphicFrameChg chg="add mod modGraphic">
          <ac:chgData name="Carmen" userId="854005f4-386e-4134-9c36-452f82ab7859" providerId="ADAL" clId="{65C4FA17-9E97-4E94-AC77-D73196C68E2A}" dt="2025-02-13T10:20:11.097" v="3650" actId="1076"/>
          <ac:graphicFrameMkLst>
            <pc:docMk/>
            <pc:sldMk cId="3185746404" sldId="2147473063"/>
            <ac:graphicFrameMk id="6" creationId="{BABABBE4-415A-4E35-5F25-FBA3D7E46D91}"/>
          </ac:graphicFrameMkLst>
        </pc:graphicFrameChg>
        <pc:graphicFrameChg chg="add mod modGraphic">
          <ac:chgData name="Carmen" userId="854005f4-386e-4134-9c36-452f82ab7859" providerId="ADAL" clId="{65C4FA17-9E97-4E94-AC77-D73196C68E2A}" dt="2025-02-13T10:26:30.645" v="3707" actId="1076"/>
          <ac:graphicFrameMkLst>
            <pc:docMk/>
            <pc:sldMk cId="3185746404" sldId="2147473063"/>
            <ac:graphicFrameMk id="16" creationId="{F8C11B89-BB02-8780-4D2B-58088CE5567C}"/>
          </ac:graphicFrameMkLst>
        </pc:graphicFrameChg>
        <pc:cxnChg chg="add mod">
          <ac:chgData name="Carmen" userId="854005f4-386e-4134-9c36-452f82ab7859" providerId="ADAL" clId="{65C4FA17-9E97-4E94-AC77-D73196C68E2A}" dt="2025-02-13T09:57:17.109" v="3519" actId="14100"/>
          <ac:cxnSpMkLst>
            <pc:docMk/>
            <pc:sldMk cId="3185746404" sldId="2147473063"/>
            <ac:cxnSpMk id="2" creationId="{DDBCD70B-ECF4-39B4-494D-58A8ABF8C346}"/>
          </ac:cxnSpMkLst>
        </pc:cxnChg>
      </pc:sldChg>
      <pc:sldChg chg="addSp delSp modSp add mod">
        <pc:chgData name="Carmen" userId="854005f4-386e-4134-9c36-452f82ab7859" providerId="ADAL" clId="{65C4FA17-9E97-4E94-AC77-D73196C68E2A}" dt="2025-02-14T10:57:03.849" v="7423" actId="404"/>
        <pc:sldMkLst>
          <pc:docMk/>
          <pc:sldMk cId="1477247347" sldId="2147473064"/>
        </pc:sldMkLst>
        <pc:spChg chg="mod">
          <ac:chgData name="Carmen" userId="854005f4-386e-4134-9c36-452f82ab7859" providerId="ADAL" clId="{65C4FA17-9E97-4E94-AC77-D73196C68E2A}" dt="2025-02-13T10:27:28.191" v="3718" actId="207"/>
          <ac:spMkLst>
            <pc:docMk/>
            <pc:sldMk cId="1477247347" sldId="2147473064"/>
            <ac:spMk id="3" creationId="{2DB4FE8F-20F4-FD6D-46E6-31E46EA8DB8A}"/>
          </ac:spMkLst>
        </pc:spChg>
        <pc:spChg chg="add mod">
          <ac:chgData name="Carmen" userId="854005f4-386e-4134-9c36-452f82ab7859" providerId="ADAL" clId="{65C4FA17-9E97-4E94-AC77-D73196C68E2A}" dt="2025-02-13T10:29:53.395" v="3738" actId="20577"/>
          <ac:spMkLst>
            <pc:docMk/>
            <pc:sldMk cId="1477247347" sldId="2147473064"/>
            <ac:spMk id="5" creationId="{8F8C5B1F-2DD1-A21A-C43D-E25C6CB94900}"/>
          </ac:spMkLst>
        </pc:spChg>
        <pc:spChg chg="mod">
          <ac:chgData name="Carmen" userId="854005f4-386e-4134-9c36-452f82ab7859" providerId="ADAL" clId="{65C4FA17-9E97-4E94-AC77-D73196C68E2A}" dt="2025-02-13T10:28:28.261" v="3722" actId="20577"/>
          <ac:spMkLst>
            <pc:docMk/>
            <pc:sldMk cId="1477247347" sldId="2147473064"/>
            <ac:spMk id="7" creationId="{7E739003-2697-6BFC-C35F-34CC0EDB7111}"/>
          </ac:spMkLst>
        </pc:spChg>
        <pc:spChg chg="mod">
          <ac:chgData name="Carmen" userId="854005f4-386e-4134-9c36-452f82ab7859" providerId="ADAL" clId="{65C4FA17-9E97-4E94-AC77-D73196C68E2A}" dt="2025-02-13T10:27:14.482" v="3713" actId="207"/>
          <ac:spMkLst>
            <pc:docMk/>
            <pc:sldMk cId="1477247347" sldId="2147473064"/>
            <ac:spMk id="8" creationId="{C6FF57B4-308E-72CA-397C-D2432E80C423}"/>
          </ac:spMkLst>
        </pc:spChg>
        <pc:spChg chg="add mod">
          <ac:chgData name="Carmen" userId="854005f4-386e-4134-9c36-452f82ab7859" providerId="ADAL" clId="{65C4FA17-9E97-4E94-AC77-D73196C68E2A}" dt="2025-02-13T10:36:26.558" v="4271" actId="20577"/>
          <ac:spMkLst>
            <pc:docMk/>
            <pc:sldMk cId="1477247347" sldId="2147473064"/>
            <ac:spMk id="9" creationId="{FB4C03FA-7356-44D6-F424-5D156E2C1AB5}"/>
          </ac:spMkLst>
        </pc:spChg>
        <pc:spChg chg="mod">
          <ac:chgData name="Carmen" userId="854005f4-386e-4134-9c36-452f82ab7859" providerId="ADAL" clId="{65C4FA17-9E97-4E94-AC77-D73196C68E2A}" dt="2025-02-13T10:29:47.273" v="3734" actId="1076"/>
          <ac:spMkLst>
            <pc:docMk/>
            <pc:sldMk cId="1477247347" sldId="2147473064"/>
            <ac:spMk id="10" creationId="{4F8E8854-DA03-179A-3110-F0F659137D45}"/>
          </ac:spMkLst>
        </pc:spChg>
        <pc:spChg chg="mod">
          <ac:chgData name="Carmen" userId="854005f4-386e-4134-9c36-452f82ab7859" providerId="ADAL" clId="{65C4FA17-9E97-4E94-AC77-D73196C68E2A}" dt="2025-02-13T10:29:37.813" v="3732" actId="1076"/>
          <ac:spMkLst>
            <pc:docMk/>
            <pc:sldMk cId="1477247347" sldId="2147473064"/>
            <ac:spMk id="11" creationId="{FE7AFE79-4752-5A74-C00D-30256EF84CDA}"/>
          </ac:spMkLst>
        </pc:spChg>
        <pc:spChg chg="mod">
          <ac:chgData name="Carmen" userId="854005f4-386e-4134-9c36-452f82ab7859" providerId="ADAL" clId="{65C4FA17-9E97-4E94-AC77-D73196C68E2A}" dt="2025-02-13T10:29:37.813" v="3732" actId="1076"/>
          <ac:spMkLst>
            <pc:docMk/>
            <pc:sldMk cId="1477247347" sldId="2147473064"/>
            <ac:spMk id="12" creationId="{2CA34E92-C881-E07A-C62D-3163A834D97E}"/>
          </ac:spMkLst>
        </pc:spChg>
        <pc:spChg chg="mod">
          <ac:chgData name="Carmen" userId="854005f4-386e-4134-9c36-452f82ab7859" providerId="ADAL" clId="{65C4FA17-9E97-4E94-AC77-D73196C68E2A}" dt="2025-02-13T10:29:37.813" v="3732" actId="1076"/>
          <ac:spMkLst>
            <pc:docMk/>
            <pc:sldMk cId="1477247347" sldId="2147473064"/>
            <ac:spMk id="13" creationId="{3A57C9A1-E41C-EAE4-B2CF-15EF1C7F9DFB}"/>
          </ac:spMkLst>
        </pc:spChg>
        <pc:spChg chg="add mod">
          <ac:chgData name="Carmen" userId="854005f4-386e-4134-9c36-452f82ab7859" providerId="ADAL" clId="{65C4FA17-9E97-4E94-AC77-D73196C68E2A}" dt="2025-02-13T10:36:28.362" v="4273" actId="20577"/>
          <ac:spMkLst>
            <pc:docMk/>
            <pc:sldMk cId="1477247347" sldId="2147473064"/>
            <ac:spMk id="14" creationId="{F5620769-E844-E94F-86DE-EC7F0F99F3FF}"/>
          </ac:spMkLst>
        </pc:spChg>
        <pc:spChg chg="mod">
          <ac:chgData name="Carmen" userId="854005f4-386e-4134-9c36-452f82ab7859" providerId="ADAL" clId="{65C4FA17-9E97-4E94-AC77-D73196C68E2A}" dt="2025-02-14T09:58:44.074" v="7102" actId="123"/>
          <ac:spMkLst>
            <pc:docMk/>
            <pc:sldMk cId="1477247347" sldId="2147473064"/>
            <ac:spMk id="15" creationId="{69B8B9B0-DC32-0693-0E5A-0B657E842A4A}"/>
          </ac:spMkLst>
        </pc:spChg>
        <pc:spChg chg="mod">
          <ac:chgData name="Carmen" userId="854005f4-386e-4134-9c36-452f82ab7859" providerId="ADAL" clId="{65C4FA17-9E97-4E94-AC77-D73196C68E2A}" dt="2025-02-13T10:31:46.128" v="3748" actId="20577"/>
          <ac:spMkLst>
            <pc:docMk/>
            <pc:sldMk cId="1477247347" sldId="2147473064"/>
            <ac:spMk id="18" creationId="{43AA9C1B-80AB-0E44-F146-972E1285061B}"/>
          </ac:spMkLst>
        </pc:spChg>
        <pc:spChg chg="add mod">
          <ac:chgData name="Carmen" userId="854005f4-386e-4134-9c36-452f82ab7859" providerId="ADAL" clId="{65C4FA17-9E97-4E94-AC77-D73196C68E2A}" dt="2025-02-13T10:37:18.676" v="4284" actId="14100"/>
          <ac:spMkLst>
            <pc:docMk/>
            <pc:sldMk cId="1477247347" sldId="2147473064"/>
            <ac:spMk id="20" creationId="{31221405-A1D0-9E27-F365-7F210B16C174}"/>
          </ac:spMkLst>
        </pc:spChg>
        <pc:spChg chg="del">
          <ac:chgData name="Carmen" userId="854005f4-386e-4134-9c36-452f82ab7859" providerId="ADAL" clId="{65C4FA17-9E97-4E94-AC77-D73196C68E2A}" dt="2025-02-13T10:31:53.170" v="3749" actId="478"/>
          <ac:spMkLst>
            <pc:docMk/>
            <pc:sldMk cId="1477247347" sldId="2147473064"/>
            <ac:spMk id="27" creationId="{1D1973F0-749A-3147-F735-C2A0A11C9945}"/>
          </ac:spMkLst>
        </pc:spChg>
        <pc:spChg chg="mod">
          <ac:chgData name="Carmen" userId="854005f4-386e-4134-9c36-452f82ab7859" providerId="ADAL" clId="{65C4FA17-9E97-4E94-AC77-D73196C68E2A}" dt="2025-02-13T17:12:16.752" v="7019" actId="20577"/>
          <ac:spMkLst>
            <pc:docMk/>
            <pc:sldMk cId="1477247347" sldId="2147473064"/>
            <ac:spMk id="29" creationId="{D5F7BFDF-CFED-6300-FDCF-A507CADB1076}"/>
          </ac:spMkLst>
        </pc:spChg>
        <pc:spChg chg="mod">
          <ac:chgData name="Carmen" userId="854005f4-386e-4134-9c36-452f82ab7859" providerId="ADAL" clId="{65C4FA17-9E97-4E94-AC77-D73196C68E2A}" dt="2025-02-14T10:57:03.849" v="7423" actId="404"/>
          <ac:spMkLst>
            <pc:docMk/>
            <pc:sldMk cId="1477247347" sldId="2147473064"/>
            <ac:spMk id="49" creationId="{BC0D6E86-1668-6C53-6A2F-8ECEF9591408}"/>
          </ac:spMkLst>
        </pc:spChg>
        <pc:graphicFrameChg chg="mod modGraphic">
          <ac:chgData name="Carmen" userId="854005f4-386e-4134-9c36-452f82ab7859" providerId="ADAL" clId="{65C4FA17-9E97-4E94-AC77-D73196C68E2A}" dt="2025-02-13T10:30:01.112" v="3739"/>
          <ac:graphicFrameMkLst>
            <pc:docMk/>
            <pc:sldMk cId="1477247347" sldId="2147473064"/>
            <ac:graphicFrameMk id="6" creationId="{9261A262-1973-A378-0AE3-CBEDD793C944}"/>
          </ac:graphicFrameMkLst>
        </pc:graphicFrameChg>
        <pc:graphicFrameChg chg="mod modGraphic">
          <ac:chgData name="Carmen" userId="854005f4-386e-4134-9c36-452f82ab7859" providerId="ADAL" clId="{65C4FA17-9E97-4E94-AC77-D73196C68E2A}" dt="2025-02-13T10:36:10.300" v="4265" actId="790"/>
          <ac:graphicFrameMkLst>
            <pc:docMk/>
            <pc:sldMk cId="1477247347" sldId="2147473064"/>
            <ac:graphicFrameMk id="16" creationId="{3ADD9F4E-DB78-AFD8-908E-BBBBB637C576}"/>
          </ac:graphicFrameMkLst>
        </pc:graphicFrameChg>
      </pc:sldChg>
      <pc:sldChg chg="addSp delSp modSp add mod">
        <pc:chgData name="Carmen" userId="854005f4-386e-4134-9c36-452f82ab7859" providerId="ADAL" clId="{65C4FA17-9E97-4E94-AC77-D73196C68E2A}" dt="2025-02-14T09:59:41.940" v="7111" actId="14100"/>
        <pc:sldMkLst>
          <pc:docMk/>
          <pc:sldMk cId="1982855001" sldId="2147473065"/>
        </pc:sldMkLst>
        <pc:spChg chg="del">
          <ac:chgData name="Carmen" userId="854005f4-386e-4134-9c36-452f82ab7859" providerId="ADAL" clId="{65C4FA17-9E97-4E94-AC77-D73196C68E2A}" dt="2025-02-13T10:38:01.003" v="4321" actId="478"/>
          <ac:spMkLst>
            <pc:docMk/>
            <pc:sldMk cId="1982855001" sldId="2147473065"/>
            <ac:spMk id="3" creationId="{CF6BE1BC-ACB8-9731-95B1-1CB0A3B485AD}"/>
          </ac:spMkLst>
        </pc:spChg>
        <pc:spChg chg="del">
          <ac:chgData name="Carmen" userId="854005f4-386e-4134-9c36-452f82ab7859" providerId="ADAL" clId="{65C4FA17-9E97-4E94-AC77-D73196C68E2A}" dt="2025-02-13T10:37:38.417" v="4286" actId="478"/>
          <ac:spMkLst>
            <pc:docMk/>
            <pc:sldMk cId="1982855001" sldId="2147473065"/>
            <ac:spMk id="5" creationId="{F63B50D1-C924-9684-8159-915C83E2BB61}"/>
          </ac:spMkLst>
        </pc:spChg>
        <pc:spChg chg="mod">
          <ac:chgData name="Carmen" userId="854005f4-386e-4134-9c36-452f82ab7859" providerId="ADAL" clId="{65C4FA17-9E97-4E94-AC77-D73196C68E2A}" dt="2025-02-13T10:38:39.255" v="4326" actId="14100"/>
          <ac:spMkLst>
            <pc:docMk/>
            <pc:sldMk cId="1982855001" sldId="2147473065"/>
            <ac:spMk id="8" creationId="{EB217CE1-6A94-280D-A7DE-1010198255E0}"/>
          </ac:spMkLst>
        </pc:spChg>
        <pc:spChg chg="del">
          <ac:chgData name="Carmen" userId="854005f4-386e-4134-9c36-452f82ab7859" providerId="ADAL" clId="{65C4FA17-9E97-4E94-AC77-D73196C68E2A}" dt="2025-02-13T10:37:38.417" v="4286" actId="478"/>
          <ac:spMkLst>
            <pc:docMk/>
            <pc:sldMk cId="1982855001" sldId="2147473065"/>
            <ac:spMk id="10" creationId="{2DDBE905-4CDB-DBB5-E621-B3C35C86A54B}"/>
          </ac:spMkLst>
        </pc:spChg>
        <pc:spChg chg="del">
          <ac:chgData name="Carmen" userId="854005f4-386e-4134-9c36-452f82ab7859" providerId="ADAL" clId="{65C4FA17-9E97-4E94-AC77-D73196C68E2A}" dt="2025-02-13T10:37:38.417" v="4286" actId="478"/>
          <ac:spMkLst>
            <pc:docMk/>
            <pc:sldMk cId="1982855001" sldId="2147473065"/>
            <ac:spMk id="11" creationId="{33F57791-4E4A-9E19-6B8F-3096312512AE}"/>
          </ac:spMkLst>
        </pc:spChg>
        <pc:spChg chg="del">
          <ac:chgData name="Carmen" userId="854005f4-386e-4134-9c36-452f82ab7859" providerId="ADAL" clId="{65C4FA17-9E97-4E94-AC77-D73196C68E2A}" dt="2025-02-13T10:37:38.417" v="4286" actId="478"/>
          <ac:spMkLst>
            <pc:docMk/>
            <pc:sldMk cId="1982855001" sldId="2147473065"/>
            <ac:spMk id="13" creationId="{677F31D9-D0C8-FEF1-41DE-3B586AB4B687}"/>
          </ac:spMkLst>
        </pc:spChg>
        <pc:spChg chg="del">
          <ac:chgData name="Carmen" userId="854005f4-386e-4134-9c36-452f82ab7859" providerId="ADAL" clId="{65C4FA17-9E97-4E94-AC77-D73196C68E2A}" dt="2025-02-13T10:37:38.417" v="4286" actId="478"/>
          <ac:spMkLst>
            <pc:docMk/>
            <pc:sldMk cId="1982855001" sldId="2147473065"/>
            <ac:spMk id="14" creationId="{A52B56DE-E592-7AB3-3655-3F52402F1A73}"/>
          </ac:spMkLst>
        </pc:spChg>
        <pc:spChg chg="add mod">
          <ac:chgData name="Carmen" userId="854005f4-386e-4134-9c36-452f82ab7859" providerId="ADAL" clId="{65C4FA17-9E97-4E94-AC77-D73196C68E2A}" dt="2025-02-13T10:38:52.855" v="4328" actId="14100"/>
          <ac:spMkLst>
            <pc:docMk/>
            <pc:sldMk cId="1982855001" sldId="2147473065"/>
            <ac:spMk id="17" creationId="{F967A35F-21E5-4FBD-AA0F-EAF1800BCBB9}"/>
          </ac:spMkLst>
        </pc:spChg>
        <pc:spChg chg="del">
          <ac:chgData name="Carmen" userId="854005f4-386e-4134-9c36-452f82ab7859" providerId="ADAL" clId="{65C4FA17-9E97-4E94-AC77-D73196C68E2A}" dt="2025-02-13T10:37:38.417" v="4286" actId="478"/>
          <ac:spMkLst>
            <pc:docMk/>
            <pc:sldMk cId="1982855001" sldId="2147473065"/>
            <ac:spMk id="18" creationId="{19F8EF69-ABD1-C6E5-A495-D372DFD44B7E}"/>
          </ac:spMkLst>
        </pc:spChg>
        <pc:spChg chg="del">
          <ac:chgData name="Carmen" userId="854005f4-386e-4134-9c36-452f82ab7859" providerId="ADAL" clId="{65C4FA17-9E97-4E94-AC77-D73196C68E2A}" dt="2025-02-13T10:37:38.417" v="4286" actId="478"/>
          <ac:spMkLst>
            <pc:docMk/>
            <pc:sldMk cId="1982855001" sldId="2147473065"/>
            <ac:spMk id="19" creationId="{60364EA0-41B3-4B17-D909-47FDCE510582}"/>
          </ac:spMkLst>
        </pc:spChg>
        <pc:spChg chg="del">
          <ac:chgData name="Carmen" userId="854005f4-386e-4134-9c36-452f82ab7859" providerId="ADAL" clId="{65C4FA17-9E97-4E94-AC77-D73196C68E2A}" dt="2025-02-13T10:37:39.956" v="4287" actId="478"/>
          <ac:spMkLst>
            <pc:docMk/>
            <pc:sldMk cId="1982855001" sldId="2147473065"/>
            <ac:spMk id="20" creationId="{E3A8690B-F364-B495-9282-F75D61A4FC18}"/>
          </ac:spMkLst>
        </pc:spChg>
        <pc:spChg chg="add mod">
          <ac:chgData name="Carmen" userId="854005f4-386e-4134-9c36-452f82ab7859" providerId="ADAL" clId="{65C4FA17-9E97-4E94-AC77-D73196C68E2A}" dt="2025-02-13T10:42:45.046" v="4446" actId="1076"/>
          <ac:spMkLst>
            <pc:docMk/>
            <pc:sldMk cId="1982855001" sldId="2147473065"/>
            <ac:spMk id="22" creationId="{3314285C-A03C-CFF6-BDC5-90ADDD92E471}"/>
          </ac:spMkLst>
        </pc:spChg>
        <pc:spChg chg="del">
          <ac:chgData name="Carmen" userId="854005f4-386e-4134-9c36-452f82ab7859" providerId="ADAL" clId="{65C4FA17-9E97-4E94-AC77-D73196C68E2A}" dt="2025-02-13T10:37:38.417" v="4286" actId="478"/>
          <ac:spMkLst>
            <pc:docMk/>
            <pc:sldMk cId="1982855001" sldId="2147473065"/>
            <ac:spMk id="24" creationId="{8F1E3D54-0F07-BCB2-80A0-26B1695CB3FB}"/>
          </ac:spMkLst>
        </pc:spChg>
        <pc:spChg chg="del">
          <ac:chgData name="Carmen" userId="854005f4-386e-4134-9c36-452f82ab7859" providerId="ADAL" clId="{65C4FA17-9E97-4E94-AC77-D73196C68E2A}" dt="2025-02-13T10:37:38.417" v="4286" actId="478"/>
          <ac:spMkLst>
            <pc:docMk/>
            <pc:sldMk cId="1982855001" sldId="2147473065"/>
            <ac:spMk id="25" creationId="{58B59661-B806-7B65-CA39-B4F018B775F5}"/>
          </ac:spMkLst>
        </pc:spChg>
        <pc:spChg chg="add mod">
          <ac:chgData name="Carmen" userId="854005f4-386e-4134-9c36-452f82ab7859" providerId="ADAL" clId="{65C4FA17-9E97-4E94-AC77-D73196C68E2A}" dt="2025-02-13T10:42:45.046" v="4446" actId="1076"/>
          <ac:spMkLst>
            <pc:docMk/>
            <pc:sldMk cId="1982855001" sldId="2147473065"/>
            <ac:spMk id="26" creationId="{19B4BBE4-1987-5792-95E0-2B6D5E2DFDFC}"/>
          </ac:spMkLst>
        </pc:spChg>
        <pc:spChg chg="add mod">
          <ac:chgData name="Carmen" userId="854005f4-386e-4134-9c36-452f82ab7859" providerId="ADAL" clId="{65C4FA17-9E97-4E94-AC77-D73196C68E2A}" dt="2025-02-13T10:42:45.046" v="4446" actId="1076"/>
          <ac:spMkLst>
            <pc:docMk/>
            <pc:sldMk cId="1982855001" sldId="2147473065"/>
            <ac:spMk id="27" creationId="{418D53AC-059F-F4A1-9F45-14E431CAFF3A}"/>
          </ac:spMkLst>
        </pc:spChg>
        <pc:spChg chg="add mod">
          <ac:chgData name="Carmen" userId="854005f4-386e-4134-9c36-452f82ab7859" providerId="ADAL" clId="{65C4FA17-9E97-4E94-AC77-D73196C68E2A}" dt="2025-02-13T10:42:45.046" v="4446" actId="1076"/>
          <ac:spMkLst>
            <pc:docMk/>
            <pc:sldMk cId="1982855001" sldId="2147473065"/>
            <ac:spMk id="28" creationId="{B175B197-4EF5-A529-76D7-86EEA781B81B}"/>
          </ac:spMkLst>
        </pc:spChg>
        <pc:spChg chg="del">
          <ac:chgData name="Carmen" userId="854005f4-386e-4134-9c36-452f82ab7859" providerId="ADAL" clId="{65C4FA17-9E97-4E94-AC77-D73196C68E2A}" dt="2025-02-13T10:37:38.417" v="4286" actId="478"/>
          <ac:spMkLst>
            <pc:docMk/>
            <pc:sldMk cId="1982855001" sldId="2147473065"/>
            <ac:spMk id="29" creationId="{F99DC703-1B8B-B72B-4FB1-E5AD64F7B247}"/>
          </ac:spMkLst>
        </pc:spChg>
        <pc:spChg chg="add mod">
          <ac:chgData name="Carmen" userId="854005f4-386e-4134-9c36-452f82ab7859" providerId="ADAL" clId="{65C4FA17-9E97-4E94-AC77-D73196C68E2A}" dt="2025-02-13T10:42:45.046" v="4446" actId="1076"/>
          <ac:spMkLst>
            <pc:docMk/>
            <pc:sldMk cId="1982855001" sldId="2147473065"/>
            <ac:spMk id="31" creationId="{C867A84B-5501-6A04-C5C3-8B079D2BF05E}"/>
          </ac:spMkLst>
        </pc:spChg>
        <pc:spChg chg="add mod">
          <ac:chgData name="Carmen" userId="854005f4-386e-4134-9c36-452f82ab7859" providerId="ADAL" clId="{65C4FA17-9E97-4E94-AC77-D73196C68E2A}" dt="2025-02-13T10:42:49.682" v="4447" actId="1076"/>
          <ac:spMkLst>
            <pc:docMk/>
            <pc:sldMk cId="1982855001" sldId="2147473065"/>
            <ac:spMk id="32" creationId="{6FD264B8-B383-2630-7A3E-A82C85D2AA46}"/>
          </ac:spMkLst>
        </pc:spChg>
        <pc:spChg chg="add mod ord">
          <ac:chgData name="Carmen" userId="854005f4-386e-4134-9c36-452f82ab7859" providerId="ADAL" clId="{65C4FA17-9E97-4E94-AC77-D73196C68E2A}" dt="2025-02-13T10:42:49.682" v="4447" actId="1076"/>
          <ac:spMkLst>
            <pc:docMk/>
            <pc:sldMk cId="1982855001" sldId="2147473065"/>
            <ac:spMk id="33" creationId="{A5EF4423-0274-CB26-86F4-3A48B045A877}"/>
          </ac:spMkLst>
        </pc:spChg>
        <pc:spChg chg="add mod">
          <ac:chgData name="Carmen" userId="854005f4-386e-4134-9c36-452f82ab7859" providerId="ADAL" clId="{65C4FA17-9E97-4E94-AC77-D73196C68E2A}" dt="2025-02-14T09:59:41.940" v="7111" actId="14100"/>
          <ac:spMkLst>
            <pc:docMk/>
            <pc:sldMk cId="1982855001" sldId="2147473065"/>
            <ac:spMk id="34" creationId="{A5AFDA2E-9559-DB5A-7442-AA0228A3DAF5}"/>
          </ac:spMkLst>
        </pc:spChg>
        <pc:graphicFrameChg chg="add mod modGraphic">
          <ac:chgData name="Carmen" userId="854005f4-386e-4134-9c36-452f82ab7859" providerId="ADAL" clId="{65C4FA17-9E97-4E94-AC77-D73196C68E2A}" dt="2025-02-13T10:42:45.046" v="4446" actId="1076"/>
          <ac:graphicFrameMkLst>
            <pc:docMk/>
            <pc:sldMk cId="1982855001" sldId="2147473065"/>
            <ac:graphicFrameMk id="21" creationId="{3253370C-8D69-F3C4-1573-DD34EFCA0DD3}"/>
          </ac:graphicFrameMkLst>
        </pc:graphicFrameChg>
        <pc:picChg chg="add mod">
          <ac:chgData name="Carmen" userId="854005f4-386e-4134-9c36-452f82ab7859" providerId="ADAL" clId="{65C4FA17-9E97-4E94-AC77-D73196C68E2A}" dt="2025-02-14T09:59:31.990" v="7108" actId="1076"/>
          <ac:picMkLst>
            <pc:docMk/>
            <pc:sldMk cId="1982855001" sldId="2147473065"/>
            <ac:picMk id="3" creationId="{195F1B8E-F114-C0A0-A815-7D4F1A8E1BEC}"/>
          </ac:picMkLst>
        </pc:picChg>
      </pc:sldChg>
      <pc:sldChg chg="addSp delSp modSp add mod">
        <pc:chgData name="Carmen" userId="854005f4-386e-4134-9c36-452f82ab7859" providerId="ADAL" clId="{65C4FA17-9E97-4E94-AC77-D73196C68E2A}" dt="2025-02-14T10:57:28.227" v="7427" actId="20577"/>
        <pc:sldMkLst>
          <pc:docMk/>
          <pc:sldMk cId="3966954788" sldId="2147473066"/>
        </pc:sldMkLst>
        <pc:spChg chg="add mod">
          <ac:chgData name="Carmen" userId="854005f4-386e-4134-9c36-452f82ab7859" providerId="ADAL" clId="{65C4FA17-9E97-4E94-AC77-D73196C68E2A}" dt="2025-02-13T16:22:39.573" v="6847" actId="790"/>
          <ac:spMkLst>
            <pc:docMk/>
            <pc:sldMk cId="3966954788" sldId="2147473066"/>
            <ac:spMk id="3" creationId="{8DE7D611-AE0C-DC1C-1700-8580F46670BE}"/>
          </ac:spMkLst>
        </pc:spChg>
        <pc:spChg chg="add mod">
          <ac:chgData name="Carmen" userId="854005f4-386e-4134-9c36-452f82ab7859" providerId="ADAL" clId="{65C4FA17-9E97-4E94-AC77-D73196C68E2A}" dt="2025-02-13T10:44:09.161" v="4509"/>
          <ac:spMkLst>
            <pc:docMk/>
            <pc:sldMk cId="3966954788" sldId="2147473066"/>
            <ac:spMk id="5" creationId="{6AA85337-DE26-0C2C-6595-7AA15AC7C3FC}"/>
          </ac:spMkLst>
        </pc:spChg>
        <pc:spChg chg="add mod">
          <ac:chgData name="Carmen" userId="854005f4-386e-4134-9c36-452f82ab7859" providerId="ADAL" clId="{65C4FA17-9E97-4E94-AC77-D73196C68E2A}" dt="2025-02-13T10:44:09.161" v="4509"/>
          <ac:spMkLst>
            <pc:docMk/>
            <pc:sldMk cId="3966954788" sldId="2147473066"/>
            <ac:spMk id="6" creationId="{BCEFACCE-D832-B21E-2C86-E7595C47674F}"/>
          </ac:spMkLst>
        </pc:spChg>
        <pc:spChg chg="del">
          <ac:chgData name="Carmen" userId="854005f4-386e-4134-9c36-452f82ab7859" providerId="ADAL" clId="{65C4FA17-9E97-4E94-AC77-D73196C68E2A}" dt="2025-02-13T10:43:14.668" v="4483" actId="478"/>
          <ac:spMkLst>
            <pc:docMk/>
            <pc:sldMk cId="3966954788" sldId="2147473066"/>
            <ac:spMk id="8" creationId="{535EE2DA-E85D-091B-BAF4-3F8BBF11F222}"/>
          </ac:spMkLst>
        </pc:spChg>
        <pc:spChg chg="mod">
          <ac:chgData name="Carmen" userId="854005f4-386e-4134-9c36-452f82ab7859" providerId="ADAL" clId="{65C4FA17-9E97-4E94-AC77-D73196C68E2A}" dt="2025-02-13T10:45:01.266" v="4521"/>
          <ac:spMkLst>
            <pc:docMk/>
            <pc:sldMk cId="3966954788" sldId="2147473066"/>
            <ac:spMk id="15" creationId="{7E3F9F19-C268-0CC6-5F5C-8DAA6B553017}"/>
          </ac:spMkLst>
        </pc:spChg>
        <pc:spChg chg="mod">
          <ac:chgData name="Carmen" userId="854005f4-386e-4134-9c36-452f82ab7859" providerId="ADAL" clId="{65C4FA17-9E97-4E94-AC77-D73196C68E2A}" dt="2025-02-13T10:45:01.266" v="4521"/>
          <ac:spMkLst>
            <pc:docMk/>
            <pc:sldMk cId="3966954788" sldId="2147473066"/>
            <ac:spMk id="16" creationId="{75027A89-B6C3-F47C-732B-0BFA7E99A552}"/>
          </ac:spMkLst>
        </pc:spChg>
        <pc:spChg chg="del">
          <ac:chgData name="Carmen" userId="854005f4-386e-4134-9c36-452f82ab7859" providerId="ADAL" clId="{65C4FA17-9E97-4E94-AC77-D73196C68E2A}" dt="2025-02-13T10:43:14.089" v="4482" actId="478"/>
          <ac:spMkLst>
            <pc:docMk/>
            <pc:sldMk cId="3966954788" sldId="2147473066"/>
            <ac:spMk id="17" creationId="{ADB95EBF-C9CB-C5DA-64B9-BD93AB72C411}"/>
          </ac:spMkLst>
        </pc:spChg>
        <pc:spChg chg="del">
          <ac:chgData name="Carmen" userId="854005f4-386e-4134-9c36-452f82ab7859" providerId="ADAL" clId="{65C4FA17-9E97-4E94-AC77-D73196C68E2A}" dt="2025-02-13T10:43:12.493" v="4481" actId="478"/>
          <ac:spMkLst>
            <pc:docMk/>
            <pc:sldMk cId="3966954788" sldId="2147473066"/>
            <ac:spMk id="22" creationId="{151507B1-EDA4-21C8-3498-19EBF8707C71}"/>
          </ac:spMkLst>
        </pc:spChg>
        <pc:spChg chg="add mod">
          <ac:chgData name="Carmen" userId="854005f4-386e-4134-9c36-452f82ab7859" providerId="ADAL" clId="{65C4FA17-9E97-4E94-AC77-D73196C68E2A}" dt="2025-02-13T10:48:48.058" v="4711" actId="1076"/>
          <ac:spMkLst>
            <pc:docMk/>
            <pc:sldMk cId="3966954788" sldId="2147473066"/>
            <ac:spMk id="23" creationId="{6089BE28-096E-D8E6-A133-E61271D80925}"/>
          </ac:spMkLst>
        </pc:spChg>
        <pc:spChg chg="add mod">
          <ac:chgData name="Carmen" userId="854005f4-386e-4134-9c36-452f82ab7859" providerId="ADAL" clId="{65C4FA17-9E97-4E94-AC77-D73196C68E2A}" dt="2025-02-13T10:49:26.111" v="4753" actId="1076"/>
          <ac:spMkLst>
            <pc:docMk/>
            <pc:sldMk cId="3966954788" sldId="2147473066"/>
            <ac:spMk id="24" creationId="{9D0E93AA-DD2F-6BF0-F50E-522E2186D5AA}"/>
          </ac:spMkLst>
        </pc:spChg>
        <pc:spChg chg="add mod">
          <ac:chgData name="Carmen" userId="854005f4-386e-4134-9c36-452f82ab7859" providerId="ADAL" clId="{65C4FA17-9E97-4E94-AC77-D73196C68E2A}" dt="2025-02-13T10:50:47.611" v="4879" actId="1076"/>
          <ac:spMkLst>
            <pc:docMk/>
            <pc:sldMk cId="3966954788" sldId="2147473066"/>
            <ac:spMk id="25" creationId="{3E316F81-8205-490B-14A3-A7E24C865597}"/>
          </ac:spMkLst>
        </pc:spChg>
        <pc:spChg chg="del">
          <ac:chgData name="Carmen" userId="854005f4-386e-4134-9c36-452f82ab7859" providerId="ADAL" clId="{65C4FA17-9E97-4E94-AC77-D73196C68E2A}" dt="2025-02-13T10:43:12.493" v="4481" actId="478"/>
          <ac:spMkLst>
            <pc:docMk/>
            <pc:sldMk cId="3966954788" sldId="2147473066"/>
            <ac:spMk id="26" creationId="{A463245B-3955-EAE7-5BD9-6489385DC40C}"/>
          </ac:spMkLst>
        </pc:spChg>
        <pc:spChg chg="del">
          <ac:chgData name="Carmen" userId="854005f4-386e-4134-9c36-452f82ab7859" providerId="ADAL" clId="{65C4FA17-9E97-4E94-AC77-D73196C68E2A}" dt="2025-02-13T10:43:12.493" v="4481" actId="478"/>
          <ac:spMkLst>
            <pc:docMk/>
            <pc:sldMk cId="3966954788" sldId="2147473066"/>
            <ac:spMk id="27" creationId="{6E1B63FF-83B9-05F2-4A49-EAF6FF3CF31D}"/>
          </ac:spMkLst>
        </pc:spChg>
        <pc:spChg chg="del">
          <ac:chgData name="Carmen" userId="854005f4-386e-4134-9c36-452f82ab7859" providerId="ADAL" clId="{65C4FA17-9E97-4E94-AC77-D73196C68E2A}" dt="2025-02-13T10:43:12.493" v="4481" actId="478"/>
          <ac:spMkLst>
            <pc:docMk/>
            <pc:sldMk cId="3966954788" sldId="2147473066"/>
            <ac:spMk id="28" creationId="{57B53076-BE19-BC67-679C-86013DF1C0F5}"/>
          </ac:spMkLst>
        </pc:spChg>
        <pc:spChg chg="add mod">
          <ac:chgData name="Carmen" userId="854005f4-386e-4134-9c36-452f82ab7859" providerId="ADAL" clId="{65C4FA17-9E97-4E94-AC77-D73196C68E2A}" dt="2025-02-13T10:52:03.253" v="5080" actId="20577"/>
          <ac:spMkLst>
            <pc:docMk/>
            <pc:sldMk cId="3966954788" sldId="2147473066"/>
            <ac:spMk id="29" creationId="{933B66FA-EACB-9BA6-7A14-2122A3DD0163}"/>
          </ac:spMkLst>
        </pc:spChg>
        <pc:spChg chg="add mod">
          <ac:chgData name="Carmen" userId="854005f4-386e-4134-9c36-452f82ab7859" providerId="ADAL" clId="{65C4FA17-9E97-4E94-AC77-D73196C68E2A}" dt="2025-02-13T10:52:52.009" v="5144" actId="5793"/>
          <ac:spMkLst>
            <pc:docMk/>
            <pc:sldMk cId="3966954788" sldId="2147473066"/>
            <ac:spMk id="30" creationId="{D33426E8-CFEE-30BA-CD6F-0A31E303EE09}"/>
          </ac:spMkLst>
        </pc:spChg>
        <pc:spChg chg="del">
          <ac:chgData name="Carmen" userId="854005f4-386e-4134-9c36-452f82ab7859" providerId="ADAL" clId="{65C4FA17-9E97-4E94-AC77-D73196C68E2A}" dt="2025-02-13T10:43:12.493" v="4481" actId="478"/>
          <ac:spMkLst>
            <pc:docMk/>
            <pc:sldMk cId="3966954788" sldId="2147473066"/>
            <ac:spMk id="31" creationId="{59012CCD-9813-FD4D-FBBB-3CD946FC278B}"/>
          </ac:spMkLst>
        </pc:spChg>
        <pc:spChg chg="del">
          <ac:chgData name="Carmen" userId="854005f4-386e-4134-9c36-452f82ab7859" providerId="ADAL" clId="{65C4FA17-9E97-4E94-AC77-D73196C68E2A}" dt="2025-02-13T10:43:12.493" v="4481" actId="478"/>
          <ac:spMkLst>
            <pc:docMk/>
            <pc:sldMk cId="3966954788" sldId="2147473066"/>
            <ac:spMk id="32" creationId="{03CDE80D-660A-8A76-165F-FBE5F8A4628C}"/>
          </ac:spMkLst>
        </pc:spChg>
        <pc:spChg chg="del">
          <ac:chgData name="Carmen" userId="854005f4-386e-4134-9c36-452f82ab7859" providerId="ADAL" clId="{65C4FA17-9E97-4E94-AC77-D73196C68E2A}" dt="2025-02-13T10:43:12.493" v="4481" actId="478"/>
          <ac:spMkLst>
            <pc:docMk/>
            <pc:sldMk cId="3966954788" sldId="2147473066"/>
            <ac:spMk id="33" creationId="{B4B80820-A9A2-10BD-4144-A44AC953073B}"/>
          </ac:spMkLst>
        </pc:spChg>
        <pc:spChg chg="del">
          <ac:chgData name="Carmen" userId="854005f4-386e-4134-9c36-452f82ab7859" providerId="ADAL" clId="{65C4FA17-9E97-4E94-AC77-D73196C68E2A}" dt="2025-02-13T10:43:12.493" v="4481" actId="478"/>
          <ac:spMkLst>
            <pc:docMk/>
            <pc:sldMk cId="3966954788" sldId="2147473066"/>
            <ac:spMk id="34" creationId="{C4CB0CDA-41BF-9E63-4E67-CC405267F6E7}"/>
          </ac:spMkLst>
        </pc:spChg>
        <pc:spChg chg="add mod">
          <ac:chgData name="Carmen" userId="854005f4-386e-4134-9c36-452f82ab7859" providerId="ADAL" clId="{65C4FA17-9E97-4E94-AC77-D73196C68E2A}" dt="2025-02-13T10:53:25.839" v="5191" actId="1076"/>
          <ac:spMkLst>
            <pc:docMk/>
            <pc:sldMk cId="3966954788" sldId="2147473066"/>
            <ac:spMk id="35" creationId="{21EB6563-05EF-522D-0CE6-7AEA4A9AF7C0}"/>
          </ac:spMkLst>
        </pc:spChg>
        <pc:spChg chg="add mod">
          <ac:chgData name="Carmen" userId="854005f4-386e-4134-9c36-452f82ab7859" providerId="ADAL" clId="{65C4FA17-9E97-4E94-AC77-D73196C68E2A}" dt="2025-02-13T10:56:21.609" v="5383" actId="1076"/>
          <ac:spMkLst>
            <pc:docMk/>
            <pc:sldMk cId="3966954788" sldId="2147473066"/>
            <ac:spMk id="36" creationId="{9DFDEAEA-EABA-0276-A237-E0D04C8AF684}"/>
          </ac:spMkLst>
        </pc:spChg>
        <pc:spChg chg="add mod">
          <ac:chgData name="Carmen" userId="854005f4-386e-4134-9c36-452f82ab7859" providerId="ADAL" clId="{65C4FA17-9E97-4E94-AC77-D73196C68E2A}" dt="2025-02-13T10:56:21.609" v="5383" actId="1076"/>
          <ac:spMkLst>
            <pc:docMk/>
            <pc:sldMk cId="3966954788" sldId="2147473066"/>
            <ac:spMk id="42" creationId="{6999FB47-4B2E-B541-7C65-9C875A845475}"/>
          </ac:spMkLst>
        </pc:spChg>
        <pc:spChg chg="add mod">
          <ac:chgData name="Carmen" userId="854005f4-386e-4134-9c36-452f82ab7859" providerId="ADAL" clId="{65C4FA17-9E97-4E94-AC77-D73196C68E2A}" dt="2025-02-13T10:56:21.609" v="5383" actId="1076"/>
          <ac:spMkLst>
            <pc:docMk/>
            <pc:sldMk cId="3966954788" sldId="2147473066"/>
            <ac:spMk id="43" creationId="{06E6DAB9-FD61-BE83-AE9F-849F454FD7D4}"/>
          </ac:spMkLst>
        </pc:spChg>
        <pc:spChg chg="mod">
          <ac:chgData name="Carmen" userId="854005f4-386e-4134-9c36-452f82ab7859" providerId="ADAL" clId="{65C4FA17-9E97-4E94-AC77-D73196C68E2A}" dt="2025-02-13T10:53:37.070" v="5193" actId="1076"/>
          <ac:spMkLst>
            <pc:docMk/>
            <pc:sldMk cId="3966954788" sldId="2147473066"/>
            <ac:spMk id="44" creationId="{E2EF1A91-5FFD-9711-482E-BA5FB1256F94}"/>
          </ac:spMkLst>
        </pc:spChg>
        <pc:spChg chg="mod">
          <ac:chgData name="Carmen" userId="854005f4-386e-4134-9c36-452f82ab7859" providerId="ADAL" clId="{65C4FA17-9E97-4E94-AC77-D73196C68E2A}" dt="2025-02-13T10:53:37.070" v="5193" actId="1076"/>
          <ac:spMkLst>
            <pc:docMk/>
            <pc:sldMk cId="3966954788" sldId="2147473066"/>
            <ac:spMk id="45" creationId="{CDB3DF5F-9B2E-DE64-1FC6-96907034E2CF}"/>
          </ac:spMkLst>
        </pc:spChg>
        <pc:spChg chg="add mod">
          <ac:chgData name="Carmen" userId="854005f4-386e-4134-9c36-452f82ab7859" providerId="ADAL" clId="{65C4FA17-9E97-4E94-AC77-D73196C68E2A}" dt="2025-02-13T10:56:21.609" v="5383" actId="1076"/>
          <ac:spMkLst>
            <pc:docMk/>
            <pc:sldMk cId="3966954788" sldId="2147473066"/>
            <ac:spMk id="46" creationId="{5AB4482F-79C6-95E4-96EC-5497E52F5D75}"/>
          </ac:spMkLst>
        </pc:spChg>
        <pc:spChg chg="mod">
          <ac:chgData name="Carmen" userId="854005f4-386e-4134-9c36-452f82ab7859" providerId="ADAL" clId="{65C4FA17-9E97-4E94-AC77-D73196C68E2A}" dt="2025-02-13T10:53:37.070" v="5193" actId="1076"/>
          <ac:spMkLst>
            <pc:docMk/>
            <pc:sldMk cId="3966954788" sldId="2147473066"/>
            <ac:spMk id="48" creationId="{BBF0B26F-0DF1-53FD-536F-4962CC9F7490}"/>
          </ac:spMkLst>
        </pc:spChg>
        <pc:spChg chg="mod">
          <ac:chgData name="Carmen" userId="854005f4-386e-4134-9c36-452f82ab7859" providerId="ADAL" clId="{65C4FA17-9E97-4E94-AC77-D73196C68E2A}" dt="2025-02-14T10:57:15.735" v="7425" actId="404"/>
          <ac:spMkLst>
            <pc:docMk/>
            <pc:sldMk cId="3966954788" sldId="2147473066"/>
            <ac:spMk id="49" creationId="{4A9C2B21-8A18-35B7-31D7-21C59D38D722}"/>
          </ac:spMkLst>
        </pc:spChg>
        <pc:spChg chg="mod">
          <ac:chgData name="Carmen" userId="854005f4-386e-4134-9c36-452f82ab7859" providerId="ADAL" clId="{65C4FA17-9E97-4E94-AC77-D73196C68E2A}" dt="2025-02-13T10:56:21.609" v="5383" actId="1076"/>
          <ac:spMkLst>
            <pc:docMk/>
            <pc:sldMk cId="3966954788" sldId="2147473066"/>
            <ac:spMk id="51" creationId="{509E462D-34D1-540C-7324-F2FD869A2267}"/>
          </ac:spMkLst>
        </pc:spChg>
        <pc:spChg chg="add mod">
          <ac:chgData name="Carmen" userId="854005f4-386e-4134-9c36-452f82ab7859" providerId="ADAL" clId="{65C4FA17-9E97-4E94-AC77-D73196C68E2A}" dt="2025-02-13T10:56:21.609" v="5383" actId="1076"/>
          <ac:spMkLst>
            <pc:docMk/>
            <pc:sldMk cId="3966954788" sldId="2147473066"/>
            <ac:spMk id="52" creationId="{924B8A2F-67CA-7AAE-D1B0-61AC80A6F63E}"/>
          </ac:spMkLst>
        </pc:spChg>
        <pc:spChg chg="add mod">
          <ac:chgData name="Carmen" userId="854005f4-386e-4134-9c36-452f82ab7859" providerId="ADAL" clId="{65C4FA17-9E97-4E94-AC77-D73196C68E2A}" dt="2025-02-13T10:56:21.609" v="5383" actId="1076"/>
          <ac:spMkLst>
            <pc:docMk/>
            <pc:sldMk cId="3966954788" sldId="2147473066"/>
            <ac:spMk id="53" creationId="{0E6B3A08-1FBD-9F02-D8C3-DFBDB734F6D8}"/>
          </ac:spMkLst>
        </pc:spChg>
        <pc:spChg chg="mod">
          <ac:chgData name="Carmen" userId="854005f4-386e-4134-9c36-452f82ab7859" providerId="ADAL" clId="{65C4FA17-9E97-4E94-AC77-D73196C68E2A}" dt="2025-02-13T10:53:37.070" v="5193" actId="1076"/>
          <ac:spMkLst>
            <pc:docMk/>
            <pc:sldMk cId="3966954788" sldId="2147473066"/>
            <ac:spMk id="55" creationId="{216814C5-B430-69FD-4CB4-2C238A2DB39B}"/>
          </ac:spMkLst>
        </pc:spChg>
        <pc:spChg chg="add del mod">
          <ac:chgData name="Carmen" userId="854005f4-386e-4134-9c36-452f82ab7859" providerId="ADAL" clId="{65C4FA17-9E97-4E94-AC77-D73196C68E2A}" dt="2025-02-13T10:55:20.943" v="5343" actId="478"/>
          <ac:spMkLst>
            <pc:docMk/>
            <pc:sldMk cId="3966954788" sldId="2147473066"/>
            <ac:spMk id="56" creationId="{FCC19DEF-0E36-E01B-A186-F689A4E87E24}"/>
          </ac:spMkLst>
        </pc:spChg>
        <pc:spChg chg="del">
          <ac:chgData name="Carmen" userId="854005f4-386e-4134-9c36-452f82ab7859" providerId="ADAL" clId="{65C4FA17-9E97-4E94-AC77-D73196C68E2A}" dt="2025-02-13T10:55:20.943" v="5343" actId="478"/>
          <ac:spMkLst>
            <pc:docMk/>
            <pc:sldMk cId="3966954788" sldId="2147473066"/>
            <ac:spMk id="57" creationId="{78442892-B2E4-10C2-1081-A62C04FD8E7D}"/>
          </ac:spMkLst>
        </pc:spChg>
        <pc:spChg chg="add mod">
          <ac:chgData name="Carmen" userId="854005f4-386e-4134-9c36-452f82ab7859" providerId="ADAL" clId="{65C4FA17-9E97-4E94-AC77-D73196C68E2A}" dt="2025-02-13T10:56:21.609" v="5383" actId="1076"/>
          <ac:spMkLst>
            <pc:docMk/>
            <pc:sldMk cId="3966954788" sldId="2147473066"/>
            <ac:spMk id="64" creationId="{E164FC5E-0074-4AC8-AE99-C6ADE49F8F87}"/>
          </ac:spMkLst>
        </pc:spChg>
        <pc:spChg chg="mod">
          <ac:chgData name="Carmen" userId="854005f4-386e-4134-9c36-452f82ab7859" providerId="ADAL" clId="{65C4FA17-9E97-4E94-AC77-D73196C68E2A}" dt="2025-02-13T10:53:37.070" v="5193" actId="1076"/>
          <ac:spMkLst>
            <pc:docMk/>
            <pc:sldMk cId="3966954788" sldId="2147473066"/>
            <ac:spMk id="65" creationId="{2CC62526-4384-E30A-544C-3A7A37DFB4C4}"/>
          </ac:spMkLst>
        </pc:spChg>
        <pc:spChg chg="add del mod">
          <ac:chgData name="Carmen" userId="854005f4-386e-4134-9c36-452f82ab7859" providerId="ADAL" clId="{65C4FA17-9E97-4E94-AC77-D73196C68E2A}" dt="2025-02-13T10:55:20.943" v="5343" actId="478"/>
          <ac:spMkLst>
            <pc:docMk/>
            <pc:sldMk cId="3966954788" sldId="2147473066"/>
            <ac:spMk id="66" creationId="{93991329-295F-3442-B180-05CDF0EECE76}"/>
          </ac:spMkLst>
        </pc:spChg>
        <pc:spChg chg="del">
          <ac:chgData name="Carmen" userId="854005f4-386e-4134-9c36-452f82ab7859" providerId="ADAL" clId="{65C4FA17-9E97-4E94-AC77-D73196C68E2A}" dt="2025-02-13T10:55:20.943" v="5343" actId="478"/>
          <ac:spMkLst>
            <pc:docMk/>
            <pc:sldMk cId="3966954788" sldId="2147473066"/>
            <ac:spMk id="67" creationId="{B839597C-5F05-E85F-7490-174C628BD93C}"/>
          </ac:spMkLst>
        </pc:spChg>
        <pc:spChg chg="mod">
          <ac:chgData name="Carmen" userId="854005f4-386e-4134-9c36-452f82ab7859" providerId="ADAL" clId="{65C4FA17-9E97-4E94-AC77-D73196C68E2A}" dt="2025-02-13T10:53:34.224" v="5192"/>
          <ac:spMkLst>
            <pc:docMk/>
            <pc:sldMk cId="3966954788" sldId="2147473066"/>
            <ac:spMk id="76" creationId="{58CFE2B9-B97D-08A7-59CF-F554AEB18CE7}"/>
          </ac:spMkLst>
        </pc:spChg>
        <pc:spChg chg="add mod">
          <ac:chgData name="Carmen" userId="854005f4-386e-4134-9c36-452f82ab7859" providerId="ADAL" clId="{65C4FA17-9E97-4E94-AC77-D73196C68E2A}" dt="2025-02-13T16:22:47.918" v="6848" actId="790"/>
          <ac:spMkLst>
            <pc:docMk/>
            <pc:sldMk cId="3966954788" sldId="2147473066"/>
            <ac:spMk id="84" creationId="{9C076A89-E2C8-F228-62D7-0C0AFC0BDA8C}"/>
          </ac:spMkLst>
        </pc:spChg>
        <pc:spChg chg="add mod">
          <ac:chgData name="Carmen" userId="854005f4-386e-4134-9c36-452f82ab7859" providerId="ADAL" clId="{65C4FA17-9E97-4E94-AC77-D73196C68E2A}" dt="2025-02-13T10:54:44.431" v="5262" actId="1076"/>
          <ac:spMkLst>
            <pc:docMk/>
            <pc:sldMk cId="3966954788" sldId="2147473066"/>
            <ac:spMk id="85" creationId="{659A3BFE-AB12-27FC-F0C7-7A327A004BD3}"/>
          </ac:spMkLst>
        </pc:spChg>
        <pc:spChg chg="add mod">
          <ac:chgData name="Carmen" userId="854005f4-386e-4134-9c36-452f82ab7859" providerId="ADAL" clId="{65C4FA17-9E97-4E94-AC77-D73196C68E2A}" dt="2025-02-13T10:56:21.609" v="5383" actId="1076"/>
          <ac:spMkLst>
            <pc:docMk/>
            <pc:sldMk cId="3966954788" sldId="2147473066"/>
            <ac:spMk id="86" creationId="{83E3BFE1-EF30-D245-C2A6-4EEF73919939}"/>
          </ac:spMkLst>
        </pc:spChg>
        <pc:spChg chg="add mod">
          <ac:chgData name="Carmen" userId="854005f4-386e-4134-9c36-452f82ab7859" providerId="ADAL" clId="{65C4FA17-9E97-4E94-AC77-D73196C68E2A}" dt="2025-02-13T10:56:21.609" v="5383" actId="1076"/>
          <ac:spMkLst>
            <pc:docMk/>
            <pc:sldMk cId="3966954788" sldId="2147473066"/>
            <ac:spMk id="87" creationId="{F422F438-0883-3921-232B-A4572FD3D7F0}"/>
          </ac:spMkLst>
        </pc:spChg>
        <pc:spChg chg="add mod">
          <ac:chgData name="Carmen" userId="854005f4-386e-4134-9c36-452f82ab7859" providerId="ADAL" clId="{65C4FA17-9E97-4E94-AC77-D73196C68E2A}" dt="2025-02-14T10:57:28.227" v="7427" actId="20577"/>
          <ac:spMkLst>
            <pc:docMk/>
            <pc:sldMk cId="3966954788" sldId="2147473066"/>
            <ac:spMk id="88" creationId="{1EDF0ECA-17E9-2F9E-5835-3733067ECA3B}"/>
          </ac:spMkLst>
        </pc:spChg>
        <pc:grpChg chg="add del mod">
          <ac:chgData name="Carmen" userId="854005f4-386e-4134-9c36-452f82ab7859" providerId="ADAL" clId="{65C4FA17-9E97-4E94-AC77-D73196C68E2A}" dt="2025-02-13T10:45:24.876" v="4526" actId="478"/>
          <ac:grpSpMkLst>
            <pc:docMk/>
            <pc:sldMk cId="3966954788" sldId="2147473066"/>
            <ac:grpSpMk id="14" creationId="{EF3BBD0A-56F8-62CE-D328-8EAE7F8989FF}"/>
          </ac:grpSpMkLst>
        </pc:grpChg>
        <pc:grpChg chg="del">
          <ac:chgData name="Carmen" userId="854005f4-386e-4134-9c36-452f82ab7859" providerId="ADAL" clId="{65C4FA17-9E97-4E94-AC77-D73196C68E2A}" dt="2025-02-13T10:55:20.943" v="5343" actId="478"/>
          <ac:grpSpMkLst>
            <pc:docMk/>
            <pc:sldMk cId="3966954788" sldId="2147473066"/>
            <ac:grpSpMk id="75" creationId="{A1EACF07-F4BF-E8C3-A004-334143957E30}"/>
          </ac:grpSpMkLst>
        </pc:grpChg>
        <pc:graphicFrameChg chg="del">
          <ac:chgData name="Carmen" userId="854005f4-386e-4134-9c36-452f82ab7859" providerId="ADAL" clId="{65C4FA17-9E97-4E94-AC77-D73196C68E2A}" dt="2025-02-13T10:43:12.493" v="4481" actId="478"/>
          <ac:graphicFrameMkLst>
            <pc:docMk/>
            <pc:sldMk cId="3966954788" sldId="2147473066"/>
            <ac:graphicFrameMk id="21" creationId="{8932A8E4-BD1B-738A-5F79-2CCC5AFA38F6}"/>
          </ac:graphicFrameMkLst>
        </pc:graphicFrameChg>
        <pc:picChg chg="add mod">
          <ac:chgData name="Carmen" userId="854005f4-386e-4134-9c36-452f82ab7859" providerId="ADAL" clId="{65C4FA17-9E97-4E94-AC77-D73196C68E2A}" dt="2025-02-13T10:46:19.812" v="4554" actId="1076"/>
          <ac:picMkLst>
            <pc:docMk/>
            <pc:sldMk cId="3966954788" sldId="2147473066"/>
            <ac:picMk id="2" creationId="{A13636AE-88F1-1F2D-3E3C-E8E624E2F026}"/>
          </ac:picMkLst>
        </pc:picChg>
        <pc:picChg chg="add mod">
          <ac:chgData name="Carmen" userId="854005f4-386e-4134-9c36-452f82ab7859" providerId="ADAL" clId="{65C4FA17-9E97-4E94-AC77-D73196C68E2A}" dt="2025-02-13T10:44:09.161" v="4509"/>
          <ac:picMkLst>
            <pc:docMk/>
            <pc:sldMk cId="3966954788" sldId="2147473066"/>
            <ac:picMk id="7" creationId="{B3FA1EA8-F2F2-F269-59F5-58B484EB96FD}"/>
          </ac:picMkLst>
        </pc:picChg>
        <pc:picChg chg="add mod">
          <ac:chgData name="Carmen" userId="854005f4-386e-4134-9c36-452f82ab7859" providerId="ADAL" clId="{65C4FA17-9E97-4E94-AC77-D73196C68E2A}" dt="2025-02-13T10:46:21.264" v="4555" actId="1076"/>
          <ac:picMkLst>
            <pc:docMk/>
            <pc:sldMk cId="3966954788" sldId="2147473066"/>
            <ac:picMk id="9" creationId="{B9619B66-04AB-A62B-307E-C5BF90EB118B}"/>
          </ac:picMkLst>
        </pc:picChg>
        <pc:picChg chg="add mod">
          <ac:chgData name="Carmen" userId="854005f4-386e-4134-9c36-452f82ab7859" providerId="ADAL" clId="{65C4FA17-9E97-4E94-AC77-D73196C68E2A}" dt="2025-02-13T10:46:23.003" v="4556" actId="1076"/>
          <ac:picMkLst>
            <pc:docMk/>
            <pc:sldMk cId="3966954788" sldId="2147473066"/>
            <ac:picMk id="10" creationId="{FC2307FC-59D3-AA12-0148-0BFA6A3B2D8D}"/>
          </ac:picMkLst>
        </pc:picChg>
        <pc:picChg chg="add">
          <ac:chgData name="Carmen" userId="854005f4-386e-4134-9c36-452f82ab7859" providerId="ADAL" clId="{65C4FA17-9E97-4E94-AC77-D73196C68E2A}" dt="2025-02-13T10:44:32.665" v="4516"/>
          <ac:picMkLst>
            <pc:docMk/>
            <pc:sldMk cId="3966954788" sldId="2147473066"/>
            <ac:picMk id="11" creationId="{A6697171-E940-335B-4647-64D44614B4A2}"/>
          </ac:picMkLst>
        </pc:picChg>
        <pc:picChg chg="add del">
          <ac:chgData name="Carmen" userId="854005f4-386e-4134-9c36-452f82ab7859" providerId="ADAL" clId="{65C4FA17-9E97-4E94-AC77-D73196C68E2A}" dt="2025-02-13T10:44:43.243" v="4518" actId="478"/>
          <ac:picMkLst>
            <pc:docMk/>
            <pc:sldMk cId="3966954788" sldId="2147473066"/>
            <ac:picMk id="12" creationId="{850C6A46-C66D-7646-12E5-E1E209FCA2E7}"/>
          </ac:picMkLst>
        </pc:picChg>
        <pc:picChg chg="add del">
          <ac:chgData name="Carmen" userId="854005f4-386e-4134-9c36-452f82ab7859" providerId="ADAL" clId="{65C4FA17-9E97-4E94-AC77-D73196C68E2A}" dt="2025-02-13T10:44:54.608" v="4520" actId="478"/>
          <ac:picMkLst>
            <pc:docMk/>
            <pc:sldMk cId="3966954788" sldId="2147473066"/>
            <ac:picMk id="13" creationId="{A970B1F6-F3CF-C5E9-6796-847620366E2D}"/>
          </ac:picMkLst>
        </pc:picChg>
        <pc:picChg chg="add mod">
          <ac:chgData name="Carmen" userId="854005f4-386e-4134-9c36-452f82ab7859" providerId="ADAL" clId="{65C4FA17-9E97-4E94-AC77-D73196C68E2A}" dt="2025-02-13T10:46:24.550" v="4557" actId="1076"/>
          <ac:picMkLst>
            <pc:docMk/>
            <pc:sldMk cId="3966954788" sldId="2147473066"/>
            <ac:picMk id="18" creationId="{351EEED3-6E0C-6366-9AB1-03E62B7C2942}"/>
          </ac:picMkLst>
        </pc:picChg>
        <pc:picChg chg="add mod">
          <ac:chgData name="Carmen" userId="854005f4-386e-4134-9c36-452f82ab7859" providerId="ADAL" clId="{65C4FA17-9E97-4E94-AC77-D73196C68E2A}" dt="2025-02-13T10:46:26.052" v="4558" actId="1076"/>
          <ac:picMkLst>
            <pc:docMk/>
            <pc:sldMk cId="3966954788" sldId="2147473066"/>
            <ac:picMk id="19" creationId="{23976B15-6F84-7DE0-24EE-F7E9B8080DF0}"/>
          </ac:picMkLst>
        </pc:picChg>
        <pc:picChg chg="add mod">
          <ac:chgData name="Carmen" userId="854005f4-386e-4134-9c36-452f82ab7859" providerId="ADAL" clId="{65C4FA17-9E97-4E94-AC77-D73196C68E2A}" dt="2025-02-13T10:46:27.645" v="4559" actId="1076"/>
          <ac:picMkLst>
            <pc:docMk/>
            <pc:sldMk cId="3966954788" sldId="2147473066"/>
            <ac:picMk id="20" creationId="{979D5EA9-75CE-9518-617C-A50FDA4B964B}"/>
          </ac:picMkLst>
        </pc:picChg>
        <pc:cxnChg chg="del mod">
          <ac:chgData name="Carmen" userId="854005f4-386e-4134-9c36-452f82ab7859" providerId="ADAL" clId="{65C4FA17-9E97-4E94-AC77-D73196C68E2A}" dt="2025-02-13T10:55:20.943" v="5343" actId="478"/>
          <ac:cxnSpMkLst>
            <pc:docMk/>
            <pc:sldMk cId="3966954788" sldId="2147473066"/>
            <ac:cxnSpMk id="37" creationId="{339C46E5-CABE-8F87-F1BF-18239002B27B}"/>
          </ac:cxnSpMkLst>
        </pc:cxnChg>
        <pc:cxnChg chg="del">
          <ac:chgData name="Carmen" userId="854005f4-386e-4134-9c36-452f82ab7859" providerId="ADAL" clId="{65C4FA17-9E97-4E94-AC77-D73196C68E2A}" dt="2025-02-13T10:55:20.943" v="5343" actId="478"/>
          <ac:cxnSpMkLst>
            <pc:docMk/>
            <pc:sldMk cId="3966954788" sldId="2147473066"/>
            <ac:cxnSpMk id="62" creationId="{EA00F006-1437-B62A-D2D3-058E8EA3535E}"/>
          </ac:cxnSpMkLst>
        </pc:cxnChg>
      </pc:sldChg>
      <pc:sldChg chg="addSp delSp modSp add mod ord">
        <pc:chgData name="Carmen" userId="854005f4-386e-4134-9c36-452f82ab7859" providerId="ADAL" clId="{65C4FA17-9E97-4E94-AC77-D73196C68E2A}" dt="2025-02-14T10:08:05.998" v="7164" actId="5793"/>
        <pc:sldMkLst>
          <pc:docMk/>
          <pc:sldMk cId="3432884256" sldId="2147473067"/>
        </pc:sldMkLst>
        <pc:spChg chg="add mod">
          <ac:chgData name="Carmen" userId="854005f4-386e-4134-9c36-452f82ab7859" providerId="ADAL" clId="{65C4FA17-9E97-4E94-AC77-D73196C68E2A}" dt="2025-02-14T10:08:05.998" v="7164" actId="5793"/>
          <ac:spMkLst>
            <pc:docMk/>
            <pc:sldMk cId="3432884256" sldId="2147473067"/>
            <ac:spMk id="5" creationId="{632E0BF3-4ED4-47B2-E990-90FB3801891B}"/>
          </ac:spMkLst>
        </pc:spChg>
        <pc:spChg chg="del">
          <ac:chgData name="Carmen" userId="854005f4-386e-4134-9c36-452f82ab7859" providerId="ADAL" clId="{65C4FA17-9E97-4E94-AC77-D73196C68E2A}" dt="2025-02-13T11:02:35.862" v="5500" actId="478"/>
          <ac:spMkLst>
            <pc:docMk/>
            <pc:sldMk cId="3432884256" sldId="2147473067"/>
            <ac:spMk id="7" creationId="{A9B9E927-6E7C-DBD9-1D2F-BC87EB5C3E03}"/>
          </ac:spMkLst>
        </pc:spChg>
        <pc:spChg chg="del">
          <ac:chgData name="Carmen" userId="854005f4-386e-4134-9c36-452f82ab7859" providerId="ADAL" clId="{65C4FA17-9E97-4E94-AC77-D73196C68E2A}" dt="2025-02-13T11:02:35.862" v="5500" actId="478"/>
          <ac:spMkLst>
            <pc:docMk/>
            <pc:sldMk cId="3432884256" sldId="2147473067"/>
            <ac:spMk id="8" creationId="{5B48415A-4664-15FA-BA6D-57BA70CF374E}"/>
          </ac:spMkLst>
        </pc:spChg>
        <pc:spChg chg="del">
          <ac:chgData name="Carmen" userId="854005f4-386e-4134-9c36-452f82ab7859" providerId="ADAL" clId="{65C4FA17-9E97-4E94-AC77-D73196C68E2A}" dt="2025-02-13T11:02:35.862" v="5500" actId="478"/>
          <ac:spMkLst>
            <pc:docMk/>
            <pc:sldMk cId="3432884256" sldId="2147473067"/>
            <ac:spMk id="10" creationId="{135E5981-DA0D-834B-DB90-86B0326F45B1}"/>
          </ac:spMkLst>
        </pc:spChg>
        <pc:spChg chg="del">
          <ac:chgData name="Carmen" userId="854005f4-386e-4134-9c36-452f82ab7859" providerId="ADAL" clId="{65C4FA17-9E97-4E94-AC77-D73196C68E2A}" dt="2025-02-13T11:02:35.862" v="5500" actId="478"/>
          <ac:spMkLst>
            <pc:docMk/>
            <pc:sldMk cId="3432884256" sldId="2147473067"/>
            <ac:spMk id="12" creationId="{EE0BDADE-0976-BC43-94E6-BAFC76BAF96F}"/>
          </ac:spMkLst>
        </pc:spChg>
        <pc:spChg chg="del">
          <ac:chgData name="Carmen" userId="854005f4-386e-4134-9c36-452f82ab7859" providerId="ADAL" clId="{65C4FA17-9E97-4E94-AC77-D73196C68E2A}" dt="2025-02-13T11:02:35.862" v="5500" actId="478"/>
          <ac:spMkLst>
            <pc:docMk/>
            <pc:sldMk cId="3432884256" sldId="2147473067"/>
            <ac:spMk id="15" creationId="{1AF3AE2A-7F1E-7941-9119-2099A123AA90}"/>
          </ac:spMkLst>
        </pc:spChg>
        <pc:spChg chg="del">
          <ac:chgData name="Carmen" userId="854005f4-386e-4134-9c36-452f82ab7859" providerId="ADAL" clId="{65C4FA17-9E97-4E94-AC77-D73196C68E2A}" dt="2025-02-13T11:02:35.862" v="5500" actId="478"/>
          <ac:spMkLst>
            <pc:docMk/>
            <pc:sldMk cId="3432884256" sldId="2147473067"/>
            <ac:spMk id="19" creationId="{33A1FE4B-51B6-AA5E-42D7-37EC724BCAC3}"/>
          </ac:spMkLst>
        </pc:spChg>
        <pc:spChg chg="del">
          <ac:chgData name="Carmen" userId="854005f4-386e-4134-9c36-452f82ab7859" providerId="ADAL" clId="{65C4FA17-9E97-4E94-AC77-D73196C68E2A}" dt="2025-02-13T11:02:35.862" v="5500" actId="478"/>
          <ac:spMkLst>
            <pc:docMk/>
            <pc:sldMk cId="3432884256" sldId="2147473067"/>
            <ac:spMk id="23" creationId="{0A2B080F-79F1-8E5B-60B0-1DB230A9231D}"/>
          </ac:spMkLst>
        </pc:spChg>
        <pc:spChg chg="del">
          <ac:chgData name="Carmen" userId="854005f4-386e-4134-9c36-452f82ab7859" providerId="ADAL" clId="{65C4FA17-9E97-4E94-AC77-D73196C68E2A}" dt="2025-02-13T11:02:35.862" v="5500" actId="478"/>
          <ac:spMkLst>
            <pc:docMk/>
            <pc:sldMk cId="3432884256" sldId="2147473067"/>
            <ac:spMk id="24" creationId="{CB390C11-D745-9040-61C2-F77D9AE2FAFD}"/>
          </ac:spMkLst>
        </pc:spChg>
        <pc:spChg chg="del">
          <ac:chgData name="Carmen" userId="854005f4-386e-4134-9c36-452f82ab7859" providerId="ADAL" clId="{65C4FA17-9E97-4E94-AC77-D73196C68E2A}" dt="2025-02-13T11:02:35.862" v="5500" actId="478"/>
          <ac:spMkLst>
            <pc:docMk/>
            <pc:sldMk cId="3432884256" sldId="2147473067"/>
            <ac:spMk id="27" creationId="{23A2EB45-89B6-A4F5-D0BF-EA5940F8A19E}"/>
          </ac:spMkLst>
        </pc:spChg>
        <pc:spChg chg="del">
          <ac:chgData name="Carmen" userId="854005f4-386e-4134-9c36-452f82ab7859" providerId="ADAL" clId="{65C4FA17-9E97-4E94-AC77-D73196C68E2A}" dt="2025-02-13T11:02:35.862" v="5500" actId="478"/>
          <ac:spMkLst>
            <pc:docMk/>
            <pc:sldMk cId="3432884256" sldId="2147473067"/>
            <ac:spMk id="29" creationId="{DC3C701E-B71A-1AD8-912A-728FBA7C5D90}"/>
          </ac:spMkLst>
        </pc:spChg>
        <pc:spChg chg="mod">
          <ac:chgData name="Carmen" userId="854005f4-386e-4134-9c36-452f82ab7859" providerId="ADAL" clId="{65C4FA17-9E97-4E94-AC77-D73196C68E2A}" dt="2025-02-14T10:01:32.617" v="7136" actId="20577"/>
          <ac:spMkLst>
            <pc:docMk/>
            <pc:sldMk cId="3432884256" sldId="2147473067"/>
            <ac:spMk id="49" creationId="{B4F7C303-5559-09E3-DD29-CD6347C6EC9D}"/>
          </ac:spMkLst>
        </pc:spChg>
        <pc:graphicFrameChg chg="add del mod">
          <ac:chgData name="Carmen" userId="854005f4-386e-4134-9c36-452f82ab7859" providerId="ADAL" clId="{65C4FA17-9E97-4E94-AC77-D73196C68E2A}" dt="2025-02-13T11:03:24.953" v="5529" actId="478"/>
          <ac:graphicFrameMkLst>
            <pc:docMk/>
            <pc:sldMk cId="3432884256" sldId="2147473067"/>
            <ac:graphicFrameMk id="9" creationId="{26D19F12-585B-E87E-B871-0DBFD35D20D7}"/>
          </ac:graphicFrameMkLst>
        </pc:graphicFrameChg>
        <pc:graphicFrameChg chg="add mod modGraphic">
          <ac:chgData name="Carmen" userId="854005f4-386e-4134-9c36-452f82ab7859" providerId="ADAL" clId="{65C4FA17-9E97-4E94-AC77-D73196C68E2A}" dt="2025-02-13T17:26:24.327" v="7026" actId="207"/>
          <ac:graphicFrameMkLst>
            <pc:docMk/>
            <pc:sldMk cId="3432884256" sldId="2147473067"/>
            <ac:graphicFrameMk id="14" creationId="{EDBC5A76-79CA-E641-BA42-30A2CE5B1928}"/>
          </ac:graphicFrameMkLst>
        </pc:graphicFrameChg>
      </pc:sldChg>
      <pc:sldChg chg="addSp delSp modSp add mod">
        <pc:chgData name="Carmen" userId="854005f4-386e-4134-9c36-452f82ab7859" providerId="ADAL" clId="{65C4FA17-9E97-4E94-AC77-D73196C68E2A}" dt="2025-02-14T10:52:47.567" v="7418" actId="20577"/>
        <pc:sldMkLst>
          <pc:docMk/>
          <pc:sldMk cId="2699511878" sldId="2147473068"/>
        </pc:sldMkLst>
        <pc:spChg chg="del">
          <ac:chgData name="Carmen" userId="854005f4-386e-4134-9c36-452f82ab7859" providerId="ADAL" clId="{65C4FA17-9E97-4E94-AC77-D73196C68E2A}" dt="2025-02-14T10:32:48.057" v="7166" actId="478"/>
          <ac:spMkLst>
            <pc:docMk/>
            <pc:sldMk cId="2699511878" sldId="2147473068"/>
            <ac:spMk id="3" creationId="{CE4C2BCC-CC91-304C-F808-B8CC446A33E0}"/>
          </ac:spMkLst>
        </pc:spChg>
        <pc:spChg chg="add mod">
          <ac:chgData name="Carmen" userId="854005f4-386e-4134-9c36-452f82ab7859" providerId="ADAL" clId="{65C4FA17-9E97-4E94-AC77-D73196C68E2A}" dt="2025-02-14T10:38:18.972" v="7248" actId="1076"/>
          <ac:spMkLst>
            <pc:docMk/>
            <pc:sldMk cId="2699511878" sldId="2147473068"/>
            <ac:spMk id="5" creationId="{40ADD785-1067-E327-B7E0-9D77EB4E3CB5}"/>
          </ac:spMkLst>
        </pc:spChg>
        <pc:spChg chg="add mod">
          <ac:chgData name="Carmen" userId="854005f4-386e-4134-9c36-452f82ab7859" providerId="ADAL" clId="{65C4FA17-9E97-4E94-AC77-D73196C68E2A}" dt="2025-02-14T10:39:18.640" v="7249" actId="14100"/>
          <ac:spMkLst>
            <pc:docMk/>
            <pc:sldMk cId="2699511878" sldId="2147473068"/>
            <ac:spMk id="6" creationId="{C20F5E73-36DA-20DF-19B8-CE6D6C3F91A2}"/>
          </ac:spMkLst>
        </pc:spChg>
        <pc:spChg chg="add mod">
          <ac:chgData name="Carmen" userId="854005f4-386e-4134-9c36-452f82ab7859" providerId="ADAL" clId="{65C4FA17-9E97-4E94-AC77-D73196C68E2A}" dt="2025-02-14T10:39:21.624" v="7251" actId="14100"/>
          <ac:spMkLst>
            <pc:docMk/>
            <pc:sldMk cId="2699511878" sldId="2147473068"/>
            <ac:spMk id="7" creationId="{93814CDF-C5A4-3924-F8F2-0026495D4E91}"/>
          </ac:spMkLst>
        </pc:spChg>
        <pc:spChg chg="add mod">
          <ac:chgData name="Carmen" userId="854005f4-386e-4134-9c36-452f82ab7859" providerId="ADAL" clId="{65C4FA17-9E97-4E94-AC77-D73196C68E2A}" dt="2025-02-14T10:39:26.117" v="7253" actId="14100"/>
          <ac:spMkLst>
            <pc:docMk/>
            <pc:sldMk cId="2699511878" sldId="2147473068"/>
            <ac:spMk id="8" creationId="{C0584161-408C-9747-B6C5-94C7830C34F8}"/>
          </ac:spMkLst>
        </pc:spChg>
        <pc:spChg chg="add mod">
          <ac:chgData name="Carmen" userId="854005f4-386e-4134-9c36-452f82ab7859" providerId="ADAL" clId="{65C4FA17-9E97-4E94-AC77-D73196C68E2A}" dt="2025-02-14T10:39:32.701" v="7255" actId="1076"/>
          <ac:spMkLst>
            <pc:docMk/>
            <pc:sldMk cId="2699511878" sldId="2147473068"/>
            <ac:spMk id="9" creationId="{9A497472-BCC7-96F5-C634-C394F9B71653}"/>
          </ac:spMkLst>
        </pc:spChg>
        <pc:spChg chg="add del mod">
          <ac:chgData name="Carmen" userId="854005f4-386e-4134-9c36-452f82ab7859" providerId="ADAL" clId="{65C4FA17-9E97-4E94-AC77-D73196C68E2A}" dt="2025-02-14T10:37:11.422" v="7235" actId="478"/>
          <ac:spMkLst>
            <pc:docMk/>
            <pc:sldMk cId="2699511878" sldId="2147473068"/>
            <ac:spMk id="10" creationId="{10CEA5D0-6195-B6E9-1655-E3E93187D275}"/>
          </ac:spMkLst>
        </pc:spChg>
        <pc:spChg chg="add mod">
          <ac:chgData name="Carmen" userId="854005f4-386e-4134-9c36-452f82ab7859" providerId="ADAL" clId="{65C4FA17-9E97-4E94-AC77-D73196C68E2A}" dt="2025-02-14T10:38:18.972" v="7248" actId="1076"/>
          <ac:spMkLst>
            <pc:docMk/>
            <pc:sldMk cId="2699511878" sldId="2147473068"/>
            <ac:spMk id="11" creationId="{F8BD2A15-E245-7923-0822-22FAB9C8ED09}"/>
          </ac:spMkLst>
        </pc:spChg>
        <pc:spChg chg="add mod">
          <ac:chgData name="Carmen" userId="854005f4-386e-4134-9c36-452f82ab7859" providerId="ADAL" clId="{65C4FA17-9E97-4E94-AC77-D73196C68E2A}" dt="2025-02-14T10:41:00.175" v="7282" actId="404"/>
          <ac:spMkLst>
            <pc:docMk/>
            <pc:sldMk cId="2699511878" sldId="2147473068"/>
            <ac:spMk id="13" creationId="{0D6E1058-AFF2-ABEB-9F9A-25A833A459E7}"/>
          </ac:spMkLst>
        </pc:spChg>
        <pc:spChg chg="del">
          <ac:chgData name="Carmen" userId="854005f4-386e-4134-9c36-452f82ab7859" providerId="ADAL" clId="{65C4FA17-9E97-4E94-AC77-D73196C68E2A}" dt="2025-02-14T10:32:48.057" v="7166" actId="478"/>
          <ac:spMkLst>
            <pc:docMk/>
            <pc:sldMk cId="2699511878" sldId="2147473068"/>
            <ac:spMk id="197" creationId="{97DE537C-326E-BA9E-11CB-FAF91AD30F1F}"/>
          </ac:spMkLst>
        </pc:spChg>
        <pc:spChg chg="del">
          <ac:chgData name="Carmen" userId="854005f4-386e-4134-9c36-452f82ab7859" providerId="ADAL" clId="{65C4FA17-9E97-4E94-AC77-D73196C68E2A}" dt="2025-02-14T10:32:48.057" v="7166" actId="478"/>
          <ac:spMkLst>
            <pc:docMk/>
            <pc:sldMk cId="2699511878" sldId="2147473068"/>
            <ac:spMk id="199" creationId="{3FDA74DE-1253-24F2-66BE-38FB2D0A9CCA}"/>
          </ac:spMkLst>
        </pc:spChg>
        <pc:spChg chg="del">
          <ac:chgData name="Carmen" userId="854005f4-386e-4134-9c36-452f82ab7859" providerId="ADAL" clId="{65C4FA17-9E97-4E94-AC77-D73196C68E2A}" dt="2025-02-14T10:32:48.057" v="7166" actId="478"/>
          <ac:spMkLst>
            <pc:docMk/>
            <pc:sldMk cId="2699511878" sldId="2147473068"/>
            <ac:spMk id="203" creationId="{2DF55DAA-3458-4182-F071-99110B505D2C}"/>
          </ac:spMkLst>
        </pc:spChg>
        <pc:spChg chg="del">
          <ac:chgData name="Carmen" userId="854005f4-386e-4134-9c36-452f82ab7859" providerId="ADAL" clId="{65C4FA17-9E97-4E94-AC77-D73196C68E2A}" dt="2025-02-14T10:32:48.057" v="7166" actId="478"/>
          <ac:spMkLst>
            <pc:docMk/>
            <pc:sldMk cId="2699511878" sldId="2147473068"/>
            <ac:spMk id="206" creationId="{E5E97F99-2756-5A5A-3790-ED73892A2530}"/>
          </ac:spMkLst>
        </pc:spChg>
        <pc:spChg chg="del">
          <ac:chgData name="Carmen" userId="854005f4-386e-4134-9c36-452f82ab7859" providerId="ADAL" clId="{65C4FA17-9E97-4E94-AC77-D73196C68E2A}" dt="2025-02-14T10:32:48.057" v="7166" actId="478"/>
          <ac:spMkLst>
            <pc:docMk/>
            <pc:sldMk cId="2699511878" sldId="2147473068"/>
            <ac:spMk id="209" creationId="{7FD7EA91-A095-F7F5-DCD9-C096C80ADB8A}"/>
          </ac:spMkLst>
        </pc:spChg>
        <pc:spChg chg="del">
          <ac:chgData name="Carmen" userId="854005f4-386e-4134-9c36-452f82ab7859" providerId="ADAL" clId="{65C4FA17-9E97-4E94-AC77-D73196C68E2A}" dt="2025-02-14T10:32:48.057" v="7166" actId="478"/>
          <ac:spMkLst>
            <pc:docMk/>
            <pc:sldMk cId="2699511878" sldId="2147473068"/>
            <ac:spMk id="212" creationId="{9B817297-8052-9884-167B-82D7CD320700}"/>
          </ac:spMkLst>
        </pc:spChg>
        <pc:spChg chg="mod">
          <ac:chgData name="Carmen" userId="854005f4-386e-4134-9c36-452f82ab7859" providerId="ADAL" clId="{65C4FA17-9E97-4E94-AC77-D73196C68E2A}" dt="2025-02-14T10:52:47.567" v="7418" actId="20577"/>
          <ac:spMkLst>
            <pc:docMk/>
            <pc:sldMk cId="2699511878" sldId="2147473068"/>
            <ac:spMk id="221" creationId="{1681662D-AB33-2DD5-76D2-5A8E817C4CE1}"/>
          </ac:spMkLst>
        </pc:spChg>
        <pc:spChg chg="del">
          <ac:chgData name="Carmen" userId="854005f4-386e-4134-9c36-452f82ab7859" providerId="ADAL" clId="{65C4FA17-9E97-4E94-AC77-D73196C68E2A}" dt="2025-02-14T10:32:48.057" v="7166" actId="478"/>
          <ac:spMkLst>
            <pc:docMk/>
            <pc:sldMk cId="2699511878" sldId="2147473068"/>
            <ac:spMk id="222" creationId="{B4170428-5B2F-ABF6-49BE-562DE1344282}"/>
          </ac:spMkLst>
        </pc:spChg>
        <pc:spChg chg="del">
          <ac:chgData name="Carmen" userId="854005f4-386e-4134-9c36-452f82ab7859" providerId="ADAL" clId="{65C4FA17-9E97-4E94-AC77-D73196C68E2A}" dt="2025-02-14T10:32:48.057" v="7166" actId="478"/>
          <ac:spMkLst>
            <pc:docMk/>
            <pc:sldMk cId="2699511878" sldId="2147473068"/>
            <ac:spMk id="232" creationId="{BDCD8680-6340-1445-14F2-D159D1BCEC5F}"/>
          </ac:spMkLst>
        </pc:spChg>
        <pc:spChg chg="del">
          <ac:chgData name="Carmen" userId="854005f4-386e-4134-9c36-452f82ab7859" providerId="ADAL" clId="{65C4FA17-9E97-4E94-AC77-D73196C68E2A}" dt="2025-02-14T10:32:49.824" v="7167" actId="478"/>
          <ac:spMkLst>
            <pc:docMk/>
            <pc:sldMk cId="2699511878" sldId="2147473068"/>
            <ac:spMk id="238" creationId="{1BEBA51C-B1B5-69FD-5459-052F627F93D0}"/>
          </ac:spMkLst>
        </pc:spChg>
        <pc:spChg chg="del">
          <ac:chgData name="Carmen" userId="854005f4-386e-4134-9c36-452f82ab7859" providerId="ADAL" clId="{65C4FA17-9E97-4E94-AC77-D73196C68E2A}" dt="2025-02-14T10:32:48.057" v="7166" actId="478"/>
          <ac:spMkLst>
            <pc:docMk/>
            <pc:sldMk cId="2699511878" sldId="2147473068"/>
            <ac:spMk id="239" creationId="{9A31A8ED-9594-93A4-92CC-757133A3313B}"/>
          </ac:spMkLst>
        </pc:spChg>
        <pc:spChg chg="del">
          <ac:chgData name="Carmen" userId="854005f4-386e-4134-9c36-452f82ab7859" providerId="ADAL" clId="{65C4FA17-9E97-4E94-AC77-D73196C68E2A}" dt="2025-02-14T10:32:50.767" v="7168" actId="478"/>
          <ac:spMkLst>
            <pc:docMk/>
            <pc:sldMk cId="2699511878" sldId="2147473068"/>
            <ac:spMk id="240" creationId="{1ACB0A7D-A355-297B-C29F-EA2B86E4B10A}"/>
          </ac:spMkLst>
        </pc:spChg>
        <pc:spChg chg="del">
          <ac:chgData name="Carmen" userId="854005f4-386e-4134-9c36-452f82ab7859" providerId="ADAL" clId="{65C4FA17-9E97-4E94-AC77-D73196C68E2A}" dt="2025-02-14T10:32:51.732" v="7169" actId="478"/>
          <ac:spMkLst>
            <pc:docMk/>
            <pc:sldMk cId="2699511878" sldId="2147473068"/>
            <ac:spMk id="242" creationId="{B9C048CF-A152-9F81-FB87-46271E004366}"/>
          </ac:spMkLst>
        </pc:spChg>
        <pc:graphicFrameChg chg="add mod modGraphic">
          <ac:chgData name="Carmen" userId="854005f4-386e-4134-9c36-452f82ab7859" providerId="ADAL" clId="{65C4FA17-9E97-4E94-AC77-D73196C68E2A}" dt="2025-02-14T10:38:05.779" v="7246" actId="14100"/>
          <ac:graphicFrameMkLst>
            <pc:docMk/>
            <pc:sldMk cId="2699511878" sldId="2147473068"/>
            <ac:graphicFrameMk id="4" creationId="{F0CB4489-84E5-C141-303B-A10D5FE34807}"/>
          </ac:graphicFrameMkLst>
        </pc:graphicFrameChg>
      </pc:sldChg>
      <pc:sldChg chg="addSp delSp modSp add mod">
        <pc:chgData name="Carmen" userId="854005f4-386e-4134-9c36-452f82ab7859" providerId="ADAL" clId="{65C4FA17-9E97-4E94-AC77-D73196C68E2A}" dt="2025-02-14T11:03:00.552" v="7471" actId="20577"/>
        <pc:sldMkLst>
          <pc:docMk/>
          <pc:sldMk cId="434241185" sldId="2147473069"/>
        </pc:sldMkLst>
        <pc:spChg chg="add mod">
          <ac:chgData name="Carmen" userId="854005f4-386e-4134-9c36-452f82ab7859" providerId="ADAL" clId="{65C4FA17-9E97-4E94-AC77-D73196C68E2A}" dt="2025-02-14T11:00:30.994" v="7444" actId="404"/>
          <ac:spMkLst>
            <pc:docMk/>
            <pc:sldMk cId="434241185" sldId="2147473069"/>
            <ac:spMk id="5" creationId="{108400D0-D698-310D-3376-BE0757793748}"/>
          </ac:spMkLst>
        </pc:spChg>
        <pc:spChg chg="add mod">
          <ac:chgData name="Carmen" userId="854005f4-386e-4134-9c36-452f82ab7859" providerId="ADAL" clId="{65C4FA17-9E97-4E94-AC77-D73196C68E2A}" dt="2025-02-14T10:42:19.763" v="7298"/>
          <ac:spMkLst>
            <pc:docMk/>
            <pc:sldMk cId="434241185" sldId="2147473069"/>
            <ac:spMk id="7" creationId="{60EBA8AD-3B95-EC4F-62E1-2B6AC4FA9495}"/>
          </ac:spMkLst>
        </pc:spChg>
        <pc:spChg chg="add mod">
          <ac:chgData name="Carmen" userId="854005f4-386e-4134-9c36-452f82ab7859" providerId="ADAL" clId="{65C4FA17-9E97-4E94-AC77-D73196C68E2A}" dt="2025-02-14T10:46:33.535" v="7406" actId="554"/>
          <ac:spMkLst>
            <pc:docMk/>
            <pc:sldMk cId="434241185" sldId="2147473069"/>
            <ac:spMk id="9" creationId="{5A37030C-9BB8-6F79-E401-5CC35C37FEFD}"/>
          </ac:spMkLst>
        </pc:spChg>
        <pc:spChg chg="add mod">
          <ac:chgData name="Carmen" userId="854005f4-386e-4134-9c36-452f82ab7859" providerId="ADAL" clId="{65C4FA17-9E97-4E94-AC77-D73196C68E2A}" dt="2025-02-14T10:46:59.358" v="7412" actId="14100"/>
          <ac:spMkLst>
            <pc:docMk/>
            <pc:sldMk cId="434241185" sldId="2147473069"/>
            <ac:spMk id="10" creationId="{C0245BEB-3109-2330-72A6-659B05530C12}"/>
          </ac:spMkLst>
        </pc:spChg>
        <pc:spChg chg="add mod">
          <ac:chgData name="Carmen" userId="854005f4-386e-4134-9c36-452f82ab7859" providerId="ADAL" clId="{65C4FA17-9E97-4E94-AC77-D73196C68E2A}" dt="2025-02-14T10:46:44.982" v="7409" actId="14100"/>
          <ac:spMkLst>
            <pc:docMk/>
            <pc:sldMk cId="434241185" sldId="2147473069"/>
            <ac:spMk id="11" creationId="{9C83AB0A-1D8D-E550-45C8-6FA75AC18E3A}"/>
          </ac:spMkLst>
        </pc:spChg>
        <pc:spChg chg="add del mod">
          <ac:chgData name="Carmen" userId="854005f4-386e-4134-9c36-452f82ab7859" providerId="ADAL" clId="{65C4FA17-9E97-4E94-AC77-D73196C68E2A}" dt="2025-02-14T10:45:15.104" v="7352"/>
          <ac:spMkLst>
            <pc:docMk/>
            <pc:sldMk cId="434241185" sldId="2147473069"/>
            <ac:spMk id="13" creationId="{4AF8429B-136F-AC3B-EF2B-8897462FCAF7}"/>
          </ac:spMkLst>
        </pc:spChg>
        <pc:spChg chg="add del mod">
          <ac:chgData name="Carmen" userId="854005f4-386e-4134-9c36-452f82ab7859" providerId="ADAL" clId="{65C4FA17-9E97-4E94-AC77-D73196C68E2A}" dt="2025-02-14T10:45:19.114" v="7353" actId="478"/>
          <ac:spMkLst>
            <pc:docMk/>
            <pc:sldMk cId="434241185" sldId="2147473069"/>
            <ac:spMk id="14" creationId="{794B0134-D59F-6020-D5C6-7856400A265B}"/>
          </ac:spMkLst>
        </pc:spChg>
        <pc:spChg chg="add del mod">
          <ac:chgData name="Carmen" userId="854005f4-386e-4134-9c36-452f82ab7859" providerId="ADAL" clId="{65C4FA17-9E97-4E94-AC77-D73196C68E2A}" dt="2025-02-14T10:45:19.114" v="7353" actId="478"/>
          <ac:spMkLst>
            <pc:docMk/>
            <pc:sldMk cId="434241185" sldId="2147473069"/>
            <ac:spMk id="15" creationId="{3DE2890C-A904-E255-5D6C-81A954E8428D}"/>
          </ac:spMkLst>
        </pc:spChg>
        <pc:spChg chg="mod">
          <ac:chgData name="Carmen" userId="854005f4-386e-4134-9c36-452f82ab7859" providerId="ADAL" clId="{65C4FA17-9E97-4E94-AC77-D73196C68E2A}" dt="2025-02-14T10:52:56.372" v="7420" actId="20577"/>
          <ac:spMkLst>
            <pc:docMk/>
            <pc:sldMk cId="434241185" sldId="2147473069"/>
            <ac:spMk id="221" creationId="{BD0238F3-D6AA-3148-C544-ACA57D4E2E28}"/>
          </ac:spMkLst>
        </pc:spChg>
        <pc:graphicFrameChg chg="add mod modGraphic">
          <ac:chgData name="Carmen" userId="854005f4-386e-4134-9c36-452f82ab7859" providerId="ADAL" clId="{65C4FA17-9E97-4E94-AC77-D73196C68E2A}" dt="2025-02-14T11:03:00.552" v="7471" actId="20577"/>
          <ac:graphicFrameMkLst>
            <pc:docMk/>
            <pc:sldMk cId="434241185" sldId="2147473069"/>
            <ac:graphicFrameMk id="3" creationId="{0310D7CC-73EF-CCF5-EF3F-302F6081EF97}"/>
          </ac:graphicFrameMkLst>
        </pc:graphicFrameChg>
        <pc:picChg chg="add mod">
          <ac:chgData name="Carmen" userId="854005f4-386e-4134-9c36-452f82ab7859" providerId="ADAL" clId="{65C4FA17-9E97-4E94-AC77-D73196C68E2A}" dt="2025-02-14T10:42:19.763" v="7298"/>
          <ac:picMkLst>
            <pc:docMk/>
            <pc:sldMk cId="434241185" sldId="2147473069"/>
            <ac:picMk id="8" creationId="{4D5B3495-DE50-21B4-6909-1942FBC590C7}"/>
          </ac:picMkLst>
        </pc:picChg>
        <pc:cxnChg chg="add mod">
          <ac:chgData name="Carmen" userId="854005f4-386e-4134-9c36-452f82ab7859" providerId="ADAL" clId="{65C4FA17-9E97-4E94-AC77-D73196C68E2A}" dt="2025-02-14T10:42:19.763" v="7298"/>
          <ac:cxnSpMkLst>
            <pc:docMk/>
            <pc:sldMk cId="434241185" sldId="2147473069"/>
            <ac:cxnSpMk id="6" creationId="{7C57A9A4-3E90-B5B5-CEE1-EA508137E8FC}"/>
          </ac:cxnSpMkLst>
        </pc:cxnChg>
      </pc:sldChg>
      <pc:sldMasterChg chg="del delSldLayout">
        <pc:chgData name="Carmen" userId="854005f4-386e-4134-9c36-452f82ab7859" providerId="ADAL" clId="{65C4FA17-9E97-4E94-AC77-D73196C68E2A}" dt="2025-02-13T11:00:04.610" v="5492" actId="47"/>
        <pc:sldMasterMkLst>
          <pc:docMk/>
          <pc:sldMasterMk cId="704480057" sldId="2147483648"/>
        </pc:sldMasterMkLst>
        <pc:sldLayoutChg chg="del">
          <pc:chgData name="Carmen" userId="854005f4-386e-4134-9c36-452f82ab7859" providerId="ADAL" clId="{65C4FA17-9E97-4E94-AC77-D73196C68E2A}" dt="2025-02-13T11:00:04.610" v="5492" actId="47"/>
          <pc:sldLayoutMkLst>
            <pc:docMk/>
            <pc:sldMasterMk cId="704480057" sldId="2147483648"/>
            <pc:sldLayoutMk cId="2520751641" sldId="2147483649"/>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2956234678" sldId="2147483650"/>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1607300356" sldId="2147483651"/>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3664116858" sldId="2147483652"/>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1290631321" sldId="2147483653"/>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1433918016" sldId="2147483654"/>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4174993289" sldId="2147483655"/>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3366863878" sldId="2147483656"/>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4218253055" sldId="2147483657"/>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3600678509" sldId="2147483658"/>
          </pc:sldLayoutMkLst>
        </pc:sldLayoutChg>
        <pc:sldLayoutChg chg="del">
          <pc:chgData name="Carmen" userId="854005f4-386e-4134-9c36-452f82ab7859" providerId="ADAL" clId="{65C4FA17-9E97-4E94-AC77-D73196C68E2A}" dt="2025-02-13T11:00:04.610" v="5492" actId="47"/>
          <pc:sldLayoutMkLst>
            <pc:docMk/>
            <pc:sldMasterMk cId="704480057" sldId="2147483648"/>
            <pc:sldLayoutMk cId="1708765788"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09D66-300B-4991-90BD-E75A30E61328}" type="datetimeFigureOut">
              <a:rPr lang="es-ES" smtClean="0"/>
              <a:t>14/02/2025</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54FF81-EB8F-4623-B655-6025DE3137C1}" type="slidenum">
              <a:rPr lang="es-ES" smtClean="0"/>
              <a:t>‹#›</a:t>
            </a:fld>
            <a:endParaRPr lang="es-ES"/>
          </a:p>
        </p:txBody>
      </p:sp>
    </p:spTree>
    <p:extLst>
      <p:ext uri="{BB962C8B-B14F-4D97-AF65-F5344CB8AC3E}">
        <p14:creationId xmlns:p14="http://schemas.microsoft.com/office/powerpoint/2010/main" val="2189966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ABF12-726D-2CB4-E402-409A5171C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F0E88-7EC9-40F7-8EA5-3343A4856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51CC7-49F3-E95E-2A60-6493158EC5D0}"/>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4D13D1BD-158F-8A68-87D2-F806516B920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B3A42"/>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BDB6465B-ACA4-1F61-7A0F-FEE298F4AC1A}"/>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B3A42"/>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A32DCA57-736E-02DD-C736-16FEF13E36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57C527-D302-0D4C-8820-8247C93BFD8D}" type="slidenum">
              <a:rPr kumimoji="0" lang="en-US" sz="1200" b="0" i="0" u="none" strike="noStrike" kern="1200" cap="none" spc="0" normalizeH="0" baseline="0" noProof="0" smtClean="0">
                <a:ln>
                  <a:noFill/>
                </a:ln>
                <a:solidFill>
                  <a:srgbClr val="2B3A4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2B3A42"/>
              </a:solidFill>
              <a:effectLst/>
              <a:uLnTx/>
              <a:uFillTx/>
              <a:latin typeface="Arial" panose="020B0604020202020204"/>
              <a:ea typeface="+mn-ea"/>
              <a:cs typeface="+mn-cs"/>
            </a:endParaRPr>
          </a:p>
        </p:txBody>
      </p:sp>
    </p:spTree>
    <p:extLst>
      <p:ext uri="{BB962C8B-B14F-4D97-AF65-F5344CB8AC3E}">
        <p14:creationId xmlns:p14="http://schemas.microsoft.com/office/powerpoint/2010/main" val="884355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B56AC706-64D3-40EC-A679-AF4A85A67943}" type="slidenum">
              <a:rPr lang="es-ES" smtClean="0"/>
              <a:t>11</a:t>
            </a:fld>
            <a:endParaRPr lang="es-ES"/>
          </a:p>
        </p:txBody>
      </p:sp>
    </p:spTree>
    <p:extLst>
      <p:ext uri="{BB962C8B-B14F-4D97-AF65-F5344CB8AC3E}">
        <p14:creationId xmlns:p14="http://schemas.microsoft.com/office/powerpoint/2010/main" val="1009438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BC0A8-5F93-4B62-888A-2F798F5FB8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B0B20D-0E40-4224-99E5-98577705FE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A39D74-E762-4E49-839D-BB778B7CA4B4}"/>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5" name="Footer Placeholder 4">
            <a:extLst>
              <a:ext uri="{FF2B5EF4-FFF2-40B4-BE49-F238E27FC236}">
                <a16:creationId xmlns:a16="http://schemas.microsoft.com/office/drawing/2014/main" id="{ED92DD89-5614-41D6-900A-8215B95E4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A0A5B-FD5D-438B-ABD2-B89AFC4E3E28}"/>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3529635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8ED9-9B6D-471C-9D06-1ED5FB0E10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807D68-65F7-4EF4-A455-E03740AEA7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8E553A-189C-4B9D-B097-A83FF5120C79}"/>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5" name="Footer Placeholder 4">
            <a:extLst>
              <a:ext uri="{FF2B5EF4-FFF2-40B4-BE49-F238E27FC236}">
                <a16:creationId xmlns:a16="http://schemas.microsoft.com/office/drawing/2014/main" id="{343EBBD4-7EF6-4B37-8C4A-DB6C88A5BB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7F139-0A6E-4D38-B4E5-75DCA7D5444E}"/>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3867437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A8126-ECE2-4625-90CE-70D8CA9D1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111D70-DD51-4B38-A040-FF70044FFD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9C69FB-E58C-4B06-B93B-081BCD8810FC}"/>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5" name="Footer Placeholder 4">
            <a:extLst>
              <a:ext uri="{FF2B5EF4-FFF2-40B4-BE49-F238E27FC236}">
                <a16:creationId xmlns:a16="http://schemas.microsoft.com/office/drawing/2014/main" id="{5F9F94ED-EFA1-4548-9CFF-5B38E15DBE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4439CA-EC24-41D0-947A-B5D3C1F0662B}"/>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3059450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537E-7E49-4643-802F-15D9308D1D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6C664E-CBF6-4AED-8671-83324DB401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B3A8EA-D127-4438-BBAC-72FDFA5AC6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C068B0-5E41-4CB9-ADC7-1EDBEA3D7743}"/>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6" name="Footer Placeholder 5">
            <a:extLst>
              <a:ext uri="{FF2B5EF4-FFF2-40B4-BE49-F238E27FC236}">
                <a16:creationId xmlns:a16="http://schemas.microsoft.com/office/drawing/2014/main" id="{D0B0F9DD-41A3-4133-A0FD-A18F58BA0C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75B4AB-484F-47D4-9355-D6AA7061542A}"/>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2356844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C61C-89BE-41BF-BDDA-CA059D6BA1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CEDECC-6193-4D9C-85B3-DBF3DAAE5A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11CD31-D489-461C-A0DE-D2006F22EB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0B37FB-63AA-4D0E-9D05-BD4FBC3619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F6BEB-897B-4DA8-A155-A130DB19CE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0164F7-82F3-493B-BB8F-F89F3F2A5822}"/>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8" name="Footer Placeholder 7">
            <a:extLst>
              <a:ext uri="{FF2B5EF4-FFF2-40B4-BE49-F238E27FC236}">
                <a16:creationId xmlns:a16="http://schemas.microsoft.com/office/drawing/2014/main" id="{CCF339F8-CA5F-4B45-A699-42AE8CE054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4D8AF3-F646-4748-B1F6-7F1A440FB4F0}"/>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2398648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52234-14E7-4023-8247-F94F82DFA9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8A79D2-452E-447C-BBB6-63F4A8C78F26}"/>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4" name="Footer Placeholder 3">
            <a:extLst>
              <a:ext uri="{FF2B5EF4-FFF2-40B4-BE49-F238E27FC236}">
                <a16:creationId xmlns:a16="http://schemas.microsoft.com/office/drawing/2014/main" id="{9739ADCA-F9A2-49CD-9E17-B96DFDA474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CAAE77-6D27-438D-82F0-13D31A120885}"/>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49393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A595E-AF6C-4A68-B512-6454F952CA98}"/>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3" name="Footer Placeholder 2">
            <a:extLst>
              <a:ext uri="{FF2B5EF4-FFF2-40B4-BE49-F238E27FC236}">
                <a16:creationId xmlns:a16="http://schemas.microsoft.com/office/drawing/2014/main" id="{9284B408-6B22-4BBF-838C-C91EE05A29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598EEE-18E1-457A-ACED-D319EC9172AA}"/>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2605716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B04D-8D23-414B-AB50-9FE2B16AAE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06043F-3FD4-4CDE-826B-0658817CEE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BE1FAA-DD60-40CA-829D-F0C2625156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E90CE-B523-48F6-B4E7-65A8BFEB805C}"/>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6" name="Footer Placeholder 5">
            <a:extLst>
              <a:ext uri="{FF2B5EF4-FFF2-40B4-BE49-F238E27FC236}">
                <a16:creationId xmlns:a16="http://schemas.microsoft.com/office/drawing/2014/main" id="{2CEE4442-6989-4C66-85E4-50849620A2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6B6605-153C-4494-AEED-B26A8A05853B}"/>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652759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EDEEF-5014-4CAB-ADE5-831F7522D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6C22B8-1C5B-4864-94CE-AD38161CE5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9EF8BC-CD4C-4D27-A2C9-4D9168FF9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73B21A-FC68-4340-BE99-1119BBEFFDED}"/>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6" name="Footer Placeholder 5">
            <a:extLst>
              <a:ext uri="{FF2B5EF4-FFF2-40B4-BE49-F238E27FC236}">
                <a16:creationId xmlns:a16="http://schemas.microsoft.com/office/drawing/2014/main" id="{AA9789D5-EDC5-478D-AD3B-2B1FA0A362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2D33B-B044-4D2A-B0BC-D386E463770A}"/>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897612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464E7-5EE8-4783-A07B-F6E96DB7EE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1A9DBD-5EC7-4242-81AC-A3399E73FF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45A8C0-666D-46D7-8DF8-072A43BBDBF9}"/>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5" name="Footer Placeholder 4">
            <a:extLst>
              <a:ext uri="{FF2B5EF4-FFF2-40B4-BE49-F238E27FC236}">
                <a16:creationId xmlns:a16="http://schemas.microsoft.com/office/drawing/2014/main" id="{20FC0A3F-F4AE-4AFC-BBB3-502CA83D1C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242EE-DD5B-4E9C-9FB8-8CB38C362D6F}"/>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401859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87CCA-651B-456B-ADCA-6858B1B190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806F1-617A-4C7A-85F4-07D5A0230F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A8E0CF-4BC9-4091-87F3-ABB3BA6D3B4F}"/>
              </a:ext>
            </a:extLst>
          </p:cNvPr>
          <p:cNvSpPr>
            <a:spLocks noGrp="1"/>
          </p:cNvSpPr>
          <p:nvPr>
            <p:ph type="dt" sz="half" idx="10"/>
          </p:nvPr>
        </p:nvSpPr>
        <p:spPr/>
        <p:txBody>
          <a:bodyPr/>
          <a:lstStyle/>
          <a:p>
            <a:fld id="{79C9B3FC-610E-4214-BBA4-2BF80C3B2B3B}" type="datetimeFigureOut">
              <a:rPr lang="en-US" smtClean="0"/>
              <a:t>2/14/2025</a:t>
            </a:fld>
            <a:endParaRPr lang="en-US"/>
          </a:p>
        </p:txBody>
      </p:sp>
      <p:sp>
        <p:nvSpPr>
          <p:cNvPr id="5" name="Footer Placeholder 4">
            <a:extLst>
              <a:ext uri="{FF2B5EF4-FFF2-40B4-BE49-F238E27FC236}">
                <a16:creationId xmlns:a16="http://schemas.microsoft.com/office/drawing/2014/main" id="{A7B7C908-F1D1-43A5-85D5-D259C3A946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BF6ECB-2F7F-4FC2-B30A-C013EC32AD54}"/>
              </a:ext>
            </a:extLst>
          </p:cNvPr>
          <p:cNvSpPr>
            <a:spLocks noGrp="1"/>
          </p:cNvSpPr>
          <p:nvPr>
            <p:ph type="sldNum" sz="quarter" idx="12"/>
          </p:nvPr>
        </p:nvSpPr>
        <p:spPr/>
        <p:txBody>
          <a:bodyPr/>
          <a:lstStyle/>
          <a:p>
            <a:fld id="{51798196-3EB5-498D-99DA-E65D791176A0}" type="slidenum">
              <a:rPr lang="en-US" smtClean="0"/>
              <a:t>‹#›</a:t>
            </a:fld>
            <a:endParaRPr lang="en-US"/>
          </a:p>
        </p:txBody>
      </p:sp>
    </p:spTree>
    <p:extLst>
      <p:ext uri="{BB962C8B-B14F-4D97-AF65-F5344CB8AC3E}">
        <p14:creationId xmlns:p14="http://schemas.microsoft.com/office/powerpoint/2010/main" val="1733049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391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ontent_Subhead - IQVIA">
    <p:spTree>
      <p:nvGrpSpPr>
        <p:cNvPr id="1" name=""/>
        <p:cNvGrpSpPr/>
        <p:nvPr/>
      </p:nvGrpSpPr>
      <p:grpSpPr>
        <a:xfrm>
          <a:off x="0" y="0"/>
          <a:ext cx="0" cy="0"/>
          <a:chOff x="0" y="0"/>
          <a:chExt cx="0" cy="0"/>
        </a:xfrm>
      </p:grpSpPr>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Tree>
    <p:extLst>
      <p:ext uri="{BB962C8B-B14F-4D97-AF65-F5344CB8AC3E}">
        <p14:creationId xmlns:p14="http://schemas.microsoft.com/office/powerpoint/2010/main" val="98888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9AB68C-D52A-4330-9666-8C33BBDFB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28EDC9-3190-40DC-A3E5-4D8C80A153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11762-1E09-458F-BF60-C503BF6EA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C9B3FC-610E-4214-BBA4-2BF80C3B2B3B}" type="datetimeFigureOut">
              <a:rPr lang="en-US" smtClean="0"/>
              <a:t>2/14/2025</a:t>
            </a:fld>
            <a:endParaRPr lang="en-US"/>
          </a:p>
        </p:txBody>
      </p:sp>
      <p:sp>
        <p:nvSpPr>
          <p:cNvPr id="5" name="Footer Placeholder 4">
            <a:extLst>
              <a:ext uri="{FF2B5EF4-FFF2-40B4-BE49-F238E27FC236}">
                <a16:creationId xmlns:a16="http://schemas.microsoft.com/office/drawing/2014/main" id="{3FED14AA-99CE-4E50-BBD2-A418769767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E81F22-5047-4617-B862-71C42D3703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798196-3EB5-498D-99DA-E65D791176A0}" type="slidenum">
              <a:rPr lang="en-US" smtClean="0"/>
              <a:t>‹#›</a:t>
            </a:fld>
            <a:endParaRPr lang="en-US"/>
          </a:p>
        </p:txBody>
      </p:sp>
    </p:spTree>
    <p:extLst>
      <p:ext uri="{BB962C8B-B14F-4D97-AF65-F5344CB8AC3E}">
        <p14:creationId xmlns:p14="http://schemas.microsoft.com/office/powerpoint/2010/main" val="795002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onnect@markmanassociates.com&#8203;" TargetMode="External"/><Relationship Id="rId2" Type="http://schemas.openxmlformats.org/officeDocument/2006/relationships/hyperlink" Target="https://markman-group.com/" TargetMode="Externa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pn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33.e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6.sv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hyperlink" Target="mailto:connect@markmanassociates.com&#8203;" TargetMode="External"/><Relationship Id="rId2" Type="http://schemas.openxmlformats.org/officeDocument/2006/relationships/hyperlink" Target="https://markman-group.com/" TargetMode="Externa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8.sv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0.svg"/><Relationship Id="rId7" Type="http://schemas.openxmlformats.org/officeDocument/2006/relationships/image" Target="../media/image7.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9.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2936"/>
        </a:solidFill>
        <a:effectLst/>
      </p:bgPr>
    </p:bg>
    <p:spTree>
      <p:nvGrpSpPr>
        <p:cNvPr id="1" name=""/>
        <p:cNvGrpSpPr/>
        <p:nvPr/>
      </p:nvGrpSpPr>
      <p:grpSpPr>
        <a:xfrm>
          <a:off x="0" y="0"/>
          <a:ext cx="0" cy="0"/>
          <a:chOff x="0" y="0"/>
          <a:chExt cx="0" cy="0"/>
        </a:xfrm>
      </p:grpSpPr>
      <p:sp>
        <p:nvSpPr>
          <p:cNvPr id="12" name="Snip Diagonal Corner Rectangle 11">
            <a:extLst>
              <a:ext uri="{FF2B5EF4-FFF2-40B4-BE49-F238E27FC236}">
                <a16:creationId xmlns:a16="http://schemas.microsoft.com/office/drawing/2014/main" id="{9EE03437-D8FC-7C42-98D6-25D58E3C08E4}"/>
              </a:ext>
            </a:extLst>
          </p:cNvPr>
          <p:cNvSpPr/>
          <p:nvPr/>
        </p:nvSpPr>
        <p:spPr>
          <a:xfrm rot="10800000">
            <a:off x="889832" y="1084817"/>
            <a:ext cx="10412335" cy="4688366"/>
          </a:xfrm>
          <a:prstGeom prst="snip2DiagRect">
            <a:avLst>
              <a:gd name="adj1" fmla="val 0"/>
              <a:gd name="adj2" fmla="val 36246"/>
            </a:avLst>
          </a:prstGeom>
          <a:solidFill>
            <a:srgbClr val="1A7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 name="TextBox 3">
            <a:extLst>
              <a:ext uri="{FF2B5EF4-FFF2-40B4-BE49-F238E27FC236}">
                <a16:creationId xmlns:a16="http://schemas.microsoft.com/office/drawing/2014/main" id="{9D055E44-EC76-6145-BFC9-7A54EC8009C3}"/>
              </a:ext>
            </a:extLst>
          </p:cNvPr>
          <p:cNvSpPr txBox="1"/>
          <p:nvPr/>
        </p:nvSpPr>
        <p:spPr>
          <a:xfrm>
            <a:off x="2502757" y="2097982"/>
            <a:ext cx="7769004" cy="2215991"/>
          </a:xfrm>
          <a:prstGeom prst="rect">
            <a:avLst/>
          </a:prstGeom>
          <a:noFill/>
          <a:ln w="28575">
            <a:noFill/>
          </a:ln>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all" spc="1000" normalizeH="0" baseline="0" noProof="0">
                <a:ln>
                  <a:noFill/>
                </a:ln>
                <a:solidFill>
                  <a:prstClr val="white"/>
                </a:solidFill>
                <a:effectLst/>
                <a:uLnTx/>
                <a:uFillTx/>
                <a:latin typeface="Josefin Sans SemiBold" pitchFamily="2" charset="77"/>
                <a:ea typeface="+mn-ea"/>
                <a:cs typeface="+mn-cs"/>
              </a:rPr>
              <a:t>MARKMAN GROUP</a:t>
            </a:r>
          </a:p>
        </p:txBody>
      </p:sp>
      <p:cxnSp>
        <p:nvCxnSpPr>
          <p:cNvPr id="18" name="Straight Connector 17">
            <a:extLst>
              <a:ext uri="{FF2B5EF4-FFF2-40B4-BE49-F238E27FC236}">
                <a16:creationId xmlns:a16="http://schemas.microsoft.com/office/drawing/2014/main" id="{83167E4B-4A06-264B-980B-E9C0C208B2DE}"/>
              </a:ext>
            </a:extLst>
          </p:cNvPr>
          <p:cNvCxnSpPr>
            <a:cxnSpLocks/>
          </p:cNvCxnSpPr>
          <p:nvPr/>
        </p:nvCxnSpPr>
        <p:spPr>
          <a:xfrm>
            <a:off x="2502757" y="4327077"/>
            <a:ext cx="707747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2798AD7-E3E5-45EF-9E36-FFFDA1739498}"/>
              </a:ext>
            </a:extLst>
          </p:cNvPr>
          <p:cNvSpPr txBox="1"/>
          <p:nvPr/>
        </p:nvSpPr>
        <p:spPr>
          <a:xfrm>
            <a:off x="7351466" y="6452754"/>
            <a:ext cx="1306952" cy="19620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prstClr val="white">
                    <a:lumMod val="85000"/>
                  </a:prstClr>
                </a:solidFill>
                <a:effectLst/>
                <a:uLnTx/>
                <a:uFillTx/>
                <a:latin typeface="Britannic Bold"/>
                <a:ea typeface="Calibri" panose="020F0502020204030204"/>
                <a:cs typeface="Calibri" panose="020F0502020204030204"/>
                <a:hlinkClick r:id="rId2">
                  <a:extLst>
                    <a:ext uri="{A12FA001-AC4F-418D-AE19-62706E023703}">
                      <ahyp:hlinkClr xmlns:ahyp="http://schemas.microsoft.com/office/drawing/2018/hyperlinkcolor" val="tx"/>
                    </a:ext>
                  </a:extLst>
                </a:hlinkClick>
              </a:rPr>
              <a:t>markman-group.com</a:t>
            </a:r>
            <a:endParaRPr kumimoji="0" lang="en-US" sz="1350" b="1" i="0" u="none" strike="noStrike" kern="1200" cap="none" spc="0" normalizeH="0" baseline="0" noProof="0">
              <a:ln>
                <a:noFill/>
              </a:ln>
              <a:solidFill>
                <a:prstClr val="white">
                  <a:lumMod val="85000"/>
                </a:prstClr>
              </a:solidFill>
              <a:effectLst/>
              <a:uLnTx/>
              <a:uFillTx/>
              <a:latin typeface="Britannic Bold"/>
              <a:ea typeface="+mn-ea"/>
              <a:cs typeface="+mn-cs"/>
            </a:endParaRPr>
          </a:p>
        </p:txBody>
      </p:sp>
      <p:sp>
        <p:nvSpPr>
          <p:cNvPr id="20" name="TextBox 19">
            <a:extLst>
              <a:ext uri="{FF2B5EF4-FFF2-40B4-BE49-F238E27FC236}">
                <a16:creationId xmlns:a16="http://schemas.microsoft.com/office/drawing/2014/main" id="{860AE965-80E7-4545-8B84-E9645D71F454}"/>
              </a:ext>
            </a:extLst>
          </p:cNvPr>
          <p:cNvSpPr txBox="1"/>
          <p:nvPr/>
        </p:nvSpPr>
        <p:spPr>
          <a:xfrm>
            <a:off x="9748207" y="6447562"/>
            <a:ext cx="2009742" cy="19620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prstClr val="white">
                    <a:lumMod val="85000"/>
                  </a:prstClr>
                </a:solidFill>
                <a:effectLst/>
                <a:uLnTx/>
                <a:uFillTx/>
                <a:latin typeface="Britannic Bold"/>
                <a:ea typeface="Calibri" panose="020F0502020204030204"/>
                <a:cs typeface="Calibri" panose="020F0502020204030204"/>
                <a:hlinkClick r:id="rId3">
                  <a:extLst>
                    <a:ext uri="{A12FA001-AC4F-418D-AE19-62706E023703}">
                      <ahyp:hlinkClr xmlns:ahyp="http://schemas.microsoft.com/office/drawing/2018/hyperlinkcolor" val="tx"/>
                    </a:ext>
                  </a:extLst>
                </a:hlinkClick>
              </a:rPr>
              <a:t>connect@markmanassociates.com</a:t>
            </a:r>
            <a:endParaRPr kumimoji="0" lang="en-US" sz="1350" b="0" i="0" u="none" strike="noStrike" kern="1200" cap="none" spc="0" normalizeH="0" baseline="0" noProof="0">
              <a:ln>
                <a:noFill/>
              </a:ln>
              <a:solidFill>
                <a:prstClr val="white">
                  <a:lumMod val="85000"/>
                </a:prstClr>
              </a:solidFill>
              <a:effectLst/>
              <a:uLnTx/>
              <a:uFillTx/>
              <a:latin typeface="Calibri" panose="020F0502020204030204"/>
              <a:ea typeface="+mn-ea"/>
              <a:cs typeface="+mn-cs"/>
              <a:hlinkClick r:id="rId3">
                <a:extLst>
                  <a:ext uri="{A12FA001-AC4F-418D-AE19-62706E023703}">
                    <ahyp:hlinkClr xmlns:ahyp="http://schemas.microsoft.com/office/drawing/2018/hyperlinkcolor" val="tx"/>
                  </a:ext>
                </a:extLst>
              </a:hlinkClick>
            </a:endParaRPr>
          </a:p>
        </p:txBody>
      </p:sp>
      <p:cxnSp>
        <p:nvCxnSpPr>
          <p:cNvPr id="21" name="Straight Arrow Connector 20">
            <a:extLst>
              <a:ext uri="{FF2B5EF4-FFF2-40B4-BE49-F238E27FC236}">
                <a16:creationId xmlns:a16="http://schemas.microsoft.com/office/drawing/2014/main" id="{FD83CAF4-97D8-4F51-BE15-3FA648A5378C}"/>
              </a:ext>
            </a:extLst>
          </p:cNvPr>
          <p:cNvCxnSpPr>
            <a:cxnSpLocks/>
          </p:cNvCxnSpPr>
          <p:nvPr/>
        </p:nvCxnSpPr>
        <p:spPr>
          <a:xfrm flipV="1">
            <a:off x="161539" y="6388399"/>
            <a:ext cx="11868919" cy="1"/>
          </a:xfrm>
          <a:prstGeom prst="straightConnector1">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4FC11129-26DD-4225-86BA-A46D86076A06}"/>
              </a:ext>
            </a:extLst>
          </p:cNvPr>
          <p:cNvPicPr>
            <a:picLocks noChangeAspect="1"/>
          </p:cNvPicPr>
          <p:nvPr/>
        </p:nvPicPr>
        <p:blipFill>
          <a:blip r:embed="rId4"/>
          <a:stretch>
            <a:fillRect/>
          </a:stretch>
        </p:blipFill>
        <p:spPr>
          <a:xfrm>
            <a:off x="9394112" y="3876571"/>
            <a:ext cx="1896612" cy="1896612"/>
          </a:xfrm>
          <a:prstGeom prst="rect">
            <a:avLst/>
          </a:prstGeom>
        </p:spPr>
      </p:pic>
    </p:spTree>
    <p:extLst>
      <p:ext uri="{BB962C8B-B14F-4D97-AF65-F5344CB8AC3E}">
        <p14:creationId xmlns:p14="http://schemas.microsoft.com/office/powerpoint/2010/main" val="380713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Snip Diagonal Corner Rectangle 7">
            <a:extLst>
              <a:ext uri="{FF2B5EF4-FFF2-40B4-BE49-F238E27FC236}">
                <a16:creationId xmlns:a16="http://schemas.microsoft.com/office/drawing/2014/main" id="{7F3E91E2-95C6-4900-834F-247B5ADF0376}"/>
              </a:ext>
            </a:extLst>
          </p:cNvPr>
          <p:cNvSpPr/>
          <p:nvPr/>
        </p:nvSpPr>
        <p:spPr>
          <a:xfrm>
            <a:off x="170558" y="105635"/>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21" name="TextBox 220">
            <a:extLst>
              <a:ext uri="{FF2B5EF4-FFF2-40B4-BE49-F238E27FC236}">
                <a16:creationId xmlns:a16="http://schemas.microsoft.com/office/drawing/2014/main" id="{E3C650FE-B16E-447C-ABF5-F0AF9D29E781}"/>
              </a:ext>
            </a:extLst>
          </p:cNvPr>
          <p:cNvSpPr txBox="1"/>
          <p:nvPr/>
        </p:nvSpPr>
        <p:spPr>
          <a:xfrm>
            <a:off x="156601" y="378661"/>
            <a:ext cx="11932285" cy="430887"/>
          </a:xfrm>
          <a:prstGeom prst="rect">
            <a:avLst/>
          </a:prstGeom>
          <a:noFill/>
          <a:ln>
            <a:noFill/>
          </a:ln>
        </p:spPr>
        <p:txBody>
          <a:bodyPr wrap="square" lIns="0" tIns="0" rIns="0" bIns="0" rtlCol="0">
            <a:spAutoFit/>
          </a:bodyPr>
          <a:lstStyle/>
          <a:p>
            <a:pPr algn="ctr"/>
            <a:r>
              <a:rPr lang="en-US" sz="2800" cap="all" spc="600" dirty="0">
                <a:solidFill>
                  <a:schemeClr val="bg1"/>
                </a:solidFill>
                <a:latin typeface="Josefin Sans SemiBold" pitchFamily="2" charset="77"/>
              </a:rPr>
              <a:t>Proposed Proof of concept</a:t>
            </a:r>
          </a:p>
        </p:txBody>
      </p:sp>
      <p:sp>
        <p:nvSpPr>
          <p:cNvPr id="2" name="Slide Number Placeholder 5">
            <a:extLst>
              <a:ext uri="{FF2B5EF4-FFF2-40B4-BE49-F238E27FC236}">
                <a16:creationId xmlns:a16="http://schemas.microsoft.com/office/drawing/2014/main" id="{2D0E3C82-84A8-8646-7009-799D4B50FBAF}"/>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750" b="0" i="0" u="none" strike="noStrike" kern="1200" cap="none" spc="0" normalizeH="0" baseline="0">
              <a:ln>
                <a:noFill/>
              </a:ln>
              <a:solidFill>
                <a:srgbClr val="000000"/>
              </a:solidFill>
              <a:effectLst/>
              <a:uLnTx/>
              <a:uFillTx/>
              <a:ea typeface="+mn-ea"/>
              <a:cs typeface="+mn-cs"/>
            </a:endParaRPr>
          </a:p>
        </p:txBody>
      </p:sp>
      <p:pic>
        <p:nvPicPr>
          <p:cNvPr id="11" name="Graphic 10" descr="Lights On with solid fill">
            <a:extLst>
              <a:ext uri="{FF2B5EF4-FFF2-40B4-BE49-F238E27FC236}">
                <a16:creationId xmlns:a16="http://schemas.microsoft.com/office/drawing/2014/main" id="{10E1B216-C265-B748-F8F7-983962B67B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0554" y="6294733"/>
            <a:ext cx="276174" cy="276174"/>
          </a:xfrm>
          <a:prstGeom prst="rect">
            <a:avLst/>
          </a:prstGeom>
        </p:spPr>
      </p:pic>
      <p:sp>
        <p:nvSpPr>
          <p:cNvPr id="14" name="TextBox 13">
            <a:extLst>
              <a:ext uri="{FF2B5EF4-FFF2-40B4-BE49-F238E27FC236}">
                <a16:creationId xmlns:a16="http://schemas.microsoft.com/office/drawing/2014/main" id="{343D6C2D-D9A4-AD1A-ECBC-517BE7EA5707}"/>
              </a:ext>
            </a:extLst>
          </p:cNvPr>
          <p:cNvSpPr txBox="1"/>
          <p:nvPr/>
        </p:nvSpPr>
        <p:spPr>
          <a:xfrm>
            <a:off x="2139696" y="2387394"/>
            <a:ext cx="7844600" cy="3313728"/>
          </a:xfrm>
          <a:prstGeom prst="rect">
            <a:avLst/>
          </a:prstGeom>
          <a:noFill/>
        </p:spPr>
        <p:txBody>
          <a:bodyPr wrap="square">
            <a:spAutoFit/>
          </a:bodyPr>
          <a:lstStyle/>
          <a:p>
            <a:pPr algn="just">
              <a:spcAft>
                <a:spcPts val="1200"/>
              </a:spcAft>
            </a:pPr>
            <a:r>
              <a:rPr lang="en-US" sz="1600" b="1" dirty="0">
                <a:solidFill>
                  <a:srgbClr val="208E9B"/>
                </a:solidFill>
                <a:latin typeface="Calibri Light" panose="020F0302020204030204" pitchFamily="34" charset="0"/>
              </a:rPr>
              <a:t>Goal: </a:t>
            </a:r>
            <a:r>
              <a:rPr lang="en-US" sz="1600" dirty="0">
                <a:latin typeface="Calibri Light" panose="020F0302020204030204" pitchFamily="34" charset="0"/>
              </a:rPr>
              <a:t>define </a:t>
            </a:r>
            <a:r>
              <a:rPr lang="en-US" sz="1600" dirty="0">
                <a:effectLst/>
                <a:latin typeface="Calibri Light" panose="020F0302020204030204" pitchFamily="34" charset="0"/>
                <a:ea typeface="Times New Roman" panose="02020603050405020304" pitchFamily="18" charset="0"/>
              </a:rPr>
              <a:t>and implement optimal workflows, introduce effective data governance practices, and ensure </a:t>
            </a:r>
            <a:r>
              <a:rPr lang="en-US" sz="1600" dirty="0" err="1">
                <a:effectLst/>
                <a:latin typeface="Calibri Light" panose="020F0302020204030204" pitchFamily="34" charset="0"/>
                <a:ea typeface="Times New Roman" panose="02020603050405020304" pitchFamily="18" charset="0"/>
              </a:rPr>
              <a:t>DealCloud</a:t>
            </a:r>
            <a:r>
              <a:rPr lang="en-US" sz="1600" dirty="0">
                <a:effectLst/>
                <a:latin typeface="Calibri Light" panose="020F0302020204030204" pitchFamily="34" charset="0"/>
                <a:ea typeface="Times New Roman" panose="02020603050405020304" pitchFamily="18" charset="0"/>
              </a:rPr>
              <a:t> is utilized to its full potential.</a:t>
            </a:r>
            <a:endParaRPr lang="en-US" sz="1600" b="1" dirty="0">
              <a:solidFill>
                <a:srgbClr val="208E9B"/>
              </a:solidFill>
              <a:effectLst/>
              <a:latin typeface="Calibri Light" panose="020F0302020204030204" pitchFamily="34" charset="0"/>
              <a:ea typeface="Times New Roman" panose="02020603050405020304" pitchFamily="18" charset="0"/>
            </a:endParaRPr>
          </a:p>
          <a:p>
            <a:pPr algn="just">
              <a:spcBef>
                <a:spcPts val="800"/>
              </a:spcBef>
              <a:spcAft>
                <a:spcPts val="1200"/>
              </a:spcAft>
            </a:pPr>
            <a:r>
              <a:rPr lang="en-US" sz="1600" b="1" dirty="0">
                <a:solidFill>
                  <a:srgbClr val="208E9B"/>
                </a:solidFill>
                <a:latin typeface="Calibri Light" panose="020F0302020204030204" pitchFamily="34" charset="0"/>
              </a:rPr>
              <a:t>Objective: </a:t>
            </a:r>
            <a:r>
              <a:rPr lang="en-US" sz="1600" dirty="0">
                <a:effectLst/>
                <a:latin typeface="Calibri Light" panose="020F0302020204030204" pitchFamily="34" charset="0"/>
                <a:ea typeface="Times New Roman" panose="02020603050405020304" pitchFamily="18" charset="0"/>
              </a:rPr>
              <a:t>deliver quick wins early in the process, enabling the firm to experience immediate benefits, such as reducing manual effort, improving data accuracy, and supporting users in maintaining high data quality.</a:t>
            </a:r>
          </a:p>
          <a:p>
            <a:pPr marL="0" marR="0" algn="just">
              <a:spcBef>
                <a:spcPts val="800"/>
              </a:spcBef>
            </a:pPr>
            <a:r>
              <a:rPr lang="en-US" sz="1600" b="1" dirty="0">
                <a:solidFill>
                  <a:srgbClr val="208E9B"/>
                </a:solidFill>
                <a:latin typeface="Calibri Light" panose="020F0302020204030204" pitchFamily="34" charset="0"/>
              </a:rPr>
              <a:t>Roles:</a:t>
            </a:r>
            <a:endParaRPr lang="en-US" sz="1600" dirty="0">
              <a:latin typeface="Calibri Light" panose="020F0302020204030204" pitchFamily="34" charset="0"/>
            </a:endParaRPr>
          </a:p>
          <a:p>
            <a:pPr marL="0" marR="0" algn="just"/>
            <a:r>
              <a:rPr lang="en-US" sz="1600" b="1" dirty="0">
                <a:latin typeface="Calibri Light" panose="020F0302020204030204" pitchFamily="34" charset="0"/>
              </a:rPr>
              <a:t>Markman Group </a:t>
            </a:r>
            <a:r>
              <a:rPr lang="en-US" sz="1600" dirty="0">
                <a:latin typeface="Calibri Light" panose="020F0302020204030204" pitchFamily="34" charset="0"/>
              </a:rPr>
              <a:t>will support the initiative by providing technical expertise and guidance, helping to implement solutions efficiently while assisting with key activities such as data integration, automation, and reporting.</a:t>
            </a:r>
          </a:p>
          <a:p>
            <a:pPr marL="0" marR="0" algn="just"/>
            <a:r>
              <a:rPr lang="en-US" sz="1600" b="1" dirty="0">
                <a:latin typeface="Calibri Light" panose="020F0302020204030204" pitchFamily="34" charset="0"/>
              </a:rPr>
              <a:t>Metropolitan</a:t>
            </a:r>
            <a:r>
              <a:rPr lang="en-US" sz="1600" dirty="0">
                <a:latin typeface="Calibri Light" panose="020F0302020204030204" pitchFamily="34" charset="0"/>
              </a:rPr>
              <a:t> team will lead the current </a:t>
            </a:r>
            <a:r>
              <a:rPr lang="en-US" sz="1600" dirty="0" err="1">
                <a:latin typeface="Calibri Light" panose="020F0302020204030204" pitchFamily="34" charset="0"/>
              </a:rPr>
              <a:t>DealCloud</a:t>
            </a:r>
            <a:r>
              <a:rPr lang="en-US" sz="1600" dirty="0">
                <a:latin typeface="Calibri Light" panose="020F0302020204030204" pitchFamily="34" charset="0"/>
              </a:rPr>
              <a:t> assessment as well as future process and requirements gathering. </a:t>
            </a:r>
          </a:p>
        </p:txBody>
      </p:sp>
      <p:sp>
        <p:nvSpPr>
          <p:cNvPr id="16" name="Rectangle: Rounded Corners 15">
            <a:extLst>
              <a:ext uri="{FF2B5EF4-FFF2-40B4-BE49-F238E27FC236}">
                <a16:creationId xmlns:a16="http://schemas.microsoft.com/office/drawing/2014/main" id="{9288AA65-05C1-DDA0-6639-E9053ADAABA2}"/>
              </a:ext>
            </a:extLst>
          </p:cNvPr>
          <p:cNvSpPr/>
          <p:nvPr/>
        </p:nvSpPr>
        <p:spPr>
          <a:xfrm>
            <a:off x="1691640" y="1729075"/>
            <a:ext cx="8631936" cy="4189520"/>
          </a:xfrm>
          <a:prstGeom prst="roundRect">
            <a:avLst>
              <a:gd name="adj" fmla="val 4560"/>
            </a:avLst>
          </a:prstGeom>
          <a:noFill/>
          <a:ln w="12700">
            <a:solidFill>
              <a:srgbClr val="208E9B"/>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solidFill>
                <a:srgbClr val="208E9B"/>
              </a:solidFill>
            </a:endParaRPr>
          </a:p>
        </p:txBody>
      </p:sp>
      <p:sp>
        <p:nvSpPr>
          <p:cNvPr id="6" name="TextBox 5">
            <a:extLst>
              <a:ext uri="{FF2B5EF4-FFF2-40B4-BE49-F238E27FC236}">
                <a16:creationId xmlns:a16="http://schemas.microsoft.com/office/drawing/2014/main" id="{3DF12725-D6B2-0C3B-72A1-0F8F599450BE}"/>
              </a:ext>
            </a:extLst>
          </p:cNvPr>
          <p:cNvSpPr txBox="1"/>
          <p:nvPr/>
        </p:nvSpPr>
        <p:spPr>
          <a:xfrm>
            <a:off x="4379254" y="1390960"/>
            <a:ext cx="3475791" cy="752618"/>
          </a:xfrm>
          <a:prstGeom prst="roundRect">
            <a:avLst/>
          </a:prstGeom>
          <a:solidFill>
            <a:schemeClr val="bg1"/>
          </a:solidFill>
          <a:ln w="9525">
            <a:solidFill>
              <a:srgbClr val="208E9B"/>
            </a:solidFill>
          </a:ln>
        </p:spPr>
        <p:txBody>
          <a:bodyPr wrap="square">
            <a:spAutoFit/>
          </a:bodyPr>
          <a:lstStyle/>
          <a:p>
            <a:pPr marL="0" marR="0" algn="ctr">
              <a:lnSpc>
                <a:spcPct val="107000"/>
              </a:lnSpc>
              <a:spcBef>
                <a:spcPts val="1200"/>
              </a:spcBef>
            </a:pPr>
            <a:r>
              <a:rPr lang="en-US" sz="1800" b="1" kern="0" dirty="0">
                <a:solidFill>
                  <a:srgbClr val="208E9B"/>
                </a:solidFill>
                <a:effectLst/>
                <a:latin typeface="Josefin Sans SemiBold" pitchFamily="2" charset="0"/>
                <a:ea typeface="Times New Roman" panose="02020603050405020304" pitchFamily="18" charset="0"/>
                <a:cs typeface="Times New Roman" panose="02020603050405020304" pitchFamily="18" charset="0"/>
              </a:rPr>
              <a:t>Metropolitan </a:t>
            </a:r>
            <a:r>
              <a:rPr lang="en-US" sz="1800" b="1" kern="0" dirty="0" err="1">
                <a:solidFill>
                  <a:srgbClr val="208E9B"/>
                </a:solidFill>
                <a:effectLst/>
                <a:latin typeface="Josefin Sans SemiBold" pitchFamily="2" charset="0"/>
                <a:ea typeface="Times New Roman" panose="02020603050405020304" pitchFamily="18" charset="0"/>
                <a:cs typeface="Times New Roman" panose="02020603050405020304" pitchFamily="18" charset="0"/>
              </a:rPr>
              <a:t>DealCloud</a:t>
            </a:r>
            <a:r>
              <a:rPr lang="en-US" sz="1800" b="1" kern="0" dirty="0">
                <a:solidFill>
                  <a:srgbClr val="208E9B"/>
                </a:solidFill>
                <a:effectLst/>
                <a:latin typeface="Josefin Sans SemiBold" pitchFamily="2" charset="0"/>
                <a:ea typeface="Times New Roman" panose="02020603050405020304" pitchFamily="18" charset="0"/>
                <a:cs typeface="Times New Roman" panose="02020603050405020304" pitchFamily="18" charset="0"/>
              </a:rPr>
              <a:t> usage optimization</a:t>
            </a:r>
          </a:p>
        </p:txBody>
      </p:sp>
      <p:sp>
        <p:nvSpPr>
          <p:cNvPr id="39" name="Oval 38">
            <a:extLst>
              <a:ext uri="{FF2B5EF4-FFF2-40B4-BE49-F238E27FC236}">
                <a16:creationId xmlns:a16="http://schemas.microsoft.com/office/drawing/2014/main" id="{E89873EB-A906-E3E2-6AAE-75C953F6B685}"/>
              </a:ext>
            </a:extLst>
          </p:cNvPr>
          <p:cNvSpPr/>
          <p:nvPr/>
        </p:nvSpPr>
        <p:spPr>
          <a:xfrm>
            <a:off x="334077" y="6240565"/>
            <a:ext cx="429129" cy="384510"/>
          </a:xfrm>
          <a:prstGeom prst="ellipse">
            <a:avLst/>
          </a:prstGeom>
          <a:noFill/>
          <a:ln w="9525">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1" name="TextBox 40">
            <a:extLst>
              <a:ext uri="{FF2B5EF4-FFF2-40B4-BE49-F238E27FC236}">
                <a16:creationId xmlns:a16="http://schemas.microsoft.com/office/drawing/2014/main" id="{FB63AD32-8CF3-CA29-802E-CA7DB5503CD5}"/>
              </a:ext>
            </a:extLst>
          </p:cNvPr>
          <p:cNvSpPr txBox="1"/>
          <p:nvPr/>
        </p:nvSpPr>
        <p:spPr>
          <a:xfrm>
            <a:off x="763205" y="6260762"/>
            <a:ext cx="11208055" cy="307777"/>
          </a:xfrm>
          <a:prstGeom prst="rect">
            <a:avLst/>
          </a:prstGeom>
          <a:noFill/>
        </p:spPr>
        <p:txBody>
          <a:bodyPr wrap="square">
            <a:spAutoFit/>
          </a:bodyPr>
          <a:lstStyle/>
          <a:p>
            <a:pPr marL="0" marR="0" algn="just"/>
            <a:r>
              <a:rPr lang="en-US" sz="1400" dirty="0">
                <a:effectLst/>
                <a:latin typeface="Calibri Light" panose="020F0302020204030204" pitchFamily="34" charset="0"/>
                <a:ea typeface="Times New Roman" panose="02020603050405020304" pitchFamily="18" charset="0"/>
              </a:rPr>
              <a:t>Those quick wins will </a:t>
            </a:r>
            <a:r>
              <a:rPr lang="en-US" sz="1400" dirty="0">
                <a:latin typeface="Calibri Light" panose="020F0302020204030204" pitchFamily="34" charset="0"/>
                <a:ea typeface="Times New Roman" panose="02020603050405020304" pitchFamily="18" charset="0"/>
              </a:rPr>
              <a:t>act as p</a:t>
            </a:r>
            <a:r>
              <a:rPr lang="en-US" sz="1400" dirty="0">
                <a:effectLst/>
                <a:latin typeface="Calibri Light" panose="020F0302020204030204" pitchFamily="34" charset="0"/>
                <a:ea typeface="Times New Roman" panose="02020603050405020304" pitchFamily="18" charset="0"/>
              </a:rPr>
              <a:t>roof of concept for applying similar principles to broader data architecture initiatives in the future</a:t>
            </a:r>
            <a:endParaRPr lang="bg-BG" sz="1400" dirty="0">
              <a:effectLst/>
              <a:latin typeface="Times New Roman" panose="02020603050405020304" pitchFamily="18" charset="0"/>
              <a:ea typeface="Times New Roman" panose="02020603050405020304" pitchFamily="18" charset="0"/>
            </a:endParaRPr>
          </a:p>
        </p:txBody>
      </p:sp>
      <p:grpSp>
        <p:nvGrpSpPr>
          <p:cNvPr id="55" name="Group 54">
            <a:extLst>
              <a:ext uri="{FF2B5EF4-FFF2-40B4-BE49-F238E27FC236}">
                <a16:creationId xmlns:a16="http://schemas.microsoft.com/office/drawing/2014/main" id="{83759D9D-0698-CA8A-1827-F63094BC0895}"/>
              </a:ext>
            </a:extLst>
          </p:cNvPr>
          <p:cNvGrpSpPr/>
          <p:nvPr/>
        </p:nvGrpSpPr>
        <p:grpSpPr>
          <a:xfrm>
            <a:off x="3196634" y="1372249"/>
            <a:ext cx="914400" cy="759122"/>
            <a:chOff x="518627" y="1094276"/>
            <a:chExt cx="914400" cy="759122"/>
          </a:xfrm>
        </p:grpSpPr>
        <p:sp>
          <p:nvSpPr>
            <p:cNvPr id="56" name="Rectangle 55">
              <a:extLst>
                <a:ext uri="{FF2B5EF4-FFF2-40B4-BE49-F238E27FC236}">
                  <a16:creationId xmlns:a16="http://schemas.microsoft.com/office/drawing/2014/main" id="{D1A6BC7D-C62E-8EFA-6934-4D973FFA1CAD}"/>
                </a:ext>
              </a:extLst>
            </p:cNvPr>
            <p:cNvSpPr/>
            <p:nvPr/>
          </p:nvSpPr>
          <p:spPr>
            <a:xfrm>
              <a:off x="518627" y="1094276"/>
              <a:ext cx="914400" cy="752617"/>
            </a:xfrm>
            <a:prstGeom prst="rect">
              <a:avLst/>
            </a:prstGeom>
            <a:solidFill>
              <a:schemeClr val="bg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57" name="Graphic 56" descr="Workflow with solid fill">
              <a:extLst>
                <a:ext uri="{FF2B5EF4-FFF2-40B4-BE49-F238E27FC236}">
                  <a16:creationId xmlns:a16="http://schemas.microsoft.com/office/drawing/2014/main" id="{0FFDF9D9-0C85-BB8B-B60A-FC49B055ED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4856" y="1246894"/>
              <a:ext cx="505701" cy="505701"/>
            </a:xfrm>
            <a:prstGeom prst="rect">
              <a:avLst/>
            </a:prstGeom>
          </p:spPr>
        </p:pic>
        <p:sp>
          <p:nvSpPr>
            <p:cNvPr id="58" name="Oval 57">
              <a:extLst>
                <a:ext uri="{FF2B5EF4-FFF2-40B4-BE49-F238E27FC236}">
                  <a16:creationId xmlns:a16="http://schemas.microsoft.com/office/drawing/2014/main" id="{DABB6C32-CD20-7536-334C-64CF6A437455}"/>
                </a:ext>
              </a:extLst>
            </p:cNvPr>
            <p:cNvSpPr/>
            <p:nvPr/>
          </p:nvSpPr>
          <p:spPr>
            <a:xfrm>
              <a:off x="627231" y="1137010"/>
              <a:ext cx="729600" cy="716388"/>
            </a:xfrm>
            <a:prstGeom prst="ellipse">
              <a:avLst/>
            </a:prstGeom>
            <a:noFill/>
            <a:ln w="9525">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grpSp>
      <p:sp>
        <p:nvSpPr>
          <p:cNvPr id="193" name="Rectangle 192">
            <a:extLst>
              <a:ext uri="{FF2B5EF4-FFF2-40B4-BE49-F238E27FC236}">
                <a16:creationId xmlns:a16="http://schemas.microsoft.com/office/drawing/2014/main" id="{E7341D85-3918-706A-2CF6-0DD5E1C00FD5}"/>
              </a:ext>
            </a:extLst>
          </p:cNvPr>
          <p:cNvSpPr/>
          <p:nvPr/>
        </p:nvSpPr>
        <p:spPr>
          <a:xfrm>
            <a:off x="3499416" y="1859625"/>
            <a:ext cx="82296" cy="91440"/>
          </a:xfrm>
          <a:prstGeom prst="rect">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435035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8224E-85F2-D221-FD38-C02B12A7A21C}"/>
            </a:ext>
          </a:extLst>
        </p:cNvPr>
        <p:cNvGrpSpPr/>
        <p:nvPr/>
      </p:nvGrpSpPr>
      <p:grpSpPr>
        <a:xfrm>
          <a:off x="0" y="0"/>
          <a:ext cx="0" cy="0"/>
          <a:chOff x="0" y="0"/>
          <a:chExt cx="0" cy="0"/>
        </a:xfrm>
      </p:grpSpPr>
      <p:sp>
        <p:nvSpPr>
          <p:cNvPr id="35" name="Google Shape;1369;p189">
            <a:extLst>
              <a:ext uri="{FF2B5EF4-FFF2-40B4-BE49-F238E27FC236}">
                <a16:creationId xmlns:a16="http://schemas.microsoft.com/office/drawing/2014/main" id="{5A449C19-F918-E5C1-D66F-470BF2BDDC3F}"/>
              </a:ext>
            </a:extLst>
          </p:cNvPr>
          <p:cNvSpPr/>
          <p:nvPr/>
        </p:nvSpPr>
        <p:spPr>
          <a:xfrm>
            <a:off x="3969628" y="3440501"/>
            <a:ext cx="1303763" cy="1244705"/>
          </a:xfrm>
          <a:prstGeom prst="rect">
            <a:avLst/>
          </a:prstGeom>
          <a:solidFill>
            <a:srgbClr val="208E9B"/>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46" name="Google Shape;1366;p189">
            <a:extLst>
              <a:ext uri="{FF2B5EF4-FFF2-40B4-BE49-F238E27FC236}">
                <a16:creationId xmlns:a16="http://schemas.microsoft.com/office/drawing/2014/main" id="{E5F174C7-FBE8-E571-9D63-D86A1DBE0DE1}"/>
              </a:ext>
            </a:extLst>
          </p:cNvPr>
          <p:cNvSpPr/>
          <p:nvPr/>
        </p:nvSpPr>
        <p:spPr>
          <a:xfrm rot="5400000">
            <a:off x="9946962" y="3860220"/>
            <a:ext cx="1244705" cy="402542"/>
          </a:xfrm>
          <a:prstGeom prst="parallelogram">
            <a:avLst>
              <a:gd name="adj" fmla="val 112950"/>
            </a:avLst>
          </a:prstGeom>
          <a:solidFill>
            <a:srgbClr val="1A7B73">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dirty="0">
              <a:solidFill>
                <a:srgbClr val="FFFFFF"/>
              </a:solidFill>
              <a:latin typeface="Julius Sans One"/>
              <a:cs typeface="Arial"/>
              <a:sym typeface="Arial"/>
            </a:endParaRPr>
          </a:p>
        </p:txBody>
      </p:sp>
      <p:sp>
        <p:nvSpPr>
          <p:cNvPr id="45" name="Google Shape;1366;p189">
            <a:extLst>
              <a:ext uri="{FF2B5EF4-FFF2-40B4-BE49-F238E27FC236}">
                <a16:creationId xmlns:a16="http://schemas.microsoft.com/office/drawing/2014/main" id="{03B6F51F-AC10-936D-FE6F-DDDFCEF801DE}"/>
              </a:ext>
            </a:extLst>
          </p:cNvPr>
          <p:cNvSpPr/>
          <p:nvPr/>
        </p:nvSpPr>
        <p:spPr>
          <a:xfrm rot="5400000">
            <a:off x="8261754" y="3856453"/>
            <a:ext cx="1243584" cy="409986"/>
          </a:xfrm>
          <a:prstGeom prst="parallelogram">
            <a:avLst>
              <a:gd name="adj" fmla="val 112950"/>
            </a:avLst>
          </a:prstGeom>
          <a:solidFill>
            <a:srgbClr val="208E9B">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5" name="Google Shape;1366;p189">
            <a:extLst>
              <a:ext uri="{FF2B5EF4-FFF2-40B4-BE49-F238E27FC236}">
                <a16:creationId xmlns:a16="http://schemas.microsoft.com/office/drawing/2014/main" id="{5A387BD1-2C4E-B566-D8AD-1A7AD8C9F963}"/>
              </a:ext>
            </a:extLst>
          </p:cNvPr>
          <p:cNvSpPr/>
          <p:nvPr/>
        </p:nvSpPr>
        <p:spPr>
          <a:xfrm rot="5400000">
            <a:off x="6555450" y="3857302"/>
            <a:ext cx="1243584" cy="409986"/>
          </a:xfrm>
          <a:prstGeom prst="parallelogram">
            <a:avLst>
              <a:gd name="adj" fmla="val 112950"/>
            </a:avLst>
          </a:prstGeom>
          <a:solidFill>
            <a:srgbClr val="112A48">
              <a:alpha val="65882"/>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cs typeface="Arial"/>
              <a:sym typeface="Arial"/>
            </a:endParaRPr>
          </a:p>
        </p:txBody>
      </p:sp>
      <p:sp>
        <p:nvSpPr>
          <p:cNvPr id="51" name="Google Shape;1364;p189">
            <a:extLst>
              <a:ext uri="{FF2B5EF4-FFF2-40B4-BE49-F238E27FC236}">
                <a16:creationId xmlns:a16="http://schemas.microsoft.com/office/drawing/2014/main" id="{05872488-B074-6135-5A29-E4C9DAE0DA52}"/>
              </a:ext>
            </a:extLst>
          </p:cNvPr>
          <p:cNvSpPr/>
          <p:nvPr/>
        </p:nvSpPr>
        <p:spPr>
          <a:xfrm rot="5400000">
            <a:off x="4850675" y="3857466"/>
            <a:ext cx="1243584" cy="406928"/>
          </a:xfrm>
          <a:prstGeom prst="parallelogram">
            <a:avLst>
              <a:gd name="adj" fmla="val 112950"/>
            </a:avLst>
          </a:prstGeom>
          <a:solidFill>
            <a:srgbClr val="208E9B">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48" name="Google Shape;1363;p189">
            <a:extLst>
              <a:ext uri="{FF2B5EF4-FFF2-40B4-BE49-F238E27FC236}">
                <a16:creationId xmlns:a16="http://schemas.microsoft.com/office/drawing/2014/main" id="{5116CCF3-702A-4DAE-0873-2404B5197FC2}"/>
              </a:ext>
            </a:extLst>
          </p:cNvPr>
          <p:cNvSpPr/>
          <p:nvPr/>
        </p:nvSpPr>
        <p:spPr>
          <a:xfrm rot="5400000">
            <a:off x="3141586" y="3857453"/>
            <a:ext cx="1243584" cy="412489"/>
          </a:xfrm>
          <a:prstGeom prst="parallelogram">
            <a:avLst>
              <a:gd name="adj" fmla="val 112950"/>
            </a:avLst>
          </a:prstGeom>
          <a:solidFill>
            <a:srgbClr val="1A7B73">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47" name="Google Shape;1362;p189">
            <a:extLst>
              <a:ext uri="{FF2B5EF4-FFF2-40B4-BE49-F238E27FC236}">
                <a16:creationId xmlns:a16="http://schemas.microsoft.com/office/drawing/2014/main" id="{6F80A540-67F9-DDE7-DB71-63E190F5ABA7}"/>
              </a:ext>
            </a:extLst>
          </p:cNvPr>
          <p:cNvSpPr/>
          <p:nvPr/>
        </p:nvSpPr>
        <p:spPr>
          <a:xfrm rot="5400000">
            <a:off x="1436351" y="3855824"/>
            <a:ext cx="1243584" cy="410213"/>
          </a:xfrm>
          <a:prstGeom prst="parallelogram">
            <a:avLst>
              <a:gd name="adj" fmla="val 112950"/>
            </a:avLst>
          </a:prstGeom>
          <a:solidFill>
            <a:srgbClr val="CFF0D5">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50" name="Snip Diagonal Corner Rectangle 7">
            <a:extLst>
              <a:ext uri="{FF2B5EF4-FFF2-40B4-BE49-F238E27FC236}">
                <a16:creationId xmlns:a16="http://schemas.microsoft.com/office/drawing/2014/main" id="{D8CF36E2-4B50-B90D-71B4-A70D01969042}"/>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E30FCFBE-A099-EB0C-2DDE-CCD53A5020C7}"/>
              </a:ext>
            </a:extLst>
          </p:cNvPr>
          <p:cNvSpPr txBox="1"/>
          <p:nvPr/>
        </p:nvSpPr>
        <p:spPr>
          <a:xfrm>
            <a:off x="129857" y="361246"/>
            <a:ext cx="11932285" cy="430887"/>
          </a:xfrm>
          <a:prstGeom prst="rect">
            <a:avLst/>
          </a:prstGeom>
          <a:noFill/>
          <a:ln>
            <a:noFill/>
          </a:ln>
        </p:spPr>
        <p:txBody>
          <a:bodyPr wrap="square" lIns="0" tIns="0" rIns="0" bIns="0" rtlCol="0" anchor="t">
            <a:spAutoFit/>
          </a:bodyPr>
          <a:lstStyle/>
          <a:p>
            <a:pPr algn="ctr"/>
            <a:r>
              <a:rPr lang="en-US" sz="2800" cap="all" spc="600" dirty="0">
                <a:solidFill>
                  <a:schemeClr val="bg1"/>
                </a:solidFill>
                <a:latin typeface="Josefin Sans SemiBold"/>
              </a:rPr>
              <a:t>QUICK WINS – proof of concept</a:t>
            </a:r>
          </a:p>
        </p:txBody>
      </p:sp>
      <p:sp>
        <p:nvSpPr>
          <p:cNvPr id="6" name="Google Shape;1372;p189">
            <a:extLst>
              <a:ext uri="{FF2B5EF4-FFF2-40B4-BE49-F238E27FC236}">
                <a16:creationId xmlns:a16="http://schemas.microsoft.com/office/drawing/2014/main" id="{5D9DCFE9-8A41-2E9C-F7CF-81C6389BA61D}"/>
              </a:ext>
            </a:extLst>
          </p:cNvPr>
          <p:cNvSpPr/>
          <p:nvPr/>
        </p:nvSpPr>
        <p:spPr>
          <a:xfrm rot="5400000">
            <a:off x="10402536" y="3803453"/>
            <a:ext cx="1244705" cy="514953"/>
          </a:xfrm>
          <a:prstGeom prst="triangle">
            <a:avLst>
              <a:gd name="adj" fmla="val 50000"/>
            </a:avLst>
          </a:prstGeom>
          <a:solidFill>
            <a:srgbClr val="208E9B"/>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10" name="Elipse 11">
            <a:extLst>
              <a:ext uri="{FF2B5EF4-FFF2-40B4-BE49-F238E27FC236}">
                <a16:creationId xmlns:a16="http://schemas.microsoft.com/office/drawing/2014/main" id="{83E89C48-5ED0-D2EA-1F30-BD3E7F9D9C70}"/>
              </a:ext>
            </a:extLst>
          </p:cNvPr>
          <p:cNvSpPr/>
          <p:nvPr/>
        </p:nvSpPr>
        <p:spPr>
          <a:xfrm>
            <a:off x="1132140" y="5135462"/>
            <a:ext cx="152013" cy="155588"/>
          </a:xfrm>
          <a:prstGeom prst="ellipse">
            <a:avLst/>
          </a:prstGeom>
          <a:solidFill>
            <a:srgbClr val="CFF0D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11" name="Elipse 123">
            <a:extLst>
              <a:ext uri="{FF2B5EF4-FFF2-40B4-BE49-F238E27FC236}">
                <a16:creationId xmlns:a16="http://schemas.microsoft.com/office/drawing/2014/main" id="{FB93F00F-0477-2607-4FCE-5FCB91F70288}"/>
              </a:ext>
            </a:extLst>
          </p:cNvPr>
          <p:cNvSpPr/>
          <p:nvPr/>
        </p:nvSpPr>
        <p:spPr>
          <a:xfrm>
            <a:off x="1170143" y="5174359"/>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12" name="Conector recto 14">
            <a:extLst>
              <a:ext uri="{FF2B5EF4-FFF2-40B4-BE49-F238E27FC236}">
                <a16:creationId xmlns:a16="http://schemas.microsoft.com/office/drawing/2014/main" id="{6CF2A37D-9CEF-7626-A5B5-5912D565DFF3}"/>
              </a:ext>
            </a:extLst>
          </p:cNvPr>
          <p:cNvCxnSpPr>
            <a:cxnSpLocks/>
            <a:stCxn id="28" idx="2"/>
            <a:endCxn id="11" idx="0"/>
          </p:cNvCxnSpPr>
          <p:nvPr/>
        </p:nvCxnSpPr>
        <p:spPr>
          <a:xfrm flipH="1">
            <a:off x="1208147" y="4685206"/>
            <a:ext cx="755" cy="489153"/>
          </a:xfrm>
          <a:prstGeom prst="line">
            <a:avLst/>
          </a:prstGeom>
          <a:ln w="12700" cap="sq">
            <a:solidFill>
              <a:schemeClr val="accent6">
                <a:lumMod val="20000"/>
                <a:lumOff val="80000"/>
              </a:schemeClr>
            </a:solidFill>
            <a:prstDash val="sysDot"/>
          </a:ln>
        </p:spPr>
        <p:style>
          <a:lnRef idx="1">
            <a:schemeClr val="accent1"/>
          </a:lnRef>
          <a:fillRef idx="0">
            <a:schemeClr val="accent1"/>
          </a:fillRef>
          <a:effectRef idx="0">
            <a:schemeClr val="dk1"/>
          </a:effectRef>
          <a:fontRef idx="minor">
            <a:schemeClr val="lt1"/>
          </a:fontRef>
        </p:style>
      </p:cxnSp>
      <p:cxnSp>
        <p:nvCxnSpPr>
          <p:cNvPr id="13" name="Conector recto 126">
            <a:extLst>
              <a:ext uri="{FF2B5EF4-FFF2-40B4-BE49-F238E27FC236}">
                <a16:creationId xmlns:a16="http://schemas.microsoft.com/office/drawing/2014/main" id="{9E75A7C9-12CA-AD8B-BC24-630128C80BAA}"/>
              </a:ext>
            </a:extLst>
          </p:cNvPr>
          <p:cNvCxnSpPr>
            <a:cxnSpLocks/>
            <a:endCxn id="31" idx="0"/>
          </p:cNvCxnSpPr>
          <p:nvPr/>
        </p:nvCxnSpPr>
        <p:spPr>
          <a:xfrm>
            <a:off x="2906631" y="2884545"/>
            <a:ext cx="8575" cy="555956"/>
          </a:xfrm>
          <a:prstGeom prst="line">
            <a:avLst/>
          </a:prstGeom>
          <a:ln w="12700" cap="sq">
            <a:solidFill>
              <a:schemeClr val="bg1">
                <a:lumMod val="65000"/>
              </a:schemeClr>
            </a:solidFill>
            <a:prstDash val="sysDot"/>
          </a:ln>
        </p:spPr>
        <p:style>
          <a:lnRef idx="1">
            <a:schemeClr val="accent1"/>
          </a:lnRef>
          <a:fillRef idx="0">
            <a:schemeClr val="accent1"/>
          </a:fillRef>
          <a:effectRef idx="0">
            <a:schemeClr val="dk1"/>
          </a:effectRef>
          <a:fontRef idx="minor">
            <a:schemeClr val="lt1"/>
          </a:fontRef>
        </p:style>
      </p:cxnSp>
      <p:sp>
        <p:nvSpPr>
          <p:cNvPr id="14" name="Elipse 124">
            <a:extLst>
              <a:ext uri="{FF2B5EF4-FFF2-40B4-BE49-F238E27FC236}">
                <a16:creationId xmlns:a16="http://schemas.microsoft.com/office/drawing/2014/main" id="{4AA0CA46-FB37-21EC-09CF-3F7D656174F3}"/>
              </a:ext>
            </a:extLst>
          </p:cNvPr>
          <p:cNvSpPr/>
          <p:nvPr/>
        </p:nvSpPr>
        <p:spPr>
          <a:xfrm>
            <a:off x="2839477" y="2881457"/>
            <a:ext cx="152013" cy="155588"/>
          </a:xfrm>
          <a:prstGeom prst="ellipse">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15" name="Elipse 125">
            <a:extLst>
              <a:ext uri="{FF2B5EF4-FFF2-40B4-BE49-F238E27FC236}">
                <a16:creationId xmlns:a16="http://schemas.microsoft.com/office/drawing/2014/main" id="{B6BFD09D-939D-9173-8AC4-B2188FC0C823}"/>
              </a:ext>
            </a:extLst>
          </p:cNvPr>
          <p:cNvSpPr/>
          <p:nvPr/>
        </p:nvSpPr>
        <p:spPr>
          <a:xfrm>
            <a:off x="2877202" y="2920354"/>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17" name="Elipse 128">
            <a:extLst>
              <a:ext uri="{FF2B5EF4-FFF2-40B4-BE49-F238E27FC236}">
                <a16:creationId xmlns:a16="http://schemas.microsoft.com/office/drawing/2014/main" id="{6A5E0A05-7F45-980A-ACDB-A4EA21B7024A}"/>
              </a:ext>
            </a:extLst>
          </p:cNvPr>
          <p:cNvSpPr/>
          <p:nvPr/>
        </p:nvSpPr>
        <p:spPr>
          <a:xfrm>
            <a:off x="4541389" y="5147060"/>
            <a:ext cx="152013" cy="155588"/>
          </a:xfrm>
          <a:prstGeom prst="ellipse">
            <a:avLst/>
          </a:prstGeom>
          <a:solidFill>
            <a:srgbClr val="208E9B"/>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18" name="Elipse 129">
            <a:extLst>
              <a:ext uri="{FF2B5EF4-FFF2-40B4-BE49-F238E27FC236}">
                <a16:creationId xmlns:a16="http://schemas.microsoft.com/office/drawing/2014/main" id="{561819E3-978B-A8EC-9FDE-44DEBF2BAD03}"/>
              </a:ext>
            </a:extLst>
          </p:cNvPr>
          <p:cNvSpPr/>
          <p:nvPr/>
        </p:nvSpPr>
        <p:spPr>
          <a:xfrm>
            <a:off x="4581938" y="5185957"/>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19" name="Conector recto 130">
            <a:extLst>
              <a:ext uri="{FF2B5EF4-FFF2-40B4-BE49-F238E27FC236}">
                <a16:creationId xmlns:a16="http://schemas.microsoft.com/office/drawing/2014/main" id="{0A8DCA11-FB7E-D95E-5004-47558922C121}"/>
              </a:ext>
            </a:extLst>
          </p:cNvPr>
          <p:cNvCxnSpPr>
            <a:cxnSpLocks/>
            <a:stCxn id="35" idx="2"/>
            <a:endCxn id="17" idx="0"/>
          </p:cNvCxnSpPr>
          <p:nvPr/>
        </p:nvCxnSpPr>
        <p:spPr>
          <a:xfrm flipH="1">
            <a:off x="4617396" y="4685206"/>
            <a:ext cx="4114" cy="461854"/>
          </a:xfrm>
          <a:prstGeom prst="line">
            <a:avLst/>
          </a:prstGeom>
          <a:ln w="12700" cap="sq">
            <a:solidFill>
              <a:schemeClr val="bg1">
                <a:lumMod val="65000"/>
              </a:schemeClr>
            </a:solidFill>
            <a:prstDash val="sysDot"/>
          </a:ln>
        </p:spPr>
        <p:style>
          <a:lnRef idx="1">
            <a:schemeClr val="accent1"/>
          </a:lnRef>
          <a:fillRef idx="0">
            <a:schemeClr val="accent1"/>
          </a:fillRef>
          <a:effectRef idx="0">
            <a:schemeClr val="dk1"/>
          </a:effectRef>
          <a:fontRef idx="minor">
            <a:schemeClr val="lt1"/>
          </a:fontRef>
        </p:style>
      </p:cxnSp>
      <p:sp>
        <p:nvSpPr>
          <p:cNvPr id="23" name="Elipse 136">
            <a:extLst>
              <a:ext uri="{FF2B5EF4-FFF2-40B4-BE49-F238E27FC236}">
                <a16:creationId xmlns:a16="http://schemas.microsoft.com/office/drawing/2014/main" id="{B9177A55-9F13-7841-DEAD-AD151BE7B31A}"/>
              </a:ext>
            </a:extLst>
          </p:cNvPr>
          <p:cNvSpPr/>
          <p:nvPr/>
        </p:nvSpPr>
        <p:spPr>
          <a:xfrm>
            <a:off x="6251512" y="2899247"/>
            <a:ext cx="152013" cy="155588"/>
          </a:xfrm>
          <a:prstGeom prst="ellipse">
            <a:avLst/>
          </a:prstGeom>
          <a:solidFill>
            <a:srgbClr val="112A48"/>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4" name="Elipse 137">
            <a:extLst>
              <a:ext uri="{FF2B5EF4-FFF2-40B4-BE49-F238E27FC236}">
                <a16:creationId xmlns:a16="http://schemas.microsoft.com/office/drawing/2014/main" id="{A6D7ABCF-1B2E-9B1F-7ACD-EFEECDD9588A}"/>
              </a:ext>
            </a:extLst>
          </p:cNvPr>
          <p:cNvSpPr/>
          <p:nvPr/>
        </p:nvSpPr>
        <p:spPr>
          <a:xfrm>
            <a:off x="6289515" y="2937144"/>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25" name="Conector recto 138">
            <a:extLst>
              <a:ext uri="{FF2B5EF4-FFF2-40B4-BE49-F238E27FC236}">
                <a16:creationId xmlns:a16="http://schemas.microsoft.com/office/drawing/2014/main" id="{7BFAFA8B-D413-EDC9-1C06-C14C110A2315}"/>
              </a:ext>
            </a:extLst>
          </p:cNvPr>
          <p:cNvCxnSpPr>
            <a:cxnSpLocks/>
            <a:endCxn id="43" idx="0"/>
          </p:cNvCxnSpPr>
          <p:nvPr/>
        </p:nvCxnSpPr>
        <p:spPr>
          <a:xfrm>
            <a:off x="6319700" y="3068492"/>
            <a:ext cx="8114" cy="372009"/>
          </a:xfrm>
          <a:prstGeom prst="line">
            <a:avLst/>
          </a:prstGeom>
          <a:ln w="12700" cap="sq">
            <a:solidFill>
              <a:srgbClr val="112A48"/>
            </a:solidFill>
            <a:prstDash val="sysDot"/>
          </a:ln>
        </p:spPr>
        <p:style>
          <a:lnRef idx="1">
            <a:schemeClr val="accent1"/>
          </a:lnRef>
          <a:fillRef idx="0">
            <a:schemeClr val="accent1"/>
          </a:fillRef>
          <a:effectRef idx="0">
            <a:schemeClr val="dk1"/>
          </a:effectRef>
          <a:fontRef idx="minor">
            <a:schemeClr val="lt1"/>
          </a:fontRef>
        </p:style>
      </p:cxnSp>
      <p:sp>
        <p:nvSpPr>
          <p:cNvPr id="31" name="Google Shape;1368;p189">
            <a:extLst>
              <a:ext uri="{FF2B5EF4-FFF2-40B4-BE49-F238E27FC236}">
                <a16:creationId xmlns:a16="http://schemas.microsoft.com/office/drawing/2014/main" id="{683BA805-52AF-13DD-4E26-1416CE85CA4D}"/>
              </a:ext>
            </a:extLst>
          </p:cNvPr>
          <p:cNvSpPr/>
          <p:nvPr/>
        </p:nvSpPr>
        <p:spPr>
          <a:xfrm>
            <a:off x="2263324" y="3440501"/>
            <a:ext cx="1303763" cy="1244705"/>
          </a:xfrm>
          <a:prstGeom prst="rect">
            <a:avLst/>
          </a:prstGeom>
          <a:solidFill>
            <a:srgbClr val="1A7B73"/>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32" name="Google Shape;1387;p189">
            <a:extLst>
              <a:ext uri="{FF2B5EF4-FFF2-40B4-BE49-F238E27FC236}">
                <a16:creationId xmlns:a16="http://schemas.microsoft.com/office/drawing/2014/main" id="{6773EDA8-E553-373C-5E3C-8E5CB85C8AF2}"/>
              </a:ext>
            </a:extLst>
          </p:cNvPr>
          <p:cNvSpPr/>
          <p:nvPr/>
        </p:nvSpPr>
        <p:spPr>
          <a:xfrm>
            <a:off x="2416154" y="3615537"/>
            <a:ext cx="1035784" cy="894632"/>
          </a:xfrm>
          <a:custGeom>
            <a:avLst/>
            <a:gdLst/>
            <a:ahLst/>
            <a:cxnLst/>
            <a:rect l="l" t="t" r="r" b="b"/>
            <a:pathLst>
              <a:path w="6696" h="6695" extrusionOk="0">
                <a:moveTo>
                  <a:pt x="0" y="0"/>
                </a:moveTo>
                <a:lnTo>
                  <a:pt x="0" y="6695"/>
                </a:lnTo>
                <a:lnTo>
                  <a:pt x="6696" y="6695"/>
                </a:lnTo>
                <a:lnTo>
                  <a:pt x="6696" y="0"/>
                </a:lnTo>
                <a:lnTo>
                  <a:pt x="0" y="0"/>
                </a:lnTo>
                <a:close/>
                <a:moveTo>
                  <a:pt x="6410" y="6411"/>
                </a:moveTo>
                <a:lnTo>
                  <a:pt x="284" y="6411"/>
                </a:lnTo>
                <a:lnTo>
                  <a:pt x="284" y="286"/>
                </a:lnTo>
                <a:lnTo>
                  <a:pt x="6410" y="286"/>
                </a:lnTo>
                <a:lnTo>
                  <a:pt x="6410" y="6411"/>
                </a:lnTo>
                <a:close/>
              </a:path>
            </a:pathLst>
          </a:custGeom>
          <a:solidFill>
            <a:srgbClr val="FFFFFF"/>
          </a:solidFill>
          <a:ln>
            <a:noFill/>
          </a:ln>
        </p:spPr>
        <p:txBody>
          <a:bodyPr spcFirstLastPara="1" wrap="square" lIns="208867" tIns="104400" rIns="208867" bIns="104400" anchor="t" anchorCtr="0">
            <a:noAutofit/>
          </a:bodyPr>
          <a:lstStyle/>
          <a:p>
            <a:pPr defTabSz="1219170">
              <a:buClr>
                <a:srgbClr val="000000"/>
              </a:buClr>
            </a:pPr>
            <a:endParaRPr sz="2133" kern="0">
              <a:solidFill>
                <a:srgbClr val="FFFFFF"/>
              </a:solidFill>
              <a:latin typeface="Julius Sans One"/>
              <a:ea typeface="Arial"/>
              <a:cs typeface="Arial"/>
              <a:sym typeface="Arial"/>
            </a:endParaRPr>
          </a:p>
        </p:txBody>
      </p:sp>
      <p:grpSp>
        <p:nvGrpSpPr>
          <p:cNvPr id="76" name="Group 75">
            <a:extLst>
              <a:ext uri="{FF2B5EF4-FFF2-40B4-BE49-F238E27FC236}">
                <a16:creationId xmlns:a16="http://schemas.microsoft.com/office/drawing/2014/main" id="{1ECFB2F5-C50A-398C-05C6-1352A53E49B9}"/>
              </a:ext>
            </a:extLst>
          </p:cNvPr>
          <p:cNvGrpSpPr/>
          <p:nvPr/>
        </p:nvGrpSpPr>
        <p:grpSpPr>
          <a:xfrm>
            <a:off x="4125065" y="3614689"/>
            <a:ext cx="1035784" cy="894632"/>
            <a:chOff x="4044233" y="3091946"/>
            <a:chExt cx="1035784" cy="894632"/>
          </a:xfrm>
        </p:grpSpPr>
        <p:sp>
          <p:nvSpPr>
            <p:cNvPr id="38" name="Google Shape;1392;p189">
              <a:extLst>
                <a:ext uri="{FF2B5EF4-FFF2-40B4-BE49-F238E27FC236}">
                  <a16:creationId xmlns:a16="http://schemas.microsoft.com/office/drawing/2014/main" id="{2A3AE409-E47A-3D52-10AC-88B203C97ADE}"/>
                </a:ext>
              </a:extLst>
            </p:cNvPr>
            <p:cNvSpPr/>
            <p:nvPr/>
          </p:nvSpPr>
          <p:spPr>
            <a:xfrm>
              <a:off x="4296742" y="3600937"/>
              <a:ext cx="186754" cy="147701"/>
            </a:xfrm>
            <a:custGeom>
              <a:avLst/>
              <a:gdLst/>
              <a:ahLst/>
              <a:cxnLst/>
              <a:rect l="l" t="t" r="r" b="b"/>
              <a:pathLst>
                <a:path w="106" h="106" extrusionOk="0">
                  <a:moveTo>
                    <a:pt x="42" y="1"/>
                  </a:moveTo>
                  <a:lnTo>
                    <a:pt x="42" y="1"/>
                  </a:lnTo>
                  <a:lnTo>
                    <a:pt x="32" y="5"/>
                  </a:lnTo>
                  <a:lnTo>
                    <a:pt x="22" y="10"/>
                  </a:lnTo>
                  <a:lnTo>
                    <a:pt x="14" y="17"/>
                  </a:lnTo>
                  <a:lnTo>
                    <a:pt x="9" y="24"/>
                  </a:lnTo>
                  <a:lnTo>
                    <a:pt x="3" y="34"/>
                  </a:lnTo>
                  <a:lnTo>
                    <a:pt x="1" y="44"/>
                  </a:lnTo>
                  <a:lnTo>
                    <a:pt x="0" y="54"/>
                  </a:lnTo>
                  <a:lnTo>
                    <a:pt x="1" y="65"/>
                  </a:lnTo>
                  <a:lnTo>
                    <a:pt x="1" y="65"/>
                  </a:lnTo>
                  <a:lnTo>
                    <a:pt x="4" y="75"/>
                  </a:lnTo>
                  <a:lnTo>
                    <a:pt x="10" y="84"/>
                  </a:lnTo>
                  <a:lnTo>
                    <a:pt x="17" y="92"/>
                  </a:lnTo>
                  <a:lnTo>
                    <a:pt x="24" y="98"/>
                  </a:lnTo>
                  <a:lnTo>
                    <a:pt x="24" y="98"/>
                  </a:lnTo>
                  <a:lnTo>
                    <a:pt x="31" y="102"/>
                  </a:lnTo>
                  <a:lnTo>
                    <a:pt x="39" y="104"/>
                  </a:lnTo>
                  <a:lnTo>
                    <a:pt x="45" y="106"/>
                  </a:lnTo>
                  <a:lnTo>
                    <a:pt x="53" y="106"/>
                  </a:lnTo>
                  <a:lnTo>
                    <a:pt x="53" y="106"/>
                  </a:lnTo>
                  <a:lnTo>
                    <a:pt x="64" y="105"/>
                  </a:lnTo>
                  <a:lnTo>
                    <a:pt x="64" y="105"/>
                  </a:lnTo>
                  <a:lnTo>
                    <a:pt x="75" y="102"/>
                  </a:lnTo>
                  <a:lnTo>
                    <a:pt x="84" y="97"/>
                  </a:lnTo>
                  <a:lnTo>
                    <a:pt x="92" y="89"/>
                  </a:lnTo>
                  <a:lnTo>
                    <a:pt x="98" y="82"/>
                  </a:lnTo>
                  <a:lnTo>
                    <a:pt x="103" y="73"/>
                  </a:lnTo>
                  <a:lnTo>
                    <a:pt x="105" y="63"/>
                  </a:lnTo>
                  <a:lnTo>
                    <a:pt x="106" y="53"/>
                  </a:lnTo>
                  <a:lnTo>
                    <a:pt x="105" y="42"/>
                  </a:lnTo>
                  <a:lnTo>
                    <a:pt x="105" y="42"/>
                  </a:lnTo>
                  <a:lnTo>
                    <a:pt x="101" y="32"/>
                  </a:lnTo>
                  <a:lnTo>
                    <a:pt x="96" y="23"/>
                  </a:lnTo>
                  <a:lnTo>
                    <a:pt x="89" y="15"/>
                  </a:lnTo>
                  <a:lnTo>
                    <a:pt x="82" y="9"/>
                  </a:lnTo>
                  <a:lnTo>
                    <a:pt x="73" y="5"/>
                  </a:lnTo>
                  <a:lnTo>
                    <a:pt x="63" y="1"/>
                  </a:lnTo>
                  <a:lnTo>
                    <a:pt x="52" y="0"/>
                  </a:lnTo>
                  <a:lnTo>
                    <a:pt x="42" y="1"/>
                  </a:lnTo>
                  <a:lnTo>
                    <a:pt x="42" y="1"/>
                  </a:lnTo>
                  <a:close/>
                  <a:moveTo>
                    <a:pt x="75" y="67"/>
                  </a:moveTo>
                  <a:lnTo>
                    <a:pt x="75" y="67"/>
                  </a:lnTo>
                  <a:lnTo>
                    <a:pt x="72" y="72"/>
                  </a:lnTo>
                  <a:lnTo>
                    <a:pt x="68" y="75"/>
                  </a:lnTo>
                  <a:lnTo>
                    <a:pt x="64" y="77"/>
                  </a:lnTo>
                  <a:lnTo>
                    <a:pt x="58" y="80"/>
                  </a:lnTo>
                  <a:lnTo>
                    <a:pt x="58" y="80"/>
                  </a:lnTo>
                  <a:lnTo>
                    <a:pt x="54" y="80"/>
                  </a:lnTo>
                  <a:lnTo>
                    <a:pt x="49" y="80"/>
                  </a:lnTo>
                  <a:lnTo>
                    <a:pt x="43" y="78"/>
                  </a:lnTo>
                  <a:lnTo>
                    <a:pt x="39" y="75"/>
                  </a:lnTo>
                  <a:lnTo>
                    <a:pt x="39" y="75"/>
                  </a:lnTo>
                  <a:lnTo>
                    <a:pt x="35" y="72"/>
                  </a:lnTo>
                  <a:lnTo>
                    <a:pt x="32" y="69"/>
                  </a:lnTo>
                  <a:lnTo>
                    <a:pt x="29" y="64"/>
                  </a:lnTo>
                  <a:lnTo>
                    <a:pt x="28" y="59"/>
                  </a:lnTo>
                  <a:lnTo>
                    <a:pt x="28" y="59"/>
                  </a:lnTo>
                  <a:lnTo>
                    <a:pt x="27" y="54"/>
                  </a:lnTo>
                  <a:lnTo>
                    <a:pt x="28" y="49"/>
                  </a:lnTo>
                  <a:lnTo>
                    <a:pt x="29" y="43"/>
                  </a:lnTo>
                  <a:lnTo>
                    <a:pt x="31" y="39"/>
                  </a:lnTo>
                  <a:lnTo>
                    <a:pt x="34" y="35"/>
                  </a:lnTo>
                  <a:lnTo>
                    <a:pt x="38" y="32"/>
                  </a:lnTo>
                  <a:lnTo>
                    <a:pt x="42" y="29"/>
                  </a:lnTo>
                  <a:lnTo>
                    <a:pt x="47" y="28"/>
                  </a:lnTo>
                  <a:lnTo>
                    <a:pt x="47" y="28"/>
                  </a:lnTo>
                  <a:lnTo>
                    <a:pt x="53" y="27"/>
                  </a:lnTo>
                  <a:lnTo>
                    <a:pt x="57" y="28"/>
                  </a:lnTo>
                  <a:lnTo>
                    <a:pt x="63" y="29"/>
                  </a:lnTo>
                  <a:lnTo>
                    <a:pt x="67" y="31"/>
                  </a:lnTo>
                  <a:lnTo>
                    <a:pt x="67" y="31"/>
                  </a:lnTo>
                  <a:lnTo>
                    <a:pt x="72" y="34"/>
                  </a:lnTo>
                  <a:lnTo>
                    <a:pt x="75" y="39"/>
                  </a:lnTo>
                  <a:lnTo>
                    <a:pt x="77" y="43"/>
                  </a:lnTo>
                  <a:lnTo>
                    <a:pt x="78" y="48"/>
                  </a:lnTo>
                  <a:lnTo>
                    <a:pt x="78" y="48"/>
                  </a:lnTo>
                  <a:lnTo>
                    <a:pt x="79" y="53"/>
                  </a:lnTo>
                  <a:lnTo>
                    <a:pt x="79" y="58"/>
                  </a:lnTo>
                  <a:lnTo>
                    <a:pt x="77" y="63"/>
                  </a:lnTo>
                  <a:lnTo>
                    <a:pt x="75" y="67"/>
                  </a:lnTo>
                  <a:lnTo>
                    <a:pt x="75" y="67"/>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39" name="Google Shape;1393;p189">
              <a:extLst>
                <a:ext uri="{FF2B5EF4-FFF2-40B4-BE49-F238E27FC236}">
                  <a16:creationId xmlns:a16="http://schemas.microsoft.com/office/drawing/2014/main" id="{258E4BFE-532A-4BBE-35C6-2FD1708C431A}"/>
                </a:ext>
              </a:extLst>
            </p:cNvPr>
            <p:cNvSpPr/>
            <p:nvPr/>
          </p:nvSpPr>
          <p:spPr>
            <a:xfrm>
              <a:off x="4103252" y="3438469"/>
              <a:ext cx="597608" cy="472638"/>
            </a:xfrm>
            <a:custGeom>
              <a:avLst/>
              <a:gdLst/>
              <a:ahLst/>
              <a:cxnLst/>
              <a:rect l="l" t="t" r="r" b="b"/>
              <a:pathLst>
                <a:path w="335" h="335" extrusionOk="0">
                  <a:moveTo>
                    <a:pt x="335" y="174"/>
                  </a:moveTo>
                  <a:lnTo>
                    <a:pt x="318" y="91"/>
                  </a:lnTo>
                  <a:lnTo>
                    <a:pt x="276" y="90"/>
                  </a:lnTo>
                  <a:lnTo>
                    <a:pt x="276" y="90"/>
                  </a:lnTo>
                  <a:lnTo>
                    <a:pt x="266" y="79"/>
                  </a:lnTo>
                  <a:lnTo>
                    <a:pt x="255" y="68"/>
                  </a:lnTo>
                  <a:lnTo>
                    <a:pt x="257" y="26"/>
                  </a:lnTo>
                  <a:lnTo>
                    <a:pt x="177" y="0"/>
                  </a:lnTo>
                  <a:lnTo>
                    <a:pt x="155" y="36"/>
                  </a:lnTo>
                  <a:lnTo>
                    <a:pt x="155" y="36"/>
                  </a:lnTo>
                  <a:lnTo>
                    <a:pt x="139" y="38"/>
                  </a:lnTo>
                  <a:lnTo>
                    <a:pt x="139" y="38"/>
                  </a:lnTo>
                  <a:lnTo>
                    <a:pt x="125" y="43"/>
                  </a:lnTo>
                  <a:lnTo>
                    <a:pt x="90" y="19"/>
                  </a:lnTo>
                  <a:lnTo>
                    <a:pt x="28" y="77"/>
                  </a:lnTo>
                  <a:lnTo>
                    <a:pt x="48" y="113"/>
                  </a:lnTo>
                  <a:lnTo>
                    <a:pt x="48" y="113"/>
                  </a:lnTo>
                  <a:lnTo>
                    <a:pt x="42" y="127"/>
                  </a:lnTo>
                  <a:lnTo>
                    <a:pt x="38" y="142"/>
                  </a:lnTo>
                  <a:lnTo>
                    <a:pt x="0" y="160"/>
                  </a:lnTo>
                  <a:lnTo>
                    <a:pt x="19" y="243"/>
                  </a:lnTo>
                  <a:lnTo>
                    <a:pt x="61" y="244"/>
                  </a:lnTo>
                  <a:lnTo>
                    <a:pt x="61" y="244"/>
                  </a:lnTo>
                  <a:lnTo>
                    <a:pt x="70" y="256"/>
                  </a:lnTo>
                  <a:lnTo>
                    <a:pt x="81" y="267"/>
                  </a:lnTo>
                  <a:lnTo>
                    <a:pt x="79" y="309"/>
                  </a:lnTo>
                  <a:lnTo>
                    <a:pt x="159" y="335"/>
                  </a:lnTo>
                  <a:lnTo>
                    <a:pt x="181" y="299"/>
                  </a:lnTo>
                  <a:lnTo>
                    <a:pt x="181" y="299"/>
                  </a:lnTo>
                  <a:lnTo>
                    <a:pt x="197" y="297"/>
                  </a:lnTo>
                  <a:lnTo>
                    <a:pt x="197" y="297"/>
                  </a:lnTo>
                  <a:lnTo>
                    <a:pt x="211" y="293"/>
                  </a:lnTo>
                  <a:lnTo>
                    <a:pt x="246" y="316"/>
                  </a:lnTo>
                  <a:lnTo>
                    <a:pt x="309" y="259"/>
                  </a:lnTo>
                  <a:lnTo>
                    <a:pt x="289" y="221"/>
                  </a:lnTo>
                  <a:lnTo>
                    <a:pt x="289" y="221"/>
                  </a:lnTo>
                  <a:lnTo>
                    <a:pt x="295" y="207"/>
                  </a:lnTo>
                  <a:lnTo>
                    <a:pt x="298" y="192"/>
                  </a:lnTo>
                  <a:lnTo>
                    <a:pt x="335" y="174"/>
                  </a:lnTo>
                  <a:close/>
                  <a:moveTo>
                    <a:pt x="274" y="175"/>
                  </a:moveTo>
                  <a:lnTo>
                    <a:pt x="272" y="186"/>
                  </a:lnTo>
                  <a:lnTo>
                    <a:pt x="272" y="186"/>
                  </a:lnTo>
                  <a:lnTo>
                    <a:pt x="269" y="199"/>
                  </a:lnTo>
                  <a:lnTo>
                    <a:pt x="264" y="212"/>
                  </a:lnTo>
                  <a:lnTo>
                    <a:pt x="258" y="222"/>
                  </a:lnTo>
                  <a:lnTo>
                    <a:pt x="275" y="253"/>
                  </a:lnTo>
                  <a:lnTo>
                    <a:pt x="244" y="282"/>
                  </a:lnTo>
                  <a:lnTo>
                    <a:pt x="214" y="263"/>
                  </a:lnTo>
                  <a:lnTo>
                    <a:pt x="203" y="266"/>
                  </a:lnTo>
                  <a:lnTo>
                    <a:pt x="203" y="266"/>
                  </a:lnTo>
                  <a:lnTo>
                    <a:pt x="191" y="271"/>
                  </a:lnTo>
                  <a:lnTo>
                    <a:pt x="191" y="271"/>
                  </a:lnTo>
                  <a:lnTo>
                    <a:pt x="178" y="273"/>
                  </a:lnTo>
                  <a:lnTo>
                    <a:pt x="166" y="274"/>
                  </a:lnTo>
                  <a:lnTo>
                    <a:pt x="148" y="303"/>
                  </a:lnTo>
                  <a:lnTo>
                    <a:pt x="106" y="291"/>
                  </a:lnTo>
                  <a:lnTo>
                    <a:pt x="108" y="255"/>
                  </a:lnTo>
                  <a:lnTo>
                    <a:pt x="100" y="248"/>
                  </a:lnTo>
                  <a:lnTo>
                    <a:pt x="100" y="248"/>
                  </a:lnTo>
                  <a:lnTo>
                    <a:pt x="90" y="239"/>
                  </a:lnTo>
                  <a:lnTo>
                    <a:pt x="82" y="228"/>
                  </a:lnTo>
                  <a:lnTo>
                    <a:pt x="75" y="219"/>
                  </a:lnTo>
                  <a:lnTo>
                    <a:pt x="40" y="218"/>
                  </a:lnTo>
                  <a:lnTo>
                    <a:pt x="31" y="176"/>
                  </a:lnTo>
                  <a:lnTo>
                    <a:pt x="62" y="160"/>
                  </a:lnTo>
                  <a:lnTo>
                    <a:pt x="64" y="148"/>
                  </a:lnTo>
                  <a:lnTo>
                    <a:pt x="64" y="148"/>
                  </a:lnTo>
                  <a:lnTo>
                    <a:pt x="68" y="136"/>
                  </a:lnTo>
                  <a:lnTo>
                    <a:pt x="72" y="123"/>
                  </a:lnTo>
                  <a:lnTo>
                    <a:pt x="78" y="112"/>
                  </a:lnTo>
                  <a:lnTo>
                    <a:pt x="61" y="82"/>
                  </a:lnTo>
                  <a:lnTo>
                    <a:pt x="93" y="53"/>
                  </a:lnTo>
                  <a:lnTo>
                    <a:pt x="122" y="72"/>
                  </a:lnTo>
                  <a:lnTo>
                    <a:pt x="133" y="68"/>
                  </a:lnTo>
                  <a:lnTo>
                    <a:pt x="133" y="68"/>
                  </a:lnTo>
                  <a:lnTo>
                    <a:pt x="146" y="65"/>
                  </a:lnTo>
                  <a:lnTo>
                    <a:pt x="146" y="65"/>
                  </a:lnTo>
                  <a:lnTo>
                    <a:pt x="159" y="62"/>
                  </a:lnTo>
                  <a:lnTo>
                    <a:pt x="170" y="61"/>
                  </a:lnTo>
                  <a:lnTo>
                    <a:pt x="189" y="32"/>
                  </a:lnTo>
                  <a:lnTo>
                    <a:pt x="230" y="45"/>
                  </a:lnTo>
                  <a:lnTo>
                    <a:pt x="227" y="79"/>
                  </a:lnTo>
                  <a:lnTo>
                    <a:pt x="236" y="87"/>
                  </a:lnTo>
                  <a:lnTo>
                    <a:pt x="236" y="87"/>
                  </a:lnTo>
                  <a:lnTo>
                    <a:pt x="246" y="97"/>
                  </a:lnTo>
                  <a:lnTo>
                    <a:pt x="255" y="107"/>
                  </a:lnTo>
                  <a:lnTo>
                    <a:pt x="262" y="116"/>
                  </a:lnTo>
                  <a:lnTo>
                    <a:pt x="296" y="118"/>
                  </a:lnTo>
                  <a:lnTo>
                    <a:pt x="305" y="159"/>
                  </a:lnTo>
                  <a:lnTo>
                    <a:pt x="274" y="175"/>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40" name="Google Shape;1394;p189">
              <a:extLst>
                <a:ext uri="{FF2B5EF4-FFF2-40B4-BE49-F238E27FC236}">
                  <a16:creationId xmlns:a16="http://schemas.microsoft.com/office/drawing/2014/main" id="{EF7D2148-1DAD-60EA-214B-74919FE6BE25}"/>
                </a:ext>
              </a:extLst>
            </p:cNvPr>
            <p:cNvSpPr/>
            <p:nvPr/>
          </p:nvSpPr>
          <p:spPr>
            <a:xfrm>
              <a:off x="4569975" y="3174519"/>
              <a:ext cx="437531" cy="346037"/>
            </a:xfrm>
            <a:custGeom>
              <a:avLst/>
              <a:gdLst/>
              <a:ahLst/>
              <a:cxnLst/>
              <a:rect l="l" t="t" r="r" b="b"/>
              <a:pathLst>
                <a:path w="247" h="246" extrusionOk="0">
                  <a:moveTo>
                    <a:pt x="220" y="111"/>
                  </a:moveTo>
                  <a:lnTo>
                    <a:pt x="220" y="111"/>
                  </a:lnTo>
                  <a:lnTo>
                    <a:pt x="219" y="101"/>
                  </a:lnTo>
                  <a:lnTo>
                    <a:pt x="219" y="101"/>
                  </a:lnTo>
                  <a:lnTo>
                    <a:pt x="216" y="93"/>
                  </a:lnTo>
                  <a:lnTo>
                    <a:pt x="234" y="67"/>
                  </a:lnTo>
                  <a:lnTo>
                    <a:pt x="188" y="18"/>
                  </a:lnTo>
                  <a:lnTo>
                    <a:pt x="162" y="33"/>
                  </a:lnTo>
                  <a:lnTo>
                    <a:pt x="162" y="33"/>
                  </a:lnTo>
                  <a:lnTo>
                    <a:pt x="153" y="30"/>
                  </a:lnTo>
                  <a:lnTo>
                    <a:pt x="144" y="28"/>
                  </a:lnTo>
                  <a:lnTo>
                    <a:pt x="131" y="0"/>
                  </a:lnTo>
                  <a:lnTo>
                    <a:pt x="65" y="14"/>
                  </a:lnTo>
                  <a:lnTo>
                    <a:pt x="65" y="45"/>
                  </a:lnTo>
                  <a:lnTo>
                    <a:pt x="65" y="45"/>
                  </a:lnTo>
                  <a:lnTo>
                    <a:pt x="57" y="51"/>
                  </a:lnTo>
                  <a:lnTo>
                    <a:pt x="51" y="57"/>
                  </a:lnTo>
                  <a:lnTo>
                    <a:pt x="20" y="55"/>
                  </a:lnTo>
                  <a:lnTo>
                    <a:pt x="0" y="119"/>
                  </a:lnTo>
                  <a:lnTo>
                    <a:pt x="26" y="134"/>
                  </a:lnTo>
                  <a:lnTo>
                    <a:pt x="26" y="134"/>
                  </a:lnTo>
                  <a:lnTo>
                    <a:pt x="28" y="143"/>
                  </a:lnTo>
                  <a:lnTo>
                    <a:pt x="28" y="143"/>
                  </a:lnTo>
                  <a:lnTo>
                    <a:pt x="31" y="153"/>
                  </a:lnTo>
                  <a:lnTo>
                    <a:pt x="13" y="179"/>
                  </a:lnTo>
                  <a:lnTo>
                    <a:pt x="58" y="227"/>
                  </a:lnTo>
                  <a:lnTo>
                    <a:pt x="85" y="213"/>
                  </a:lnTo>
                  <a:lnTo>
                    <a:pt x="85" y="213"/>
                  </a:lnTo>
                  <a:lnTo>
                    <a:pt x="94" y="216"/>
                  </a:lnTo>
                  <a:lnTo>
                    <a:pt x="102" y="218"/>
                  </a:lnTo>
                  <a:lnTo>
                    <a:pt x="117" y="246"/>
                  </a:lnTo>
                  <a:lnTo>
                    <a:pt x="182" y="231"/>
                  </a:lnTo>
                  <a:lnTo>
                    <a:pt x="182" y="201"/>
                  </a:lnTo>
                  <a:lnTo>
                    <a:pt x="182" y="201"/>
                  </a:lnTo>
                  <a:lnTo>
                    <a:pt x="190" y="195"/>
                  </a:lnTo>
                  <a:lnTo>
                    <a:pt x="196" y="188"/>
                  </a:lnTo>
                  <a:lnTo>
                    <a:pt x="227" y="191"/>
                  </a:lnTo>
                  <a:lnTo>
                    <a:pt x="247" y="127"/>
                  </a:lnTo>
                  <a:lnTo>
                    <a:pt x="220" y="111"/>
                  </a:lnTo>
                  <a:close/>
                  <a:moveTo>
                    <a:pt x="61" y="157"/>
                  </a:moveTo>
                  <a:lnTo>
                    <a:pt x="57" y="147"/>
                  </a:lnTo>
                  <a:lnTo>
                    <a:pt x="57" y="147"/>
                  </a:lnTo>
                  <a:lnTo>
                    <a:pt x="54" y="138"/>
                  </a:lnTo>
                  <a:lnTo>
                    <a:pt x="54" y="138"/>
                  </a:lnTo>
                  <a:lnTo>
                    <a:pt x="53" y="129"/>
                  </a:lnTo>
                  <a:lnTo>
                    <a:pt x="52" y="119"/>
                  </a:lnTo>
                  <a:lnTo>
                    <a:pt x="32" y="107"/>
                  </a:lnTo>
                  <a:lnTo>
                    <a:pt x="40" y="84"/>
                  </a:lnTo>
                  <a:lnTo>
                    <a:pt x="63" y="85"/>
                  </a:lnTo>
                  <a:lnTo>
                    <a:pt x="69" y="77"/>
                  </a:lnTo>
                  <a:lnTo>
                    <a:pt x="69" y="77"/>
                  </a:lnTo>
                  <a:lnTo>
                    <a:pt x="76" y="71"/>
                  </a:lnTo>
                  <a:lnTo>
                    <a:pt x="83" y="65"/>
                  </a:lnTo>
                  <a:lnTo>
                    <a:pt x="91" y="60"/>
                  </a:lnTo>
                  <a:lnTo>
                    <a:pt x="93" y="36"/>
                  </a:lnTo>
                  <a:lnTo>
                    <a:pt x="116" y="31"/>
                  </a:lnTo>
                  <a:lnTo>
                    <a:pt x="126" y="52"/>
                  </a:lnTo>
                  <a:lnTo>
                    <a:pt x="136" y="53"/>
                  </a:lnTo>
                  <a:lnTo>
                    <a:pt x="136" y="53"/>
                  </a:lnTo>
                  <a:lnTo>
                    <a:pt x="144" y="55"/>
                  </a:lnTo>
                  <a:lnTo>
                    <a:pt x="153" y="60"/>
                  </a:lnTo>
                  <a:lnTo>
                    <a:pt x="162" y="63"/>
                  </a:lnTo>
                  <a:lnTo>
                    <a:pt x="183" y="52"/>
                  </a:lnTo>
                  <a:lnTo>
                    <a:pt x="199" y="69"/>
                  </a:lnTo>
                  <a:lnTo>
                    <a:pt x="186" y="89"/>
                  </a:lnTo>
                  <a:lnTo>
                    <a:pt x="190" y="99"/>
                  </a:lnTo>
                  <a:lnTo>
                    <a:pt x="190" y="99"/>
                  </a:lnTo>
                  <a:lnTo>
                    <a:pt x="193" y="108"/>
                  </a:lnTo>
                  <a:lnTo>
                    <a:pt x="193" y="108"/>
                  </a:lnTo>
                  <a:lnTo>
                    <a:pt x="194" y="117"/>
                  </a:lnTo>
                  <a:lnTo>
                    <a:pt x="195" y="127"/>
                  </a:lnTo>
                  <a:lnTo>
                    <a:pt x="215" y="139"/>
                  </a:lnTo>
                  <a:lnTo>
                    <a:pt x="207" y="162"/>
                  </a:lnTo>
                  <a:lnTo>
                    <a:pt x="184" y="161"/>
                  </a:lnTo>
                  <a:lnTo>
                    <a:pt x="177" y="169"/>
                  </a:lnTo>
                  <a:lnTo>
                    <a:pt x="177" y="169"/>
                  </a:lnTo>
                  <a:lnTo>
                    <a:pt x="171" y="175"/>
                  </a:lnTo>
                  <a:lnTo>
                    <a:pt x="164" y="181"/>
                  </a:lnTo>
                  <a:lnTo>
                    <a:pt x="155" y="186"/>
                  </a:lnTo>
                  <a:lnTo>
                    <a:pt x="154" y="209"/>
                  </a:lnTo>
                  <a:lnTo>
                    <a:pt x="131" y="215"/>
                  </a:lnTo>
                  <a:lnTo>
                    <a:pt x="121" y="194"/>
                  </a:lnTo>
                  <a:lnTo>
                    <a:pt x="111" y="192"/>
                  </a:lnTo>
                  <a:lnTo>
                    <a:pt x="111" y="192"/>
                  </a:lnTo>
                  <a:lnTo>
                    <a:pt x="102" y="190"/>
                  </a:lnTo>
                  <a:lnTo>
                    <a:pt x="94" y="186"/>
                  </a:lnTo>
                  <a:lnTo>
                    <a:pt x="85" y="182"/>
                  </a:lnTo>
                  <a:lnTo>
                    <a:pt x="64" y="194"/>
                  </a:lnTo>
                  <a:lnTo>
                    <a:pt x="47" y="176"/>
                  </a:lnTo>
                  <a:lnTo>
                    <a:pt x="61" y="157"/>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41" name="Google Shape;1395;p189">
              <a:extLst>
                <a:ext uri="{FF2B5EF4-FFF2-40B4-BE49-F238E27FC236}">
                  <a16:creationId xmlns:a16="http://schemas.microsoft.com/office/drawing/2014/main" id="{C9ACA363-9932-0C77-3DE4-E35FAF942E83}"/>
                </a:ext>
              </a:extLst>
            </p:cNvPr>
            <p:cNvSpPr/>
            <p:nvPr/>
          </p:nvSpPr>
          <p:spPr>
            <a:xfrm>
              <a:off x="4711668" y="3286588"/>
              <a:ext cx="149402" cy="113940"/>
            </a:xfrm>
            <a:custGeom>
              <a:avLst/>
              <a:gdLst/>
              <a:ahLst/>
              <a:cxnLst/>
              <a:rect l="l" t="t" r="r" b="b"/>
              <a:pathLst>
                <a:path w="83" h="82" extrusionOk="0">
                  <a:moveTo>
                    <a:pt x="19" y="76"/>
                  </a:moveTo>
                  <a:lnTo>
                    <a:pt x="19" y="76"/>
                  </a:lnTo>
                  <a:lnTo>
                    <a:pt x="24" y="79"/>
                  </a:lnTo>
                  <a:lnTo>
                    <a:pt x="29" y="81"/>
                  </a:lnTo>
                  <a:lnTo>
                    <a:pt x="36" y="82"/>
                  </a:lnTo>
                  <a:lnTo>
                    <a:pt x="41" y="82"/>
                  </a:lnTo>
                  <a:lnTo>
                    <a:pt x="41" y="82"/>
                  </a:lnTo>
                  <a:lnTo>
                    <a:pt x="50" y="81"/>
                  </a:lnTo>
                  <a:lnTo>
                    <a:pt x="50" y="81"/>
                  </a:lnTo>
                  <a:lnTo>
                    <a:pt x="58" y="79"/>
                  </a:lnTo>
                  <a:lnTo>
                    <a:pt x="66" y="75"/>
                  </a:lnTo>
                  <a:lnTo>
                    <a:pt x="71" y="70"/>
                  </a:lnTo>
                  <a:lnTo>
                    <a:pt x="77" y="63"/>
                  </a:lnTo>
                  <a:lnTo>
                    <a:pt x="80" y="56"/>
                  </a:lnTo>
                  <a:lnTo>
                    <a:pt x="82" y="48"/>
                  </a:lnTo>
                  <a:lnTo>
                    <a:pt x="83" y="40"/>
                  </a:lnTo>
                  <a:lnTo>
                    <a:pt x="82" y="32"/>
                  </a:lnTo>
                  <a:lnTo>
                    <a:pt x="82" y="32"/>
                  </a:lnTo>
                  <a:lnTo>
                    <a:pt x="82" y="32"/>
                  </a:lnTo>
                  <a:lnTo>
                    <a:pt x="80" y="24"/>
                  </a:lnTo>
                  <a:lnTo>
                    <a:pt x="76" y="17"/>
                  </a:lnTo>
                  <a:lnTo>
                    <a:pt x="70" y="11"/>
                  </a:lnTo>
                  <a:lnTo>
                    <a:pt x="63" y="6"/>
                  </a:lnTo>
                  <a:lnTo>
                    <a:pt x="57" y="2"/>
                  </a:lnTo>
                  <a:lnTo>
                    <a:pt x="49" y="0"/>
                  </a:lnTo>
                  <a:lnTo>
                    <a:pt x="40" y="0"/>
                  </a:lnTo>
                  <a:lnTo>
                    <a:pt x="33" y="1"/>
                  </a:lnTo>
                  <a:lnTo>
                    <a:pt x="33" y="1"/>
                  </a:lnTo>
                  <a:lnTo>
                    <a:pt x="25" y="3"/>
                  </a:lnTo>
                  <a:lnTo>
                    <a:pt x="17" y="6"/>
                  </a:lnTo>
                  <a:lnTo>
                    <a:pt x="12" y="12"/>
                  </a:lnTo>
                  <a:lnTo>
                    <a:pt x="6" y="18"/>
                  </a:lnTo>
                  <a:lnTo>
                    <a:pt x="6" y="18"/>
                  </a:lnTo>
                  <a:lnTo>
                    <a:pt x="3" y="26"/>
                  </a:lnTo>
                  <a:lnTo>
                    <a:pt x="1" y="34"/>
                  </a:lnTo>
                  <a:lnTo>
                    <a:pt x="0" y="41"/>
                  </a:lnTo>
                  <a:lnTo>
                    <a:pt x="1" y="50"/>
                  </a:lnTo>
                  <a:lnTo>
                    <a:pt x="1" y="50"/>
                  </a:lnTo>
                  <a:lnTo>
                    <a:pt x="3" y="58"/>
                  </a:lnTo>
                  <a:lnTo>
                    <a:pt x="7" y="65"/>
                  </a:lnTo>
                  <a:lnTo>
                    <a:pt x="13" y="71"/>
                  </a:lnTo>
                  <a:lnTo>
                    <a:pt x="19" y="76"/>
                  </a:lnTo>
                  <a:lnTo>
                    <a:pt x="19" y="76"/>
                  </a:lnTo>
                  <a:close/>
                  <a:moveTo>
                    <a:pt x="29" y="33"/>
                  </a:moveTo>
                  <a:lnTo>
                    <a:pt x="29" y="33"/>
                  </a:lnTo>
                  <a:lnTo>
                    <a:pt x="34" y="29"/>
                  </a:lnTo>
                  <a:lnTo>
                    <a:pt x="38" y="27"/>
                  </a:lnTo>
                  <a:lnTo>
                    <a:pt x="38" y="27"/>
                  </a:lnTo>
                  <a:lnTo>
                    <a:pt x="41" y="26"/>
                  </a:lnTo>
                  <a:lnTo>
                    <a:pt x="41" y="26"/>
                  </a:lnTo>
                  <a:lnTo>
                    <a:pt x="46" y="27"/>
                  </a:lnTo>
                  <a:lnTo>
                    <a:pt x="50" y="29"/>
                  </a:lnTo>
                  <a:lnTo>
                    <a:pt x="54" y="33"/>
                  </a:lnTo>
                  <a:lnTo>
                    <a:pt x="56" y="38"/>
                  </a:lnTo>
                  <a:lnTo>
                    <a:pt x="56" y="38"/>
                  </a:lnTo>
                  <a:lnTo>
                    <a:pt x="56" y="44"/>
                  </a:lnTo>
                  <a:lnTo>
                    <a:pt x="54" y="49"/>
                  </a:lnTo>
                  <a:lnTo>
                    <a:pt x="54" y="49"/>
                  </a:lnTo>
                  <a:lnTo>
                    <a:pt x="49" y="52"/>
                  </a:lnTo>
                  <a:lnTo>
                    <a:pt x="45" y="55"/>
                  </a:lnTo>
                  <a:lnTo>
                    <a:pt x="45" y="55"/>
                  </a:lnTo>
                  <a:lnTo>
                    <a:pt x="39" y="55"/>
                  </a:lnTo>
                  <a:lnTo>
                    <a:pt x="34" y="54"/>
                  </a:lnTo>
                  <a:lnTo>
                    <a:pt x="29" y="49"/>
                  </a:lnTo>
                  <a:lnTo>
                    <a:pt x="27" y="44"/>
                  </a:lnTo>
                  <a:lnTo>
                    <a:pt x="27" y="44"/>
                  </a:lnTo>
                  <a:lnTo>
                    <a:pt x="27" y="38"/>
                  </a:lnTo>
                  <a:lnTo>
                    <a:pt x="29" y="33"/>
                  </a:lnTo>
                  <a:lnTo>
                    <a:pt x="29" y="33"/>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84" name="Google Shape;1401;p189">
              <a:extLst>
                <a:ext uri="{FF2B5EF4-FFF2-40B4-BE49-F238E27FC236}">
                  <a16:creationId xmlns:a16="http://schemas.microsoft.com/office/drawing/2014/main" id="{A2F91DBF-612E-76F0-AB14-70E46880A510}"/>
                </a:ext>
              </a:extLst>
            </p:cNvPr>
            <p:cNvSpPr/>
            <p:nvPr/>
          </p:nvSpPr>
          <p:spPr>
            <a:xfrm>
              <a:off x="4044233"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grpSp>
      <p:sp>
        <p:nvSpPr>
          <p:cNvPr id="4" name="Slide Number Placeholder 5">
            <a:extLst>
              <a:ext uri="{FF2B5EF4-FFF2-40B4-BE49-F238E27FC236}">
                <a16:creationId xmlns:a16="http://schemas.microsoft.com/office/drawing/2014/main" id="{0DBA6B44-2E93-D229-64EB-0D0A1D09694E}"/>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52" name="Elipse 136">
            <a:extLst>
              <a:ext uri="{FF2B5EF4-FFF2-40B4-BE49-F238E27FC236}">
                <a16:creationId xmlns:a16="http://schemas.microsoft.com/office/drawing/2014/main" id="{BE06DD9F-1C70-18DE-91E3-6BA380193711}"/>
              </a:ext>
            </a:extLst>
          </p:cNvPr>
          <p:cNvSpPr/>
          <p:nvPr/>
        </p:nvSpPr>
        <p:spPr>
          <a:xfrm>
            <a:off x="9656301" y="2914715"/>
            <a:ext cx="152013" cy="155588"/>
          </a:xfrm>
          <a:prstGeom prst="ellipse">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53" name="Elipse 137">
            <a:extLst>
              <a:ext uri="{FF2B5EF4-FFF2-40B4-BE49-F238E27FC236}">
                <a16:creationId xmlns:a16="http://schemas.microsoft.com/office/drawing/2014/main" id="{F1DAC9EC-EE58-14AF-3E65-F31175F607C3}"/>
              </a:ext>
            </a:extLst>
          </p:cNvPr>
          <p:cNvSpPr/>
          <p:nvPr/>
        </p:nvSpPr>
        <p:spPr>
          <a:xfrm>
            <a:off x="9694304" y="2952612"/>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54" name="Conector recto 138">
            <a:extLst>
              <a:ext uri="{FF2B5EF4-FFF2-40B4-BE49-F238E27FC236}">
                <a16:creationId xmlns:a16="http://schemas.microsoft.com/office/drawing/2014/main" id="{BA172E7B-1297-1318-EEDD-9629B0D93617}"/>
              </a:ext>
            </a:extLst>
          </p:cNvPr>
          <p:cNvCxnSpPr>
            <a:cxnSpLocks/>
            <a:endCxn id="2" idx="0"/>
          </p:cNvCxnSpPr>
          <p:nvPr/>
        </p:nvCxnSpPr>
        <p:spPr>
          <a:xfrm>
            <a:off x="9737272" y="3046644"/>
            <a:ext cx="3150" cy="393857"/>
          </a:xfrm>
          <a:prstGeom prst="line">
            <a:avLst/>
          </a:prstGeom>
          <a:ln w="12700" cap="sq">
            <a:solidFill>
              <a:srgbClr val="1A7B73"/>
            </a:solidFill>
            <a:prstDash val="sysDot"/>
          </a:ln>
        </p:spPr>
        <p:style>
          <a:lnRef idx="1">
            <a:schemeClr val="accent1"/>
          </a:lnRef>
          <a:fillRef idx="0">
            <a:schemeClr val="accent1"/>
          </a:fillRef>
          <a:effectRef idx="0">
            <a:schemeClr val="dk1"/>
          </a:effectRef>
          <a:fontRef idx="minor">
            <a:schemeClr val="lt1"/>
          </a:fontRef>
        </p:style>
      </p:cxnSp>
      <p:cxnSp>
        <p:nvCxnSpPr>
          <p:cNvPr id="55" name="Conector recto 131">
            <a:extLst>
              <a:ext uri="{FF2B5EF4-FFF2-40B4-BE49-F238E27FC236}">
                <a16:creationId xmlns:a16="http://schemas.microsoft.com/office/drawing/2014/main" id="{64D2A4E5-7491-61D0-C38C-A75F29ED0CE8}"/>
              </a:ext>
            </a:extLst>
          </p:cNvPr>
          <p:cNvCxnSpPr>
            <a:cxnSpLocks/>
            <a:endCxn id="3" idx="2"/>
          </p:cNvCxnSpPr>
          <p:nvPr/>
        </p:nvCxnSpPr>
        <p:spPr>
          <a:xfrm flipV="1">
            <a:off x="8030783" y="4685206"/>
            <a:ext cx="3335" cy="550473"/>
          </a:xfrm>
          <a:prstGeom prst="line">
            <a:avLst/>
          </a:prstGeom>
          <a:ln w="12700" cap="sq">
            <a:solidFill>
              <a:srgbClr val="04606F"/>
            </a:solidFill>
            <a:prstDash val="sysDot"/>
          </a:ln>
        </p:spPr>
        <p:style>
          <a:lnRef idx="1">
            <a:schemeClr val="accent1"/>
          </a:lnRef>
          <a:fillRef idx="0">
            <a:schemeClr val="accent1"/>
          </a:fillRef>
          <a:effectRef idx="0">
            <a:schemeClr val="dk1"/>
          </a:effectRef>
          <a:fontRef idx="minor">
            <a:schemeClr val="lt1"/>
          </a:fontRef>
        </p:style>
      </p:cxnSp>
      <p:sp>
        <p:nvSpPr>
          <p:cNvPr id="56" name="Elipse 132">
            <a:extLst>
              <a:ext uri="{FF2B5EF4-FFF2-40B4-BE49-F238E27FC236}">
                <a16:creationId xmlns:a16="http://schemas.microsoft.com/office/drawing/2014/main" id="{2DCD3F9F-D418-F8BC-00E3-ED6DBC3B3386}"/>
              </a:ext>
            </a:extLst>
          </p:cNvPr>
          <p:cNvSpPr/>
          <p:nvPr/>
        </p:nvSpPr>
        <p:spPr>
          <a:xfrm>
            <a:off x="7954776" y="5224473"/>
            <a:ext cx="152013" cy="155588"/>
          </a:xfrm>
          <a:prstGeom prst="ellipse">
            <a:avLst/>
          </a:prstGeom>
          <a:solidFill>
            <a:srgbClr val="208E9B"/>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57" name="Elipse 133">
            <a:extLst>
              <a:ext uri="{FF2B5EF4-FFF2-40B4-BE49-F238E27FC236}">
                <a16:creationId xmlns:a16="http://schemas.microsoft.com/office/drawing/2014/main" id="{CD72B360-26AF-F1F4-BDD8-060D08E181FA}"/>
              </a:ext>
            </a:extLst>
          </p:cNvPr>
          <p:cNvSpPr/>
          <p:nvPr/>
        </p:nvSpPr>
        <p:spPr>
          <a:xfrm>
            <a:off x="7992778" y="5263460"/>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58" name="Google Shape;1385;p189">
            <a:extLst>
              <a:ext uri="{FF2B5EF4-FFF2-40B4-BE49-F238E27FC236}">
                <a16:creationId xmlns:a16="http://schemas.microsoft.com/office/drawing/2014/main" id="{5889B9FD-8D9E-68C4-3D3F-95EF15075EFB}"/>
              </a:ext>
            </a:extLst>
          </p:cNvPr>
          <p:cNvSpPr/>
          <p:nvPr/>
        </p:nvSpPr>
        <p:spPr>
          <a:xfrm>
            <a:off x="207560" y="5380061"/>
            <a:ext cx="3027806" cy="1063918"/>
          </a:xfrm>
          <a:prstGeom prst="rect">
            <a:avLst/>
          </a:prstGeom>
          <a:noFill/>
          <a:ln>
            <a:noFill/>
          </a:ln>
        </p:spPr>
        <p:txBody>
          <a:bodyPr spcFirstLastPara="1" wrap="square" lIns="0" tIns="0" rIns="0" bIns="0" anchor="t" anchorCtr="0">
            <a:noAutofit/>
          </a:bodyPr>
          <a:lstStyle/>
          <a:p>
            <a:pPr marL="228600" indent="-228600" defTabSz="1219170">
              <a:spcAft>
                <a:spcPts val="300"/>
              </a:spcAft>
              <a:buClr>
                <a:srgbClr val="CFF0D5"/>
              </a:buClr>
              <a:buFont typeface="+mj-lt"/>
              <a:buAutoNum type="arabicPeriod"/>
            </a:pPr>
            <a:r>
              <a:rPr lang="en-US" sz="1300" b="1" dirty="0">
                <a:solidFill>
                  <a:schemeClr val="accent6">
                    <a:lumMod val="40000"/>
                    <a:lumOff val="60000"/>
                  </a:schemeClr>
                </a:solidFill>
                <a:latin typeface="+mj-lt"/>
                <a:sym typeface="Arial"/>
              </a:rPr>
              <a:t>METROPOLITAN DATA ARCHITECTURE TECHNICAL SET UP </a:t>
            </a:r>
          </a:p>
          <a:p>
            <a:pPr algn="just"/>
            <a:r>
              <a:rPr lang="en-US" sz="1300" dirty="0">
                <a:latin typeface="+mj-lt"/>
                <a:cs typeface="Segoe UI Light"/>
              </a:rPr>
              <a:t>The primary objective of this phase is to create a robust data pipeline that enables near real-time data availability.</a:t>
            </a:r>
            <a:endParaRPr lang="bg-BG" sz="1300" dirty="0">
              <a:latin typeface="+mj-lt"/>
              <a:cs typeface="Segoe UI Light"/>
            </a:endParaRPr>
          </a:p>
        </p:txBody>
      </p:sp>
      <p:sp>
        <p:nvSpPr>
          <p:cNvPr id="63" name="TextBox 62">
            <a:extLst>
              <a:ext uri="{FF2B5EF4-FFF2-40B4-BE49-F238E27FC236}">
                <a16:creationId xmlns:a16="http://schemas.microsoft.com/office/drawing/2014/main" id="{50338F14-F2AE-7D17-7280-1F538163CC7B}"/>
              </a:ext>
            </a:extLst>
          </p:cNvPr>
          <p:cNvSpPr txBox="1"/>
          <p:nvPr/>
        </p:nvSpPr>
        <p:spPr>
          <a:xfrm>
            <a:off x="802388" y="2041877"/>
            <a:ext cx="3167235" cy="692497"/>
          </a:xfrm>
          <a:prstGeom prst="rect">
            <a:avLst/>
          </a:prstGeom>
          <a:noFill/>
        </p:spPr>
        <p:txBody>
          <a:bodyPr wrap="square">
            <a:spAutoFit/>
          </a:bodyPr>
          <a:lstStyle/>
          <a:p>
            <a:pPr marR="0" lvl="0" algn="just">
              <a:buClr>
                <a:srgbClr val="2F5496"/>
              </a:buClr>
            </a:pPr>
            <a:r>
              <a:rPr lang="en-US" sz="1300" b="1" dirty="0">
                <a:solidFill>
                  <a:srgbClr val="1A7B73"/>
                </a:solidFill>
                <a:latin typeface="+mj-lt"/>
              </a:rPr>
              <a:t>2. DATA CLEANSING FOR DEAL DATA</a:t>
            </a:r>
          </a:p>
          <a:p>
            <a:pPr algn="just">
              <a:buClr>
                <a:srgbClr val="2F5496"/>
              </a:buClr>
            </a:pPr>
            <a:r>
              <a:rPr lang="en-US" sz="1300" dirty="0">
                <a:latin typeface="+mj-lt"/>
                <a:cs typeface="Segoe UI Light" panose="020B0502040204020203" pitchFamily="34" charset="0"/>
              </a:rPr>
              <a:t>This phase focuses on cleansing data needed for Deal Team´s Pipeline and Funnel reports.</a:t>
            </a:r>
            <a:endParaRPr lang="bg-BG" sz="1300" dirty="0">
              <a:latin typeface="+mj-lt"/>
              <a:cs typeface="Segoe UI Light" panose="020B0502040204020203" pitchFamily="34" charset="0"/>
            </a:endParaRPr>
          </a:p>
        </p:txBody>
      </p:sp>
      <p:sp>
        <p:nvSpPr>
          <p:cNvPr id="66" name="TextBox 65">
            <a:extLst>
              <a:ext uri="{FF2B5EF4-FFF2-40B4-BE49-F238E27FC236}">
                <a16:creationId xmlns:a16="http://schemas.microsoft.com/office/drawing/2014/main" id="{734B6798-F1B9-9F31-933E-5AEED380B007}"/>
              </a:ext>
            </a:extLst>
          </p:cNvPr>
          <p:cNvSpPr txBox="1"/>
          <p:nvPr/>
        </p:nvSpPr>
        <p:spPr>
          <a:xfrm>
            <a:off x="3314286" y="5380061"/>
            <a:ext cx="3325563" cy="1092607"/>
          </a:xfrm>
          <a:prstGeom prst="rect">
            <a:avLst/>
          </a:prstGeom>
          <a:noFill/>
        </p:spPr>
        <p:txBody>
          <a:bodyPr wrap="square">
            <a:spAutoFit/>
          </a:bodyPr>
          <a:lstStyle/>
          <a:p>
            <a:pPr>
              <a:buClr>
                <a:srgbClr val="2F5496"/>
              </a:buClr>
            </a:pPr>
            <a:r>
              <a:rPr lang="en-US" sz="1300" b="1" dirty="0">
                <a:solidFill>
                  <a:srgbClr val="208E9B"/>
                </a:solidFill>
                <a:latin typeface="+mj-lt"/>
              </a:rPr>
              <a:t>3. DATA QUALITY MONITORING &amp; REPORTING DASHBOARD</a:t>
            </a:r>
          </a:p>
          <a:p>
            <a:pPr algn="just">
              <a:buClr>
                <a:srgbClr val="2F5496"/>
              </a:buClr>
            </a:pPr>
            <a:r>
              <a:rPr lang="en-US" sz="1300" dirty="0">
                <a:latin typeface="+mj-lt"/>
                <a:cs typeface="Segoe UI Light"/>
              </a:rPr>
              <a:t>This phase aims to provide clear visibility into data hygiene, enabling proactive management and timely resolution of data issues.</a:t>
            </a:r>
            <a:endParaRPr lang="bg-BG" sz="1300" dirty="0">
              <a:latin typeface="+mj-lt"/>
              <a:cs typeface="Segoe UI Light" panose="020B0502040204020203" pitchFamily="34" charset="0"/>
            </a:endParaRPr>
          </a:p>
        </p:txBody>
      </p:sp>
      <p:sp>
        <p:nvSpPr>
          <p:cNvPr id="73" name="TextBox 72">
            <a:extLst>
              <a:ext uri="{FF2B5EF4-FFF2-40B4-BE49-F238E27FC236}">
                <a16:creationId xmlns:a16="http://schemas.microsoft.com/office/drawing/2014/main" id="{7025C738-6C33-EB27-5A5A-A05CB955B65F}"/>
              </a:ext>
            </a:extLst>
          </p:cNvPr>
          <p:cNvSpPr txBox="1"/>
          <p:nvPr/>
        </p:nvSpPr>
        <p:spPr>
          <a:xfrm>
            <a:off x="4427745" y="2041877"/>
            <a:ext cx="3794634" cy="1092607"/>
          </a:xfrm>
          <a:prstGeom prst="rect">
            <a:avLst/>
          </a:prstGeom>
          <a:noFill/>
        </p:spPr>
        <p:txBody>
          <a:bodyPr wrap="square">
            <a:spAutoFit/>
          </a:bodyPr>
          <a:lstStyle/>
          <a:p>
            <a:pPr marR="0" lvl="0">
              <a:buClr>
                <a:srgbClr val="2F5496"/>
              </a:buClr>
            </a:pPr>
            <a:r>
              <a:rPr lang="en-US" sz="1300" b="1" dirty="0">
                <a:solidFill>
                  <a:srgbClr val="112A48"/>
                </a:solidFill>
                <a:latin typeface="+mj-lt"/>
              </a:rPr>
              <a:t>4. </a:t>
            </a:r>
            <a:r>
              <a:rPr lang="es-ES" sz="1300" b="1" dirty="0">
                <a:solidFill>
                  <a:srgbClr val="112A48"/>
                </a:solidFill>
                <a:latin typeface="+mj-lt"/>
              </a:rPr>
              <a:t>AUTOMATED EMAIL NOTIFICATIONS</a:t>
            </a:r>
            <a:endParaRPr lang="bg-BG" sz="1300" b="1" dirty="0">
              <a:solidFill>
                <a:srgbClr val="112A48"/>
              </a:solidFill>
              <a:latin typeface="+mj-lt"/>
            </a:endParaRPr>
          </a:p>
          <a:p>
            <a:pPr marL="0" marR="0" algn="just"/>
            <a:r>
              <a:rPr lang="en-US" sz="1300" dirty="0">
                <a:latin typeface="+mj-lt"/>
                <a:cs typeface="Segoe UI Light" panose="020B0502040204020203" pitchFamily="34" charset="0"/>
              </a:rPr>
              <a:t>The goal of this phase is to create an efficient feedback loop that proactively informs users about data issues, driving timely updates and reducing manual follow-ups.</a:t>
            </a:r>
            <a:endParaRPr lang="bg-BG" sz="1300" dirty="0">
              <a:latin typeface="+mj-lt"/>
              <a:cs typeface="Segoe UI Light"/>
            </a:endParaRPr>
          </a:p>
        </p:txBody>
      </p:sp>
      <p:sp>
        <p:nvSpPr>
          <p:cNvPr id="75" name="TextBox 74">
            <a:extLst>
              <a:ext uri="{FF2B5EF4-FFF2-40B4-BE49-F238E27FC236}">
                <a16:creationId xmlns:a16="http://schemas.microsoft.com/office/drawing/2014/main" id="{C9B4469D-D0FD-000D-490A-BD38831D202B}"/>
              </a:ext>
            </a:extLst>
          </p:cNvPr>
          <p:cNvSpPr txBox="1"/>
          <p:nvPr/>
        </p:nvSpPr>
        <p:spPr>
          <a:xfrm>
            <a:off x="6797689" y="5380061"/>
            <a:ext cx="3746486" cy="938975"/>
          </a:xfrm>
          <a:prstGeom prst="rect">
            <a:avLst/>
          </a:prstGeom>
          <a:noFill/>
        </p:spPr>
        <p:txBody>
          <a:bodyPr wrap="square">
            <a:spAutoFit/>
          </a:bodyPr>
          <a:lstStyle/>
          <a:p>
            <a:pPr marR="0" lvl="0">
              <a:lnSpc>
                <a:spcPct val="107000"/>
              </a:lnSpc>
              <a:spcBef>
                <a:spcPts val="1200"/>
              </a:spcBef>
            </a:pPr>
            <a:r>
              <a:rPr lang="en-US" sz="1300" b="1" dirty="0">
                <a:solidFill>
                  <a:srgbClr val="208E9B"/>
                </a:solidFill>
                <a:latin typeface="+mj-lt"/>
              </a:rPr>
              <a:t>5. AUTOMATION OF PIPELINE AND FUNNEL REPORTS</a:t>
            </a:r>
          </a:p>
          <a:p>
            <a:pPr marR="0" lvl="0">
              <a:lnSpc>
                <a:spcPct val="107000"/>
              </a:lnSpc>
              <a:spcAft>
                <a:spcPts val="800"/>
              </a:spcAft>
            </a:pPr>
            <a:r>
              <a:rPr lang="en-US" sz="1300" dirty="0">
                <a:latin typeface="+mj-lt"/>
                <a:cs typeface="Segoe UI Light" panose="020B0502040204020203" pitchFamily="34" charset="0"/>
              </a:rPr>
              <a:t>The phase aims to automate creation and maintenance of Pipeline and Funnel reports using </a:t>
            </a:r>
            <a:r>
              <a:rPr lang="en-US" sz="1300" dirty="0" err="1">
                <a:latin typeface="+mj-lt"/>
                <a:cs typeface="Segoe UI Light" panose="020B0502040204020203" pitchFamily="34" charset="0"/>
              </a:rPr>
              <a:t>PowerBI</a:t>
            </a:r>
            <a:r>
              <a:rPr lang="en-US" sz="1300" dirty="0">
                <a:latin typeface="+mj-lt"/>
                <a:cs typeface="Segoe UI Light" panose="020B0502040204020203" pitchFamily="34" charset="0"/>
              </a:rPr>
              <a:t>.</a:t>
            </a:r>
            <a:endParaRPr lang="bg-BG" sz="1300" dirty="0">
              <a:latin typeface="+mj-lt"/>
              <a:cs typeface="Segoe UI Light" panose="020B0502040204020203" pitchFamily="34" charset="0"/>
            </a:endParaRPr>
          </a:p>
        </p:txBody>
      </p:sp>
      <p:sp>
        <p:nvSpPr>
          <p:cNvPr id="77" name="TextBox 76">
            <a:extLst>
              <a:ext uri="{FF2B5EF4-FFF2-40B4-BE49-F238E27FC236}">
                <a16:creationId xmlns:a16="http://schemas.microsoft.com/office/drawing/2014/main" id="{E5D9E4E5-F246-67A6-05E5-0357AE11C4BD}"/>
              </a:ext>
            </a:extLst>
          </p:cNvPr>
          <p:cNvSpPr txBox="1"/>
          <p:nvPr/>
        </p:nvSpPr>
        <p:spPr>
          <a:xfrm>
            <a:off x="8381033" y="2041877"/>
            <a:ext cx="3485938" cy="892552"/>
          </a:xfrm>
          <a:prstGeom prst="rect">
            <a:avLst/>
          </a:prstGeom>
          <a:noFill/>
        </p:spPr>
        <p:txBody>
          <a:bodyPr wrap="square">
            <a:spAutoFit/>
          </a:bodyPr>
          <a:lstStyle/>
          <a:p>
            <a:pPr marR="0" lvl="0">
              <a:buClr>
                <a:srgbClr val="2F5496"/>
              </a:buClr>
            </a:pPr>
            <a:r>
              <a:rPr lang="en-US" sz="1300" b="1" dirty="0">
                <a:solidFill>
                  <a:srgbClr val="1A7B73"/>
                </a:solidFill>
                <a:latin typeface="+mj-lt"/>
              </a:rPr>
              <a:t>6. TRAINING AND CHANGE MANAGEMENT</a:t>
            </a:r>
            <a:endParaRPr lang="bg-BG" sz="1300" b="1" dirty="0">
              <a:solidFill>
                <a:srgbClr val="1A7B73"/>
              </a:solidFill>
              <a:latin typeface="+mj-lt"/>
            </a:endParaRPr>
          </a:p>
          <a:p>
            <a:pPr marL="0" marR="0" algn="just"/>
            <a:r>
              <a:rPr lang="en-US" sz="1300" dirty="0">
                <a:latin typeface="+mj-lt"/>
                <a:cs typeface="Segoe UI Light" panose="020B0502040204020203" pitchFamily="34" charset="0"/>
              </a:rPr>
              <a:t>This phase ensures users are comfortable with the tools and processes, with continued support available as needed.</a:t>
            </a:r>
            <a:endParaRPr lang="bg-BG" sz="1300" dirty="0">
              <a:latin typeface="+mj-lt"/>
              <a:cs typeface="Segoe UI Light" panose="020B0502040204020203" pitchFamily="34" charset="0"/>
            </a:endParaRPr>
          </a:p>
        </p:txBody>
      </p:sp>
      <p:grpSp>
        <p:nvGrpSpPr>
          <p:cNvPr id="78" name="Group 77">
            <a:extLst>
              <a:ext uri="{FF2B5EF4-FFF2-40B4-BE49-F238E27FC236}">
                <a16:creationId xmlns:a16="http://schemas.microsoft.com/office/drawing/2014/main" id="{A3F4FFA0-4FB8-83AD-B592-7529EC298142}"/>
              </a:ext>
            </a:extLst>
          </p:cNvPr>
          <p:cNvGrpSpPr/>
          <p:nvPr/>
        </p:nvGrpSpPr>
        <p:grpSpPr>
          <a:xfrm>
            <a:off x="5675932" y="3440501"/>
            <a:ext cx="1303763" cy="1244705"/>
            <a:chOff x="5420582" y="2916910"/>
            <a:chExt cx="1303763" cy="1244705"/>
          </a:xfrm>
        </p:grpSpPr>
        <p:sp>
          <p:nvSpPr>
            <p:cNvPr id="43" name="Google Shape;1371;p189">
              <a:extLst>
                <a:ext uri="{FF2B5EF4-FFF2-40B4-BE49-F238E27FC236}">
                  <a16:creationId xmlns:a16="http://schemas.microsoft.com/office/drawing/2014/main" id="{258CBF32-B938-0F38-2C9C-2ED31531AB6B}"/>
                </a:ext>
              </a:extLst>
            </p:cNvPr>
            <p:cNvSpPr/>
            <p:nvPr/>
          </p:nvSpPr>
          <p:spPr>
            <a:xfrm>
              <a:off x="5420582" y="2916910"/>
              <a:ext cx="1303763" cy="1244705"/>
            </a:xfrm>
            <a:prstGeom prst="rect">
              <a:avLst/>
            </a:prstGeom>
            <a:solidFill>
              <a:srgbClr val="112A48"/>
            </a:solidFill>
            <a:ln>
              <a:solidFill>
                <a:srgbClr val="112A48"/>
              </a:solidFill>
            </a:ln>
          </p:spPr>
          <p:txBody>
            <a:bodyPr spcFirstLastPara="1" wrap="square" lIns="183233" tIns="91567" rIns="183233" bIns="91567" anchor="ctr" anchorCtr="0">
              <a:noAutofit/>
            </a:bodyPr>
            <a:lstStyle/>
            <a:p>
              <a:pPr algn="ctr" defTabSz="1219170">
                <a:buClr>
                  <a:srgbClr val="000000"/>
                </a:buClr>
              </a:pPr>
              <a:endParaRPr sz="2133" kern="0" dirty="0">
                <a:solidFill>
                  <a:srgbClr val="FFFFFF"/>
                </a:solidFill>
                <a:latin typeface="Julius Sans One"/>
                <a:ea typeface="Arial"/>
                <a:cs typeface="Arial"/>
                <a:sym typeface="Arial"/>
              </a:endParaRPr>
            </a:p>
          </p:txBody>
        </p:sp>
        <p:sp>
          <p:nvSpPr>
            <p:cNvPr id="33" name="Google Shape;1401;p189">
              <a:extLst>
                <a:ext uri="{FF2B5EF4-FFF2-40B4-BE49-F238E27FC236}">
                  <a16:creationId xmlns:a16="http://schemas.microsoft.com/office/drawing/2014/main" id="{8A7609CB-4BB2-3320-DD4B-A643B29D334D}"/>
                </a:ext>
              </a:extLst>
            </p:cNvPr>
            <p:cNvSpPr/>
            <p:nvPr/>
          </p:nvSpPr>
          <p:spPr>
            <a:xfrm>
              <a:off x="5554571"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dirty="0">
                <a:solidFill>
                  <a:srgbClr val="000000"/>
                </a:solidFill>
                <a:latin typeface="Julius Sans One"/>
                <a:ea typeface="Arial"/>
                <a:cs typeface="Arial"/>
                <a:sym typeface="Arial"/>
              </a:endParaRPr>
            </a:p>
          </p:txBody>
        </p:sp>
      </p:grpSp>
      <p:grpSp>
        <p:nvGrpSpPr>
          <p:cNvPr id="80" name="Group 79">
            <a:extLst>
              <a:ext uri="{FF2B5EF4-FFF2-40B4-BE49-F238E27FC236}">
                <a16:creationId xmlns:a16="http://schemas.microsoft.com/office/drawing/2014/main" id="{D3B1FB73-D7D9-4B4B-0A8E-7315DA46F5BB}"/>
              </a:ext>
            </a:extLst>
          </p:cNvPr>
          <p:cNvGrpSpPr/>
          <p:nvPr/>
        </p:nvGrpSpPr>
        <p:grpSpPr>
          <a:xfrm>
            <a:off x="9088540" y="3440501"/>
            <a:ext cx="1303763" cy="1244705"/>
            <a:chOff x="8535234" y="2916910"/>
            <a:chExt cx="1303763" cy="1244705"/>
          </a:xfrm>
        </p:grpSpPr>
        <p:sp>
          <p:nvSpPr>
            <p:cNvPr id="2" name="Google Shape;1368;p189">
              <a:extLst>
                <a:ext uri="{FF2B5EF4-FFF2-40B4-BE49-F238E27FC236}">
                  <a16:creationId xmlns:a16="http://schemas.microsoft.com/office/drawing/2014/main" id="{12023484-84B3-A05C-D81D-52AFED3E258F}"/>
                </a:ext>
              </a:extLst>
            </p:cNvPr>
            <p:cNvSpPr/>
            <p:nvPr/>
          </p:nvSpPr>
          <p:spPr>
            <a:xfrm>
              <a:off x="8535234" y="2916910"/>
              <a:ext cx="1303763" cy="1244705"/>
            </a:xfrm>
            <a:prstGeom prst="rect">
              <a:avLst/>
            </a:prstGeom>
            <a:solidFill>
              <a:srgbClr val="1A7B73"/>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36" name="Google Shape;1401;p189">
              <a:extLst>
                <a:ext uri="{FF2B5EF4-FFF2-40B4-BE49-F238E27FC236}">
                  <a16:creationId xmlns:a16="http://schemas.microsoft.com/office/drawing/2014/main" id="{BD582039-E188-A2E5-8D24-ED77396D25C7}"/>
                </a:ext>
              </a:extLst>
            </p:cNvPr>
            <p:cNvSpPr/>
            <p:nvPr/>
          </p:nvSpPr>
          <p:spPr>
            <a:xfrm>
              <a:off x="8669223"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pic>
          <p:nvPicPr>
            <p:cNvPr id="93" name="Graphic 92" descr="Teacher with solid fill">
              <a:extLst>
                <a:ext uri="{FF2B5EF4-FFF2-40B4-BE49-F238E27FC236}">
                  <a16:creationId xmlns:a16="http://schemas.microsoft.com/office/drawing/2014/main" id="{10193E57-5C71-EA96-DA78-9B4299E647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3199" y="3206844"/>
              <a:ext cx="787832" cy="664836"/>
            </a:xfrm>
            <a:prstGeom prst="rect">
              <a:avLst/>
            </a:prstGeom>
          </p:spPr>
        </p:pic>
      </p:grpSp>
      <p:sp>
        <p:nvSpPr>
          <p:cNvPr id="3" name="Google Shape;1371;p189">
            <a:extLst>
              <a:ext uri="{FF2B5EF4-FFF2-40B4-BE49-F238E27FC236}">
                <a16:creationId xmlns:a16="http://schemas.microsoft.com/office/drawing/2014/main" id="{60C69E55-6128-3052-33F2-70A8BCD3145E}"/>
              </a:ext>
            </a:extLst>
          </p:cNvPr>
          <p:cNvSpPr/>
          <p:nvPr/>
        </p:nvSpPr>
        <p:spPr>
          <a:xfrm>
            <a:off x="7382236" y="3440501"/>
            <a:ext cx="1303763" cy="1244705"/>
          </a:xfrm>
          <a:prstGeom prst="rect">
            <a:avLst/>
          </a:prstGeom>
          <a:solidFill>
            <a:srgbClr val="208E9B"/>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34" name="Google Shape;1401;p189">
            <a:extLst>
              <a:ext uri="{FF2B5EF4-FFF2-40B4-BE49-F238E27FC236}">
                <a16:creationId xmlns:a16="http://schemas.microsoft.com/office/drawing/2014/main" id="{68ED901D-2DF1-07EA-8628-6279AF5A62B4}"/>
              </a:ext>
            </a:extLst>
          </p:cNvPr>
          <p:cNvSpPr/>
          <p:nvPr/>
        </p:nvSpPr>
        <p:spPr>
          <a:xfrm>
            <a:off x="7516225" y="3615537"/>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pic>
        <p:nvPicPr>
          <p:cNvPr id="96" name="Graphic 95" descr="Open envelope outline">
            <a:extLst>
              <a:ext uri="{FF2B5EF4-FFF2-40B4-BE49-F238E27FC236}">
                <a16:creationId xmlns:a16="http://schemas.microsoft.com/office/drawing/2014/main" id="{DCA4B472-CBF6-27FB-8549-A508124841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88962" y="3682801"/>
            <a:ext cx="877688" cy="740664"/>
          </a:xfrm>
          <a:prstGeom prst="rect">
            <a:avLst/>
          </a:prstGeom>
        </p:spPr>
      </p:pic>
      <p:sp>
        <p:nvSpPr>
          <p:cNvPr id="7" name="TextBox 6">
            <a:extLst>
              <a:ext uri="{FF2B5EF4-FFF2-40B4-BE49-F238E27FC236}">
                <a16:creationId xmlns:a16="http://schemas.microsoft.com/office/drawing/2014/main" id="{5CC3FD85-E4B6-CB05-9439-94C7A8CE1A06}"/>
              </a:ext>
            </a:extLst>
          </p:cNvPr>
          <p:cNvSpPr txBox="1"/>
          <p:nvPr/>
        </p:nvSpPr>
        <p:spPr>
          <a:xfrm>
            <a:off x="685800" y="1179590"/>
            <a:ext cx="11376342" cy="738664"/>
          </a:xfrm>
          <a:prstGeom prst="rect">
            <a:avLst/>
          </a:prstGeom>
          <a:noFill/>
        </p:spPr>
        <p:txBody>
          <a:bodyPr wrap="square" rtlCol="0">
            <a:spAutoFit/>
          </a:bodyPr>
          <a:lstStyle/>
          <a:p>
            <a:r>
              <a:rPr lang="en-US" sz="1400" noProof="0" dirty="0">
                <a:latin typeface="Calibri Light" panose="020F0302020204030204" pitchFamily="34" charset="0"/>
              </a:rPr>
              <a:t>Markman Group's approach involves two parallel tracks: alongside developing a strong data governance framework we´ll be focused on </a:t>
            </a:r>
            <a:r>
              <a:rPr lang="en-US" sz="1400" b="1" noProof="0" dirty="0">
                <a:solidFill>
                  <a:srgbClr val="208E9B"/>
                </a:solidFill>
                <a:latin typeface="Calibri Light" panose="020F0302020204030204" pitchFamily="34" charset="0"/>
              </a:rPr>
              <a:t>delivering early, tangible results</a:t>
            </a:r>
            <a:r>
              <a:rPr lang="en-US" sz="1400" noProof="0" dirty="0">
                <a:latin typeface="Calibri Light" panose="020F0302020204030204" pitchFamily="34" charset="0"/>
              </a:rPr>
              <a:t>.  </a:t>
            </a:r>
            <a:r>
              <a:rPr lang="en-US" sz="1400" b="1" noProof="0" dirty="0">
                <a:solidFill>
                  <a:srgbClr val="208E9B"/>
                </a:solidFill>
                <a:latin typeface="Calibri Light" panose="020F0302020204030204" pitchFamily="34" charset="0"/>
              </a:rPr>
              <a:t>Based on the Phase 1 analysis (Current State Assessment)</a:t>
            </a:r>
            <a:r>
              <a:rPr lang="en-US" sz="1400" noProof="0" dirty="0">
                <a:latin typeface="Calibri Light" panose="020F0302020204030204" pitchFamily="34" charset="0"/>
              </a:rPr>
              <a:t>, Markman Group will implement </a:t>
            </a:r>
            <a:r>
              <a:rPr lang="en-US" sz="1400" noProof="0" dirty="0" err="1">
                <a:latin typeface="Calibri Light" panose="020F0302020204030204" pitchFamily="34" charset="0"/>
              </a:rPr>
              <a:t>DealCloud</a:t>
            </a:r>
            <a:r>
              <a:rPr lang="en-US" sz="1400" noProof="0" dirty="0">
                <a:latin typeface="Calibri Light" panose="020F0302020204030204" pitchFamily="34" charset="0"/>
              </a:rPr>
              <a:t> </a:t>
            </a:r>
            <a:r>
              <a:rPr lang="en-US" sz="1400" b="1" noProof="0" dirty="0">
                <a:solidFill>
                  <a:srgbClr val="208E9B"/>
                </a:solidFill>
                <a:latin typeface="Calibri Light" panose="020F0302020204030204" pitchFamily="34" charset="0"/>
              </a:rPr>
              <a:t>automated quality checks and dashboards</a:t>
            </a:r>
            <a:r>
              <a:rPr lang="en-US" sz="1400" noProof="0" dirty="0">
                <a:latin typeface="Calibri Light" panose="020F0302020204030204" pitchFamily="34" charset="0"/>
              </a:rPr>
              <a:t>. This will not only reduce manual effort and improve data accuracy but also provide Metropolitan with faster access to improved data insights.</a:t>
            </a:r>
            <a:endParaRPr lang="en-GB" sz="1400" noProof="0" dirty="0">
              <a:latin typeface="Calibri Light" panose="020F0302020204030204" pitchFamily="34" charset="0"/>
            </a:endParaRPr>
          </a:p>
        </p:txBody>
      </p:sp>
      <p:sp>
        <p:nvSpPr>
          <p:cNvPr id="28" name="Google Shape;1367;p189">
            <a:extLst>
              <a:ext uri="{FF2B5EF4-FFF2-40B4-BE49-F238E27FC236}">
                <a16:creationId xmlns:a16="http://schemas.microsoft.com/office/drawing/2014/main" id="{9AE21DDA-01B7-269E-430C-A57D86381C0C}"/>
              </a:ext>
            </a:extLst>
          </p:cNvPr>
          <p:cNvSpPr/>
          <p:nvPr/>
        </p:nvSpPr>
        <p:spPr>
          <a:xfrm>
            <a:off x="557020" y="3440501"/>
            <a:ext cx="1303763" cy="1244705"/>
          </a:xfrm>
          <a:prstGeom prst="rect">
            <a:avLst/>
          </a:prstGeom>
          <a:solidFill>
            <a:srgbClr val="CFF0D5"/>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9" name="Google Shape;1398;p189">
            <a:extLst>
              <a:ext uri="{FF2B5EF4-FFF2-40B4-BE49-F238E27FC236}">
                <a16:creationId xmlns:a16="http://schemas.microsoft.com/office/drawing/2014/main" id="{CAA784FB-D764-3172-5306-C9A919EB2130}"/>
              </a:ext>
            </a:extLst>
          </p:cNvPr>
          <p:cNvSpPr/>
          <p:nvPr/>
        </p:nvSpPr>
        <p:spPr>
          <a:xfrm>
            <a:off x="691009" y="3615537"/>
            <a:ext cx="1035784" cy="894632"/>
          </a:xfrm>
          <a:custGeom>
            <a:avLst/>
            <a:gdLst/>
            <a:ahLst/>
            <a:cxnLst/>
            <a:rect l="l" t="t" r="r" b="b"/>
            <a:pathLst>
              <a:path w="6673" h="6672" extrusionOk="0">
                <a:moveTo>
                  <a:pt x="0" y="0"/>
                </a:moveTo>
                <a:lnTo>
                  <a:pt x="0" y="6672"/>
                </a:lnTo>
                <a:lnTo>
                  <a:pt x="6673" y="6672"/>
                </a:lnTo>
                <a:lnTo>
                  <a:pt x="6673" y="0"/>
                </a:lnTo>
                <a:lnTo>
                  <a:pt x="0" y="0"/>
                </a:lnTo>
                <a:close/>
                <a:moveTo>
                  <a:pt x="6389" y="6386"/>
                </a:moveTo>
                <a:lnTo>
                  <a:pt x="284" y="6386"/>
                </a:lnTo>
                <a:lnTo>
                  <a:pt x="284" y="286"/>
                </a:lnTo>
                <a:lnTo>
                  <a:pt x="6389" y="286"/>
                </a:lnTo>
                <a:lnTo>
                  <a:pt x="6389" y="6386"/>
                </a:lnTo>
                <a:close/>
              </a:path>
            </a:pathLst>
          </a:custGeom>
          <a:solidFill>
            <a:srgbClr val="208E9B"/>
          </a:solidFill>
          <a:ln>
            <a:noFill/>
          </a:ln>
        </p:spPr>
        <p:txBody>
          <a:bodyPr spcFirstLastPara="1" wrap="square" lIns="208867" tIns="104400" rIns="208867" bIns="104400" anchor="t" anchorCtr="0">
            <a:noAutofit/>
          </a:bodyPr>
          <a:lstStyle/>
          <a:p>
            <a:pPr defTabSz="1219170">
              <a:buClr>
                <a:srgbClr val="000000"/>
              </a:buClr>
            </a:pPr>
            <a:endParaRPr sz="2133" kern="0">
              <a:solidFill>
                <a:srgbClr val="000000"/>
              </a:solidFill>
              <a:latin typeface="Julius Sans One"/>
              <a:ea typeface="Arial"/>
              <a:cs typeface="Arial"/>
              <a:sym typeface="Arial"/>
            </a:endParaRPr>
          </a:p>
        </p:txBody>
      </p:sp>
      <p:sp>
        <p:nvSpPr>
          <p:cNvPr id="30" name="Google Shape;1399;p189">
            <a:extLst>
              <a:ext uri="{FF2B5EF4-FFF2-40B4-BE49-F238E27FC236}">
                <a16:creationId xmlns:a16="http://schemas.microsoft.com/office/drawing/2014/main" id="{3774D5C0-79D0-D0AB-D7AF-17D0FEE6B980}"/>
              </a:ext>
            </a:extLst>
          </p:cNvPr>
          <p:cNvSpPr/>
          <p:nvPr/>
        </p:nvSpPr>
        <p:spPr>
          <a:xfrm>
            <a:off x="7624130" y="3706947"/>
            <a:ext cx="810614" cy="700147"/>
          </a:xfrm>
          <a:custGeom>
            <a:avLst/>
            <a:gdLst/>
            <a:ahLst/>
            <a:cxnLst/>
            <a:rect l="l" t="t" r="r" b="b"/>
            <a:pathLst>
              <a:path w="5287" h="5284" extrusionOk="0">
                <a:moveTo>
                  <a:pt x="202" y="5284"/>
                </a:moveTo>
                <a:lnTo>
                  <a:pt x="1846" y="3641"/>
                </a:lnTo>
                <a:lnTo>
                  <a:pt x="1846" y="3641"/>
                </a:lnTo>
                <a:lnTo>
                  <a:pt x="1918" y="3701"/>
                </a:lnTo>
                <a:lnTo>
                  <a:pt x="1992" y="3757"/>
                </a:lnTo>
                <a:lnTo>
                  <a:pt x="2068" y="3811"/>
                </a:lnTo>
                <a:lnTo>
                  <a:pt x="2148" y="3859"/>
                </a:lnTo>
                <a:lnTo>
                  <a:pt x="2228" y="3905"/>
                </a:lnTo>
                <a:lnTo>
                  <a:pt x="2310" y="3947"/>
                </a:lnTo>
                <a:lnTo>
                  <a:pt x="2394" y="3985"/>
                </a:lnTo>
                <a:lnTo>
                  <a:pt x="2480" y="4019"/>
                </a:lnTo>
                <a:lnTo>
                  <a:pt x="2566" y="4051"/>
                </a:lnTo>
                <a:lnTo>
                  <a:pt x="2657" y="4077"/>
                </a:lnTo>
                <a:lnTo>
                  <a:pt x="2745" y="4099"/>
                </a:lnTo>
                <a:lnTo>
                  <a:pt x="2837" y="4119"/>
                </a:lnTo>
                <a:lnTo>
                  <a:pt x="2929" y="4133"/>
                </a:lnTo>
                <a:lnTo>
                  <a:pt x="3021" y="4143"/>
                </a:lnTo>
                <a:lnTo>
                  <a:pt x="3115" y="4149"/>
                </a:lnTo>
                <a:lnTo>
                  <a:pt x="3211" y="4151"/>
                </a:lnTo>
                <a:lnTo>
                  <a:pt x="3211" y="4151"/>
                </a:lnTo>
                <a:lnTo>
                  <a:pt x="3263" y="4151"/>
                </a:lnTo>
                <a:lnTo>
                  <a:pt x="3315" y="4149"/>
                </a:lnTo>
                <a:lnTo>
                  <a:pt x="3365" y="4145"/>
                </a:lnTo>
                <a:lnTo>
                  <a:pt x="3417" y="4141"/>
                </a:lnTo>
                <a:lnTo>
                  <a:pt x="3467" y="4135"/>
                </a:lnTo>
                <a:lnTo>
                  <a:pt x="3519" y="4129"/>
                </a:lnTo>
                <a:lnTo>
                  <a:pt x="3569" y="4121"/>
                </a:lnTo>
                <a:lnTo>
                  <a:pt x="3619" y="4111"/>
                </a:lnTo>
                <a:lnTo>
                  <a:pt x="3669" y="4101"/>
                </a:lnTo>
                <a:lnTo>
                  <a:pt x="3717" y="4089"/>
                </a:lnTo>
                <a:lnTo>
                  <a:pt x="3767" y="4077"/>
                </a:lnTo>
                <a:lnTo>
                  <a:pt x="3815" y="4063"/>
                </a:lnTo>
                <a:lnTo>
                  <a:pt x="3863" y="4047"/>
                </a:lnTo>
                <a:lnTo>
                  <a:pt x="3911" y="4031"/>
                </a:lnTo>
                <a:lnTo>
                  <a:pt x="3959" y="4013"/>
                </a:lnTo>
                <a:lnTo>
                  <a:pt x="4005" y="3995"/>
                </a:lnTo>
                <a:lnTo>
                  <a:pt x="4053" y="3975"/>
                </a:lnTo>
                <a:lnTo>
                  <a:pt x="4099" y="3953"/>
                </a:lnTo>
                <a:lnTo>
                  <a:pt x="4143" y="3931"/>
                </a:lnTo>
                <a:lnTo>
                  <a:pt x="4189" y="3909"/>
                </a:lnTo>
                <a:lnTo>
                  <a:pt x="4233" y="3883"/>
                </a:lnTo>
                <a:lnTo>
                  <a:pt x="4277" y="3859"/>
                </a:lnTo>
                <a:lnTo>
                  <a:pt x="4319" y="3831"/>
                </a:lnTo>
                <a:lnTo>
                  <a:pt x="4363" y="3803"/>
                </a:lnTo>
                <a:lnTo>
                  <a:pt x="4405" y="3775"/>
                </a:lnTo>
                <a:lnTo>
                  <a:pt x="4445" y="3745"/>
                </a:lnTo>
                <a:lnTo>
                  <a:pt x="4487" y="3715"/>
                </a:lnTo>
                <a:lnTo>
                  <a:pt x="4527" y="3683"/>
                </a:lnTo>
                <a:lnTo>
                  <a:pt x="4565" y="3649"/>
                </a:lnTo>
                <a:lnTo>
                  <a:pt x="4603" y="3615"/>
                </a:lnTo>
                <a:lnTo>
                  <a:pt x="4641" y="3579"/>
                </a:lnTo>
                <a:lnTo>
                  <a:pt x="4679" y="3543"/>
                </a:lnTo>
                <a:lnTo>
                  <a:pt x="4679" y="3543"/>
                </a:lnTo>
                <a:lnTo>
                  <a:pt x="4717" y="3505"/>
                </a:lnTo>
                <a:lnTo>
                  <a:pt x="4753" y="3465"/>
                </a:lnTo>
                <a:lnTo>
                  <a:pt x="4787" y="3427"/>
                </a:lnTo>
                <a:lnTo>
                  <a:pt x="4821" y="3385"/>
                </a:lnTo>
                <a:lnTo>
                  <a:pt x="4853" y="3345"/>
                </a:lnTo>
                <a:lnTo>
                  <a:pt x="4885" y="3303"/>
                </a:lnTo>
                <a:lnTo>
                  <a:pt x="4915" y="3261"/>
                </a:lnTo>
                <a:lnTo>
                  <a:pt x="4945" y="3217"/>
                </a:lnTo>
                <a:lnTo>
                  <a:pt x="4973" y="3175"/>
                </a:lnTo>
                <a:lnTo>
                  <a:pt x="4999" y="3131"/>
                </a:lnTo>
                <a:lnTo>
                  <a:pt x="5025" y="3085"/>
                </a:lnTo>
                <a:lnTo>
                  <a:pt x="5049" y="3041"/>
                </a:lnTo>
                <a:lnTo>
                  <a:pt x="5073" y="2995"/>
                </a:lnTo>
                <a:lnTo>
                  <a:pt x="5095" y="2949"/>
                </a:lnTo>
                <a:lnTo>
                  <a:pt x="5115" y="2903"/>
                </a:lnTo>
                <a:lnTo>
                  <a:pt x="5135" y="2857"/>
                </a:lnTo>
                <a:lnTo>
                  <a:pt x="5153" y="2809"/>
                </a:lnTo>
                <a:lnTo>
                  <a:pt x="5169" y="2763"/>
                </a:lnTo>
                <a:lnTo>
                  <a:pt x="5185" y="2715"/>
                </a:lnTo>
                <a:lnTo>
                  <a:pt x="5201" y="2667"/>
                </a:lnTo>
                <a:lnTo>
                  <a:pt x="5215" y="2619"/>
                </a:lnTo>
                <a:lnTo>
                  <a:pt x="5227" y="2569"/>
                </a:lnTo>
                <a:lnTo>
                  <a:pt x="5239" y="2521"/>
                </a:lnTo>
                <a:lnTo>
                  <a:pt x="5249" y="2471"/>
                </a:lnTo>
                <a:lnTo>
                  <a:pt x="5265" y="2373"/>
                </a:lnTo>
                <a:lnTo>
                  <a:pt x="5277" y="2275"/>
                </a:lnTo>
                <a:lnTo>
                  <a:pt x="5283" y="2175"/>
                </a:lnTo>
                <a:lnTo>
                  <a:pt x="5287" y="2075"/>
                </a:lnTo>
                <a:lnTo>
                  <a:pt x="5283" y="1975"/>
                </a:lnTo>
                <a:lnTo>
                  <a:pt x="5277" y="1875"/>
                </a:lnTo>
                <a:lnTo>
                  <a:pt x="5265" y="1777"/>
                </a:lnTo>
                <a:lnTo>
                  <a:pt x="5249" y="1679"/>
                </a:lnTo>
                <a:lnTo>
                  <a:pt x="5239" y="1629"/>
                </a:lnTo>
                <a:lnTo>
                  <a:pt x="5227" y="1581"/>
                </a:lnTo>
                <a:lnTo>
                  <a:pt x="5215" y="1531"/>
                </a:lnTo>
                <a:lnTo>
                  <a:pt x="5201" y="1483"/>
                </a:lnTo>
                <a:lnTo>
                  <a:pt x="5185" y="1435"/>
                </a:lnTo>
                <a:lnTo>
                  <a:pt x="5169" y="1387"/>
                </a:lnTo>
                <a:lnTo>
                  <a:pt x="5153" y="1341"/>
                </a:lnTo>
                <a:lnTo>
                  <a:pt x="5135" y="1293"/>
                </a:lnTo>
                <a:lnTo>
                  <a:pt x="5115" y="1247"/>
                </a:lnTo>
                <a:lnTo>
                  <a:pt x="5095" y="1201"/>
                </a:lnTo>
                <a:lnTo>
                  <a:pt x="5073" y="1155"/>
                </a:lnTo>
                <a:lnTo>
                  <a:pt x="5049" y="1109"/>
                </a:lnTo>
                <a:lnTo>
                  <a:pt x="5025" y="1063"/>
                </a:lnTo>
                <a:lnTo>
                  <a:pt x="4999" y="1019"/>
                </a:lnTo>
                <a:lnTo>
                  <a:pt x="4973" y="976"/>
                </a:lnTo>
                <a:lnTo>
                  <a:pt x="4945" y="934"/>
                </a:lnTo>
                <a:lnTo>
                  <a:pt x="4915" y="890"/>
                </a:lnTo>
                <a:lnTo>
                  <a:pt x="4885" y="848"/>
                </a:lnTo>
                <a:lnTo>
                  <a:pt x="4853" y="806"/>
                </a:lnTo>
                <a:lnTo>
                  <a:pt x="4821" y="766"/>
                </a:lnTo>
                <a:lnTo>
                  <a:pt x="4787" y="724"/>
                </a:lnTo>
                <a:lnTo>
                  <a:pt x="4753" y="684"/>
                </a:lnTo>
                <a:lnTo>
                  <a:pt x="4717" y="646"/>
                </a:lnTo>
                <a:lnTo>
                  <a:pt x="4679" y="608"/>
                </a:lnTo>
                <a:lnTo>
                  <a:pt x="4679" y="608"/>
                </a:lnTo>
                <a:lnTo>
                  <a:pt x="4641" y="572"/>
                </a:lnTo>
                <a:lnTo>
                  <a:pt x="4603" y="536"/>
                </a:lnTo>
                <a:lnTo>
                  <a:pt x="4565" y="502"/>
                </a:lnTo>
                <a:lnTo>
                  <a:pt x="4527" y="468"/>
                </a:lnTo>
                <a:lnTo>
                  <a:pt x="4487" y="436"/>
                </a:lnTo>
                <a:lnTo>
                  <a:pt x="4445" y="406"/>
                </a:lnTo>
                <a:lnTo>
                  <a:pt x="4405" y="376"/>
                </a:lnTo>
                <a:lnTo>
                  <a:pt x="4363" y="348"/>
                </a:lnTo>
                <a:lnTo>
                  <a:pt x="4319" y="320"/>
                </a:lnTo>
                <a:lnTo>
                  <a:pt x="4277" y="292"/>
                </a:lnTo>
                <a:lnTo>
                  <a:pt x="4233" y="268"/>
                </a:lnTo>
                <a:lnTo>
                  <a:pt x="4189" y="242"/>
                </a:lnTo>
                <a:lnTo>
                  <a:pt x="4143" y="220"/>
                </a:lnTo>
                <a:lnTo>
                  <a:pt x="4099" y="198"/>
                </a:lnTo>
                <a:lnTo>
                  <a:pt x="4053" y="176"/>
                </a:lnTo>
                <a:lnTo>
                  <a:pt x="4005" y="156"/>
                </a:lnTo>
                <a:lnTo>
                  <a:pt x="3959" y="138"/>
                </a:lnTo>
                <a:lnTo>
                  <a:pt x="3911" y="120"/>
                </a:lnTo>
                <a:lnTo>
                  <a:pt x="3863" y="104"/>
                </a:lnTo>
                <a:lnTo>
                  <a:pt x="3815" y="88"/>
                </a:lnTo>
                <a:lnTo>
                  <a:pt x="3767" y="74"/>
                </a:lnTo>
                <a:lnTo>
                  <a:pt x="3717" y="62"/>
                </a:lnTo>
                <a:lnTo>
                  <a:pt x="3669" y="50"/>
                </a:lnTo>
                <a:lnTo>
                  <a:pt x="3619" y="40"/>
                </a:lnTo>
                <a:lnTo>
                  <a:pt x="3569" y="30"/>
                </a:lnTo>
                <a:lnTo>
                  <a:pt x="3519" y="22"/>
                </a:lnTo>
                <a:lnTo>
                  <a:pt x="3467" y="16"/>
                </a:lnTo>
                <a:lnTo>
                  <a:pt x="3417" y="10"/>
                </a:lnTo>
                <a:lnTo>
                  <a:pt x="3365" y="6"/>
                </a:lnTo>
                <a:lnTo>
                  <a:pt x="3315" y="2"/>
                </a:lnTo>
                <a:lnTo>
                  <a:pt x="3263" y="0"/>
                </a:lnTo>
                <a:lnTo>
                  <a:pt x="3211" y="0"/>
                </a:lnTo>
                <a:lnTo>
                  <a:pt x="3211" y="0"/>
                </a:lnTo>
                <a:lnTo>
                  <a:pt x="3159" y="0"/>
                </a:lnTo>
                <a:lnTo>
                  <a:pt x="3107" y="2"/>
                </a:lnTo>
                <a:lnTo>
                  <a:pt x="3055" y="6"/>
                </a:lnTo>
                <a:lnTo>
                  <a:pt x="3005" y="10"/>
                </a:lnTo>
                <a:lnTo>
                  <a:pt x="2953" y="16"/>
                </a:lnTo>
                <a:lnTo>
                  <a:pt x="2903" y="22"/>
                </a:lnTo>
                <a:lnTo>
                  <a:pt x="2853" y="30"/>
                </a:lnTo>
                <a:lnTo>
                  <a:pt x="2803" y="40"/>
                </a:lnTo>
                <a:lnTo>
                  <a:pt x="2753" y="50"/>
                </a:lnTo>
                <a:lnTo>
                  <a:pt x="2703" y="62"/>
                </a:lnTo>
                <a:lnTo>
                  <a:pt x="2655" y="74"/>
                </a:lnTo>
                <a:lnTo>
                  <a:pt x="2604" y="88"/>
                </a:lnTo>
                <a:lnTo>
                  <a:pt x="2556" y="104"/>
                </a:lnTo>
                <a:lnTo>
                  <a:pt x="2508" y="120"/>
                </a:lnTo>
                <a:lnTo>
                  <a:pt x="2462" y="138"/>
                </a:lnTo>
                <a:lnTo>
                  <a:pt x="2414" y="156"/>
                </a:lnTo>
                <a:lnTo>
                  <a:pt x="2368" y="176"/>
                </a:lnTo>
                <a:lnTo>
                  <a:pt x="2322" y="198"/>
                </a:lnTo>
                <a:lnTo>
                  <a:pt x="2276" y="220"/>
                </a:lnTo>
                <a:lnTo>
                  <a:pt x="2232" y="242"/>
                </a:lnTo>
                <a:lnTo>
                  <a:pt x="2188" y="268"/>
                </a:lnTo>
                <a:lnTo>
                  <a:pt x="2144" y="292"/>
                </a:lnTo>
                <a:lnTo>
                  <a:pt x="2100" y="320"/>
                </a:lnTo>
                <a:lnTo>
                  <a:pt x="2058" y="348"/>
                </a:lnTo>
                <a:lnTo>
                  <a:pt x="2016" y="376"/>
                </a:lnTo>
                <a:lnTo>
                  <a:pt x="1974" y="406"/>
                </a:lnTo>
                <a:lnTo>
                  <a:pt x="1934" y="436"/>
                </a:lnTo>
                <a:lnTo>
                  <a:pt x="1894" y="468"/>
                </a:lnTo>
                <a:lnTo>
                  <a:pt x="1854" y="502"/>
                </a:lnTo>
                <a:lnTo>
                  <a:pt x="1816" y="536"/>
                </a:lnTo>
                <a:lnTo>
                  <a:pt x="1778" y="572"/>
                </a:lnTo>
                <a:lnTo>
                  <a:pt x="1742" y="608"/>
                </a:lnTo>
                <a:lnTo>
                  <a:pt x="1742" y="608"/>
                </a:lnTo>
                <a:lnTo>
                  <a:pt x="1706" y="644"/>
                </a:lnTo>
                <a:lnTo>
                  <a:pt x="1670" y="682"/>
                </a:lnTo>
                <a:lnTo>
                  <a:pt x="1638" y="720"/>
                </a:lnTo>
                <a:lnTo>
                  <a:pt x="1604" y="758"/>
                </a:lnTo>
                <a:lnTo>
                  <a:pt x="1574" y="798"/>
                </a:lnTo>
                <a:lnTo>
                  <a:pt x="1542" y="838"/>
                </a:lnTo>
                <a:lnTo>
                  <a:pt x="1514" y="878"/>
                </a:lnTo>
                <a:lnTo>
                  <a:pt x="1486" y="918"/>
                </a:lnTo>
                <a:lnTo>
                  <a:pt x="1432" y="1001"/>
                </a:lnTo>
                <a:lnTo>
                  <a:pt x="1384" y="1087"/>
                </a:lnTo>
                <a:lnTo>
                  <a:pt x="1338" y="1173"/>
                </a:lnTo>
                <a:lnTo>
                  <a:pt x="1298" y="1261"/>
                </a:lnTo>
                <a:lnTo>
                  <a:pt x="1264" y="1351"/>
                </a:lnTo>
                <a:lnTo>
                  <a:pt x="1232" y="1443"/>
                </a:lnTo>
                <a:lnTo>
                  <a:pt x="1204" y="1535"/>
                </a:lnTo>
                <a:lnTo>
                  <a:pt x="1182" y="1629"/>
                </a:lnTo>
                <a:lnTo>
                  <a:pt x="1164" y="1723"/>
                </a:lnTo>
                <a:lnTo>
                  <a:pt x="1150" y="1817"/>
                </a:lnTo>
                <a:lnTo>
                  <a:pt x="1140" y="1913"/>
                </a:lnTo>
                <a:lnTo>
                  <a:pt x="1136" y="2009"/>
                </a:lnTo>
                <a:lnTo>
                  <a:pt x="1134" y="2103"/>
                </a:lnTo>
                <a:lnTo>
                  <a:pt x="1138" y="2199"/>
                </a:lnTo>
                <a:lnTo>
                  <a:pt x="1146" y="2295"/>
                </a:lnTo>
                <a:lnTo>
                  <a:pt x="1158" y="2389"/>
                </a:lnTo>
                <a:lnTo>
                  <a:pt x="1174" y="2483"/>
                </a:lnTo>
                <a:lnTo>
                  <a:pt x="1196" y="2577"/>
                </a:lnTo>
                <a:lnTo>
                  <a:pt x="1220" y="2669"/>
                </a:lnTo>
                <a:lnTo>
                  <a:pt x="1250" y="2761"/>
                </a:lnTo>
                <a:lnTo>
                  <a:pt x="1284" y="2853"/>
                </a:lnTo>
                <a:lnTo>
                  <a:pt x="1322" y="2941"/>
                </a:lnTo>
                <a:lnTo>
                  <a:pt x="1366" y="3029"/>
                </a:lnTo>
                <a:lnTo>
                  <a:pt x="1412" y="3115"/>
                </a:lnTo>
                <a:lnTo>
                  <a:pt x="1464" y="3199"/>
                </a:lnTo>
                <a:lnTo>
                  <a:pt x="1520" y="3281"/>
                </a:lnTo>
                <a:lnTo>
                  <a:pt x="1550" y="3321"/>
                </a:lnTo>
                <a:lnTo>
                  <a:pt x="1580" y="3361"/>
                </a:lnTo>
                <a:lnTo>
                  <a:pt x="1612" y="3401"/>
                </a:lnTo>
                <a:lnTo>
                  <a:pt x="1644" y="3439"/>
                </a:lnTo>
                <a:lnTo>
                  <a:pt x="0" y="5082"/>
                </a:lnTo>
                <a:lnTo>
                  <a:pt x="202" y="5284"/>
                </a:lnTo>
                <a:close/>
                <a:moveTo>
                  <a:pt x="4477" y="3343"/>
                </a:moveTo>
                <a:lnTo>
                  <a:pt x="4477" y="3343"/>
                </a:lnTo>
                <a:lnTo>
                  <a:pt x="4413" y="3403"/>
                </a:lnTo>
                <a:lnTo>
                  <a:pt x="4345" y="3461"/>
                </a:lnTo>
                <a:lnTo>
                  <a:pt x="4277" y="3517"/>
                </a:lnTo>
                <a:lnTo>
                  <a:pt x="4205" y="3567"/>
                </a:lnTo>
                <a:lnTo>
                  <a:pt x="4131" y="3613"/>
                </a:lnTo>
                <a:lnTo>
                  <a:pt x="4055" y="3657"/>
                </a:lnTo>
                <a:lnTo>
                  <a:pt x="3977" y="3697"/>
                </a:lnTo>
                <a:lnTo>
                  <a:pt x="3897" y="3731"/>
                </a:lnTo>
                <a:lnTo>
                  <a:pt x="3815" y="3763"/>
                </a:lnTo>
                <a:lnTo>
                  <a:pt x="3733" y="3791"/>
                </a:lnTo>
                <a:lnTo>
                  <a:pt x="3649" y="3813"/>
                </a:lnTo>
                <a:lnTo>
                  <a:pt x="3563" y="3833"/>
                </a:lnTo>
                <a:lnTo>
                  <a:pt x="3477" y="3847"/>
                </a:lnTo>
                <a:lnTo>
                  <a:pt x="3389" y="3859"/>
                </a:lnTo>
                <a:lnTo>
                  <a:pt x="3301" y="3865"/>
                </a:lnTo>
                <a:lnTo>
                  <a:pt x="3211" y="3867"/>
                </a:lnTo>
                <a:lnTo>
                  <a:pt x="3211" y="3867"/>
                </a:lnTo>
                <a:lnTo>
                  <a:pt x="3121" y="3865"/>
                </a:lnTo>
                <a:lnTo>
                  <a:pt x="3033" y="3859"/>
                </a:lnTo>
                <a:lnTo>
                  <a:pt x="2945" y="3847"/>
                </a:lnTo>
                <a:lnTo>
                  <a:pt x="2859" y="3833"/>
                </a:lnTo>
                <a:lnTo>
                  <a:pt x="2773" y="3813"/>
                </a:lnTo>
                <a:lnTo>
                  <a:pt x="2689" y="3791"/>
                </a:lnTo>
                <a:lnTo>
                  <a:pt x="2604" y="3763"/>
                </a:lnTo>
                <a:lnTo>
                  <a:pt x="2524" y="3731"/>
                </a:lnTo>
                <a:lnTo>
                  <a:pt x="2444" y="3697"/>
                </a:lnTo>
                <a:lnTo>
                  <a:pt x="2366" y="3657"/>
                </a:lnTo>
                <a:lnTo>
                  <a:pt x="2290" y="3613"/>
                </a:lnTo>
                <a:lnTo>
                  <a:pt x="2216" y="3567"/>
                </a:lnTo>
                <a:lnTo>
                  <a:pt x="2144" y="3517"/>
                </a:lnTo>
                <a:lnTo>
                  <a:pt x="2074" y="3461"/>
                </a:lnTo>
                <a:lnTo>
                  <a:pt x="2008" y="3403"/>
                </a:lnTo>
                <a:lnTo>
                  <a:pt x="1942" y="3343"/>
                </a:lnTo>
                <a:lnTo>
                  <a:pt x="1942" y="3343"/>
                </a:lnTo>
                <a:lnTo>
                  <a:pt x="1910" y="3307"/>
                </a:lnTo>
                <a:lnTo>
                  <a:pt x="1876" y="3273"/>
                </a:lnTo>
                <a:lnTo>
                  <a:pt x="1846" y="3237"/>
                </a:lnTo>
                <a:lnTo>
                  <a:pt x="1816" y="3201"/>
                </a:lnTo>
                <a:lnTo>
                  <a:pt x="1788" y="3165"/>
                </a:lnTo>
                <a:lnTo>
                  <a:pt x="1760" y="3127"/>
                </a:lnTo>
                <a:lnTo>
                  <a:pt x="1706" y="3051"/>
                </a:lnTo>
                <a:lnTo>
                  <a:pt x="1962" y="3051"/>
                </a:lnTo>
                <a:lnTo>
                  <a:pt x="2707" y="3051"/>
                </a:lnTo>
                <a:lnTo>
                  <a:pt x="2993" y="3051"/>
                </a:lnTo>
                <a:lnTo>
                  <a:pt x="3453" y="3051"/>
                </a:lnTo>
                <a:lnTo>
                  <a:pt x="3737" y="3051"/>
                </a:lnTo>
                <a:lnTo>
                  <a:pt x="4483" y="3051"/>
                </a:lnTo>
                <a:lnTo>
                  <a:pt x="4713" y="3051"/>
                </a:lnTo>
                <a:lnTo>
                  <a:pt x="4713" y="3051"/>
                </a:lnTo>
                <a:lnTo>
                  <a:pt x="4661" y="3127"/>
                </a:lnTo>
                <a:lnTo>
                  <a:pt x="4633" y="3165"/>
                </a:lnTo>
                <a:lnTo>
                  <a:pt x="4605" y="3201"/>
                </a:lnTo>
                <a:lnTo>
                  <a:pt x="4575" y="3237"/>
                </a:lnTo>
                <a:lnTo>
                  <a:pt x="4543" y="3273"/>
                </a:lnTo>
                <a:lnTo>
                  <a:pt x="4511" y="3307"/>
                </a:lnTo>
                <a:lnTo>
                  <a:pt x="4477" y="3343"/>
                </a:lnTo>
                <a:lnTo>
                  <a:pt x="4477" y="3343"/>
                </a:lnTo>
                <a:close/>
                <a:moveTo>
                  <a:pt x="2993" y="1481"/>
                </a:moveTo>
                <a:lnTo>
                  <a:pt x="2993" y="1201"/>
                </a:lnTo>
                <a:lnTo>
                  <a:pt x="3453" y="1201"/>
                </a:lnTo>
                <a:lnTo>
                  <a:pt x="3453" y="1867"/>
                </a:lnTo>
                <a:lnTo>
                  <a:pt x="3453" y="2765"/>
                </a:lnTo>
                <a:lnTo>
                  <a:pt x="2993" y="2765"/>
                </a:lnTo>
                <a:lnTo>
                  <a:pt x="2993" y="1481"/>
                </a:lnTo>
                <a:close/>
                <a:moveTo>
                  <a:pt x="4197" y="2765"/>
                </a:moveTo>
                <a:lnTo>
                  <a:pt x="3737" y="2765"/>
                </a:lnTo>
                <a:lnTo>
                  <a:pt x="3737" y="2151"/>
                </a:lnTo>
                <a:lnTo>
                  <a:pt x="4197" y="2151"/>
                </a:lnTo>
                <a:lnTo>
                  <a:pt x="4197" y="2765"/>
                </a:lnTo>
                <a:close/>
                <a:moveTo>
                  <a:pt x="2707" y="2765"/>
                </a:moveTo>
                <a:lnTo>
                  <a:pt x="2246" y="2765"/>
                </a:lnTo>
                <a:lnTo>
                  <a:pt x="2246" y="1765"/>
                </a:lnTo>
                <a:lnTo>
                  <a:pt x="2707" y="1765"/>
                </a:lnTo>
                <a:lnTo>
                  <a:pt x="2707" y="2765"/>
                </a:lnTo>
                <a:close/>
                <a:moveTo>
                  <a:pt x="1942" y="808"/>
                </a:moveTo>
                <a:lnTo>
                  <a:pt x="1942" y="808"/>
                </a:lnTo>
                <a:lnTo>
                  <a:pt x="2008" y="748"/>
                </a:lnTo>
                <a:lnTo>
                  <a:pt x="2074" y="690"/>
                </a:lnTo>
                <a:lnTo>
                  <a:pt x="2144" y="634"/>
                </a:lnTo>
                <a:lnTo>
                  <a:pt x="2216" y="584"/>
                </a:lnTo>
                <a:lnTo>
                  <a:pt x="2290" y="538"/>
                </a:lnTo>
                <a:lnTo>
                  <a:pt x="2366" y="494"/>
                </a:lnTo>
                <a:lnTo>
                  <a:pt x="2444" y="454"/>
                </a:lnTo>
                <a:lnTo>
                  <a:pt x="2524" y="420"/>
                </a:lnTo>
                <a:lnTo>
                  <a:pt x="2604" y="388"/>
                </a:lnTo>
                <a:lnTo>
                  <a:pt x="2689" y="360"/>
                </a:lnTo>
                <a:lnTo>
                  <a:pt x="2773" y="338"/>
                </a:lnTo>
                <a:lnTo>
                  <a:pt x="2859" y="318"/>
                </a:lnTo>
                <a:lnTo>
                  <a:pt x="2945" y="304"/>
                </a:lnTo>
                <a:lnTo>
                  <a:pt x="3033" y="292"/>
                </a:lnTo>
                <a:lnTo>
                  <a:pt x="3121" y="286"/>
                </a:lnTo>
                <a:lnTo>
                  <a:pt x="3211" y="284"/>
                </a:lnTo>
                <a:lnTo>
                  <a:pt x="3211" y="284"/>
                </a:lnTo>
                <a:lnTo>
                  <a:pt x="3301" y="286"/>
                </a:lnTo>
                <a:lnTo>
                  <a:pt x="3389" y="292"/>
                </a:lnTo>
                <a:lnTo>
                  <a:pt x="3477" y="304"/>
                </a:lnTo>
                <a:lnTo>
                  <a:pt x="3563" y="318"/>
                </a:lnTo>
                <a:lnTo>
                  <a:pt x="3649" y="338"/>
                </a:lnTo>
                <a:lnTo>
                  <a:pt x="3733" y="360"/>
                </a:lnTo>
                <a:lnTo>
                  <a:pt x="3815" y="388"/>
                </a:lnTo>
                <a:lnTo>
                  <a:pt x="3897" y="420"/>
                </a:lnTo>
                <a:lnTo>
                  <a:pt x="3977" y="454"/>
                </a:lnTo>
                <a:lnTo>
                  <a:pt x="4055" y="494"/>
                </a:lnTo>
                <a:lnTo>
                  <a:pt x="4131" y="538"/>
                </a:lnTo>
                <a:lnTo>
                  <a:pt x="4205" y="584"/>
                </a:lnTo>
                <a:lnTo>
                  <a:pt x="4277" y="634"/>
                </a:lnTo>
                <a:lnTo>
                  <a:pt x="4345" y="690"/>
                </a:lnTo>
                <a:lnTo>
                  <a:pt x="4413" y="748"/>
                </a:lnTo>
                <a:lnTo>
                  <a:pt x="4477" y="808"/>
                </a:lnTo>
                <a:lnTo>
                  <a:pt x="4477" y="808"/>
                </a:lnTo>
                <a:lnTo>
                  <a:pt x="4527" y="860"/>
                </a:lnTo>
                <a:lnTo>
                  <a:pt x="4573" y="910"/>
                </a:lnTo>
                <a:lnTo>
                  <a:pt x="4615" y="964"/>
                </a:lnTo>
                <a:lnTo>
                  <a:pt x="4657" y="1017"/>
                </a:lnTo>
                <a:lnTo>
                  <a:pt x="4697" y="1073"/>
                </a:lnTo>
                <a:lnTo>
                  <a:pt x="4733" y="1129"/>
                </a:lnTo>
                <a:lnTo>
                  <a:pt x="4767" y="1187"/>
                </a:lnTo>
                <a:lnTo>
                  <a:pt x="4799" y="1245"/>
                </a:lnTo>
                <a:lnTo>
                  <a:pt x="4829" y="1305"/>
                </a:lnTo>
                <a:lnTo>
                  <a:pt x="4855" y="1365"/>
                </a:lnTo>
                <a:lnTo>
                  <a:pt x="4881" y="1427"/>
                </a:lnTo>
                <a:lnTo>
                  <a:pt x="4903" y="1489"/>
                </a:lnTo>
                <a:lnTo>
                  <a:pt x="4923" y="1551"/>
                </a:lnTo>
                <a:lnTo>
                  <a:pt x="4941" y="1613"/>
                </a:lnTo>
                <a:lnTo>
                  <a:pt x="4957" y="1677"/>
                </a:lnTo>
                <a:lnTo>
                  <a:pt x="4971" y="1741"/>
                </a:lnTo>
                <a:lnTo>
                  <a:pt x="4981" y="1805"/>
                </a:lnTo>
                <a:lnTo>
                  <a:pt x="4989" y="1869"/>
                </a:lnTo>
                <a:lnTo>
                  <a:pt x="4995" y="1935"/>
                </a:lnTo>
                <a:lnTo>
                  <a:pt x="4999" y="1999"/>
                </a:lnTo>
                <a:lnTo>
                  <a:pt x="5001" y="2065"/>
                </a:lnTo>
                <a:lnTo>
                  <a:pt x="5001" y="2129"/>
                </a:lnTo>
                <a:lnTo>
                  <a:pt x="4997" y="2195"/>
                </a:lnTo>
                <a:lnTo>
                  <a:pt x="4991" y="2259"/>
                </a:lnTo>
                <a:lnTo>
                  <a:pt x="4983" y="2325"/>
                </a:lnTo>
                <a:lnTo>
                  <a:pt x="4973" y="2389"/>
                </a:lnTo>
                <a:lnTo>
                  <a:pt x="4961" y="2453"/>
                </a:lnTo>
                <a:lnTo>
                  <a:pt x="4947" y="2517"/>
                </a:lnTo>
                <a:lnTo>
                  <a:pt x="4929" y="2579"/>
                </a:lnTo>
                <a:lnTo>
                  <a:pt x="4909" y="2643"/>
                </a:lnTo>
                <a:lnTo>
                  <a:pt x="4887" y="2705"/>
                </a:lnTo>
                <a:lnTo>
                  <a:pt x="4863" y="2765"/>
                </a:lnTo>
                <a:lnTo>
                  <a:pt x="4483" y="2765"/>
                </a:lnTo>
                <a:lnTo>
                  <a:pt x="4483" y="1867"/>
                </a:lnTo>
                <a:lnTo>
                  <a:pt x="3737" y="1867"/>
                </a:lnTo>
                <a:lnTo>
                  <a:pt x="3737" y="916"/>
                </a:lnTo>
                <a:lnTo>
                  <a:pt x="2707" y="916"/>
                </a:lnTo>
                <a:lnTo>
                  <a:pt x="2707" y="1481"/>
                </a:lnTo>
                <a:lnTo>
                  <a:pt x="1962" y="1481"/>
                </a:lnTo>
                <a:lnTo>
                  <a:pt x="1962" y="2765"/>
                </a:lnTo>
                <a:lnTo>
                  <a:pt x="1558" y="2765"/>
                </a:lnTo>
                <a:lnTo>
                  <a:pt x="1558" y="2765"/>
                </a:lnTo>
                <a:lnTo>
                  <a:pt x="1532" y="2705"/>
                </a:lnTo>
                <a:lnTo>
                  <a:pt x="1510" y="2643"/>
                </a:lnTo>
                <a:lnTo>
                  <a:pt x="1492" y="2579"/>
                </a:lnTo>
                <a:lnTo>
                  <a:pt x="1474" y="2517"/>
                </a:lnTo>
                <a:lnTo>
                  <a:pt x="1460" y="2453"/>
                </a:lnTo>
                <a:lnTo>
                  <a:pt x="1446" y="2389"/>
                </a:lnTo>
                <a:lnTo>
                  <a:pt x="1436" y="2325"/>
                </a:lnTo>
                <a:lnTo>
                  <a:pt x="1428" y="2259"/>
                </a:lnTo>
                <a:lnTo>
                  <a:pt x="1424" y="2195"/>
                </a:lnTo>
                <a:lnTo>
                  <a:pt x="1420" y="2129"/>
                </a:lnTo>
                <a:lnTo>
                  <a:pt x="1420" y="2065"/>
                </a:lnTo>
                <a:lnTo>
                  <a:pt x="1420" y="1999"/>
                </a:lnTo>
                <a:lnTo>
                  <a:pt x="1424" y="1935"/>
                </a:lnTo>
                <a:lnTo>
                  <a:pt x="1430" y="1869"/>
                </a:lnTo>
                <a:lnTo>
                  <a:pt x="1440" y="1805"/>
                </a:lnTo>
                <a:lnTo>
                  <a:pt x="1450" y="1741"/>
                </a:lnTo>
                <a:lnTo>
                  <a:pt x="1464" y="1677"/>
                </a:lnTo>
                <a:lnTo>
                  <a:pt x="1478" y="1613"/>
                </a:lnTo>
                <a:lnTo>
                  <a:pt x="1496" y="1551"/>
                </a:lnTo>
                <a:lnTo>
                  <a:pt x="1516" y="1489"/>
                </a:lnTo>
                <a:lnTo>
                  <a:pt x="1540" y="1427"/>
                </a:lnTo>
                <a:lnTo>
                  <a:pt x="1564" y="1365"/>
                </a:lnTo>
                <a:lnTo>
                  <a:pt x="1592" y="1305"/>
                </a:lnTo>
                <a:lnTo>
                  <a:pt x="1622" y="1245"/>
                </a:lnTo>
                <a:lnTo>
                  <a:pt x="1654" y="1187"/>
                </a:lnTo>
                <a:lnTo>
                  <a:pt x="1688" y="1129"/>
                </a:lnTo>
                <a:lnTo>
                  <a:pt x="1724" y="1073"/>
                </a:lnTo>
                <a:lnTo>
                  <a:pt x="1764" y="1017"/>
                </a:lnTo>
                <a:lnTo>
                  <a:pt x="1804" y="964"/>
                </a:lnTo>
                <a:lnTo>
                  <a:pt x="1848" y="910"/>
                </a:lnTo>
                <a:lnTo>
                  <a:pt x="1894" y="860"/>
                </a:lnTo>
                <a:lnTo>
                  <a:pt x="1942" y="808"/>
                </a:lnTo>
                <a:lnTo>
                  <a:pt x="1942" y="808"/>
                </a:lnTo>
                <a:close/>
              </a:path>
            </a:pathLst>
          </a:custGeom>
          <a:solidFill>
            <a:schemeClr val="bg1"/>
          </a:solidFill>
          <a:ln>
            <a:noFill/>
          </a:ln>
        </p:spPr>
        <p:txBody>
          <a:bodyPr spcFirstLastPara="1" wrap="square" lIns="208867" tIns="104400" rIns="208867" bIns="104400" anchor="t" anchorCtr="0">
            <a:noAutofit/>
          </a:bodyPr>
          <a:lstStyle/>
          <a:p>
            <a:pPr defTabSz="1219170">
              <a:buClr>
                <a:srgbClr val="000000"/>
              </a:buClr>
            </a:pPr>
            <a:endParaRPr sz="2133" kern="0">
              <a:solidFill>
                <a:srgbClr val="000000"/>
              </a:solidFill>
              <a:latin typeface="Julius Sans One"/>
              <a:ea typeface="Arial"/>
              <a:cs typeface="Arial"/>
              <a:sym typeface="Arial"/>
            </a:endParaRPr>
          </a:p>
        </p:txBody>
      </p:sp>
      <p:pic>
        <p:nvPicPr>
          <p:cNvPr id="81" name="Graphic 80" descr="Blueprint with solid fill">
            <a:extLst>
              <a:ext uri="{FF2B5EF4-FFF2-40B4-BE49-F238E27FC236}">
                <a16:creationId xmlns:a16="http://schemas.microsoft.com/office/drawing/2014/main" id="{271FE55B-B7DB-92B9-7C56-7535C18058D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4314" y="3704465"/>
            <a:ext cx="815851" cy="688481"/>
          </a:xfrm>
          <a:prstGeom prst="rect">
            <a:avLst/>
          </a:prstGeom>
        </p:spPr>
      </p:pic>
      <p:pic>
        <p:nvPicPr>
          <p:cNvPr id="16" name="Graphic 15" descr="Filter with solid fill">
            <a:extLst>
              <a:ext uri="{FF2B5EF4-FFF2-40B4-BE49-F238E27FC236}">
                <a16:creationId xmlns:a16="http://schemas.microsoft.com/office/drawing/2014/main" id="{EDBFFD4E-2189-894C-F9C0-292B794BA7C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02432" y="3594921"/>
            <a:ext cx="914400" cy="914400"/>
          </a:xfrm>
          <a:prstGeom prst="rect">
            <a:avLst/>
          </a:prstGeom>
        </p:spPr>
      </p:pic>
    </p:spTree>
    <p:extLst>
      <p:ext uri="{BB962C8B-B14F-4D97-AF65-F5344CB8AC3E}">
        <p14:creationId xmlns:p14="http://schemas.microsoft.com/office/powerpoint/2010/main" val="484090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9D9F9-2891-A6E4-9D40-251EB731830B}"/>
            </a:ext>
          </a:extLst>
        </p:cNvPr>
        <p:cNvGrpSpPr/>
        <p:nvPr/>
      </p:nvGrpSpPr>
      <p:grpSpPr>
        <a:xfrm>
          <a:off x="0" y="0"/>
          <a:ext cx="0" cy="0"/>
          <a:chOff x="0" y="0"/>
          <a:chExt cx="0" cy="0"/>
        </a:xfrm>
      </p:grpSpPr>
      <p:sp>
        <p:nvSpPr>
          <p:cNvPr id="50" name="Snip Diagonal Corner Rectangle 7">
            <a:extLst>
              <a:ext uri="{FF2B5EF4-FFF2-40B4-BE49-F238E27FC236}">
                <a16:creationId xmlns:a16="http://schemas.microsoft.com/office/drawing/2014/main" id="{1E1A04D6-5C3F-9CF5-F534-CFDF12A8248F}"/>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DEC57A52-56E0-E806-108B-2668EEC4F57E}"/>
              </a:ext>
            </a:extLst>
          </p:cNvPr>
          <p:cNvSpPr txBox="1"/>
          <p:nvPr/>
        </p:nvSpPr>
        <p:spPr>
          <a:xfrm>
            <a:off x="129857" y="361246"/>
            <a:ext cx="11932285" cy="430887"/>
          </a:xfrm>
          <a:prstGeom prst="rect">
            <a:avLst/>
          </a:prstGeom>
          <a:noFill/>
          <a:ln>
            <a:noFill/>
          </a:ln>
        </p:spPr>
        <p:txBody>
          <a:bodyPr wrap="square" lIns="0" tIns="0" rIns="0" bIns="0" rtlCol="0" anchor="t">
            <a:spAutoFit/>
          </a:bodyPr>
          <a:lstStyle/>
          <a:p>
            <a:pPr algn="ctr"/>
            <a:r>
              <a:rPr lang="en-US" sz="2800" cap="all" spc="600" dirty="0">
                <a:solidFill>
                  <a:schemeClr val="bg1"/>
                </a:solidFill>
                <a:latin typeface="Josefin Sans SemiBold"/>
              </a:rPr>
              <a:t>Project DETAILS</a:t>
            </a:r>
          </a:p>
        </p:txBody>
      </p:sp>
      <p:sp>
        <p:nvSpPr>
          <p:cNvPr id="4" name="Slide Number Placeholder 5">
            <a:extLst>
              <a:ext uri="{FF2B5EF4-FFF2-40B4-BE49-F238E27FC236}">
                <a16:creationId xmlns:a16="http://schemas.microsoft.com/office/drawing/2014/main" id="{D5E5865E-75B3-1CDF-4582-22B99DAABF46}"/>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8" name="Rectangle 39">
            <a:extLst>
              <a:ext uri="{FF2B5EF4-FFF2-40B4-BE49-F238E27FC236}">
                <a16:creationId xmlns:a16="http://schemas.microsoft.com/office/drawing/2014/main" id="{EF5C0FCD-0E06-CFC0-42C1-9111D7D2A8E8}"/>
              </a:ext>
            </a:extLst>
          </p:cNvPr>
          <p:cNvSpPr/>
          <p:nvPr/>
        </p:nvSpPr>
        <p:spPr>
          <a:xfrm>
            <a:off x="639386" y="1109790"/>
            <a:ext cx="11449500" cy="311024"/>
          </a:xfrm>
          <a:prstGeom prst="rect">
            <a:avLst/>
          </a:prstGeom>
          <a:solidFill>
            <a:srgbClr val="CFF0D5"/>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a:defRPr/>
            </a:pPr>
            <a:r>
              <a:rPr kumimoji="0" lang="es-ES" sz="1600" b="1" i="0" u="none" strike="noStrike" kern="1200" cap="none" spc="0" normalizeH="0" baseline="0" dirty="0">
                <a:ln>
                  <a:noFill/>
                </a:ln>
                <a:solidFill>
                  <a:srgbClr val="208E9B"/>
                </a:solidFill>
                <a:effectLst/>
                <a:uLnTx/>
                <a:uFillTx/>
                <a:latin typeface="Josefin Sans SemiBold" pitchFamily="2" charset="0"/>
              </a:rPr>
              <a:t>1. </a:t>
            </a:r>
            <a:r>
              <a:rPr lang="en-US" sz="1600" b="1" dirty="0">
                <a:solidFill>
                  <a:srgbClr val="208E9B"/>
                </a:solidFill>
                <a:latin typeface="Josefin Sans SemiBold" pitchFamily="2" charset="0"/>
                <a:sym typeface="Arial"/>
              </a:rPr>
              <a:t>METROPOLITAN DATA ARCHITECTURE TECHNICAL SET UP </a:t>
            </a:r>
          </a:p>
        </p:txBody>
      </p:sp>
      <p:sp>
        <p:nvSpPr>
          <p:cNvPr id="20" name="TextBox 19">
            <a:extLst>
              <a:ext uri="{FF2B5EF4-FFF2-40B4-BE49-F238E27FC236}">
                <a16:creationId xmlns:a16="http://schemas.microsoft.com/office/drawing/2014/main" id="{6C3ACCBE-9C49-B9E5-7B88-B1AE407D9879}"/>
              </a:ext>
            </a:extLst>
          </p:cNvPr>
          <p:cNvSpPr txBox="1"/>
          <p:nvPr/>
        </p:nvSpPr>
        <p:spPr>
          <a:xfrm>
            <a:off x="569214" y="1535594"/>
            <a:ext cx="11492928" cy="523220"/>
          </a:xfrm>
          <a:prstGeom prst="rect">
            <a:avLst/>
          </a:prstGeom>
          <a:noFill/>
        </p:spPr>
        <p:txBody>
          <a:bodyPr wrap="square">
            <a:spAutoFit/>
          </a:bodyPr>
          <a:lstStyle/>
          <a:p>
            <a:pPr algn="just"/>
            <a:r>
              <a:rPr lang="en-US" sz="1400" dirty="0">
                <a:effectLst/>
                <a:latin typeface="Calibri Light" panose="020F0302020204030204" pitchFamily="34" charset="0"/>
                <a:ea typeface="Times New Roman" panose="02020603050405020304" pitchFamily="18" charset="0"/>
              </a:rPr>
              <a:t>During this phase Markman Group will establish the technical foundation in alignment with the proposed data architecture. By focusing initially on </a:t>
            </a:r>
            <a:r>
              <a:rPr lang="en-US" sz="1400" dirty="0" err="1">
                <a:effectLst/>
                <a:latin typeface="Calibri Light" panose="020F0302020204030204" pitchFamily="34" charset="0"/>
                <a:ea typeface="Times New Roman" panose="02020603050405020304" pitchFamily="18" charset="0"/>
              </a:rPr>
              <a:t>DealCloud</a:t>
            </a:r>
            <a:r>
              <a:rPr lang="en-US" sz="1400" dirty="0">
                <a:effectLst/>
                <a:latin typeface="Calibri Light" panose="020F0302020204030204" pitchFamily="34" charset="0"/>
                <a:ea typeface="Times New Roman" panose="02020603050405020304" pitchFamily="18" charset="0"/>
              </a:rPr>
              <a:t>, we reduce complexity while </a:t>
            </a:r>
            <a:r>
              <a:rPr lang="en-US" sz="1400" b="1" dirty="0">
                <a:solidFill>
                  <a:srgbClr val="208E9B"/>
                </a:solidFill>
                <a:effectLst/>
                <a:latin typeface="Calibri Light" panose="020F0302020204030204" pitchFamily="34" charset="0"/>
                <a:ea typeface="Times New Roman" panose="02020603050405020304" pitchFamily="18" charset="0"/>
              </a:rPr>
              <a:t>setting up a scalable framework that can be expanded in the future</a:t>
            </a:r>
            <a:r>
              <a:rPr lang="en-US" sz="1400" dirty="0">
                <a:effectLst/>
                <a:latin typeface="Calibri Light" panose="020F0302020204030204" pitchFamily="34" charset="0"/>
                <a:ea typeface="Times New Roman" panose="02020603050405020304" pitchFamily="18" charset="0"/>
              </a:rPr>
              <a:t> not only to ingest all </a:t>
            </a:r>
            <a:r>
              <a:rPr lang="en-US" sz="1400" dirty="0" err="1">
                <a:effectLst/>
                <a:latin typeface="Calibri Light" panose="020F0302020204030204" pitchFamily="34" charset="0"/>
                <a:ea typeface="Times New Roman" panose="02020603050405020304" pitchFamily="18" charset="0"/>
              </a:rPr>
              <a:t>DealCloud</a:t>
            </a:r>
            <a:r>
              <a:rPr lang="en-US" sz="1400" dirty="0">
                <a:effectLst/>
                <a:latin typeface="Calibri Light" panose="020F0302020204030204" pitchFamily="34" charset="0"/>
                <a:ea typeface="Times New Roman" panose="02020603050405020304" pitchFamily="18" charset="0"/>
              </a:rPr>
              <a:t> data, but other systems too.</a:t>
            </a:r>
            <a:endParaRPr lang="es-ES" sz="1600" dirty="0">
              <a:effectLst/>
              <a:latin typeface="Times New Roman" panose="02020603050405020304" pitchFamily="18" charset="0"/>
              <a:ea typeface="Times New Roman" panose="02020603050405020304" pitchFamily="18" charset="0"/>
            </a:endParaRPr>
          </a:p>
        </p:txBody>
      </p:sp>
      <p:sp>
        <p:nvSpPr>
          <p:cNvPr id="21" name="Hexágono 115">
            <a:extLst>
              <a:ext uri="{FF2B5EF4-FFF2-40B4-BE49-F238E27FC236}">
                <a16:creationId xmlns:a16="http://schemas.microsoft.com/office/drawing/2014/main" id="{BDCC7932-D670-B2AF-8614-2CFFF145D865}"/>
              </a:ext>
            </a:extLst>
          </p:cNvPr>
          <p:cNvSpPr/>
          <p:nvPr/>
        </p:nvSpPr>
        <p:spPr>
          <a:xfrm>
            <a:off x="721682" y="2792248"/>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graphicFrame>
        <p:nvGraphicFramePr>
          <p:cNvPr id="22" name="Table 21">
            <a:extLst>
              <a:ext uri="{FF2B5EF4-FFF2-40B4-BE49-F238E27FC236}">
                <a16:creationId xmlns:a16="http://schemas.microsoft.com/office/drawing/2014/main" id="{3533AC9C-3B44-6794-ED51-E91CCEF60C40}"/>
              </a:ext>
            </a:extLst>
          </p:cNvPr>
          <p:cNvGraphicFramePr>
            <a:graphicFrameLocks noGrp="1"/>
          </p:cNvGraphicFramePr>
          <p:nvPr>
            <p:extLst>
              <p:ext uri="{D42A27DB-BD31-4B8C-83A1-F6EECF244321}">
                <p14:modId xmlns:p14="http://schemas.microsoft.com/office/powerpoint/2010/main" val="2455304563"/>
              </p:ext>
            </p:extLst>
          </p:nvPr>
        </p:nvGraphicFramePr>
        <p:xfrm>
          <a:off x="1266141" y="2386033"/>
          <a:ext cx="4856602" cy="3591093"/>
        </p:xfrm>
        <a:graphic>
          <a:graphicData uri="http://schemas.openxmlformats.org/drawingml/2006/table">
            <a:tbl>
              <a:tblPr firstRow="1" bandRow="1">
                <a:tableStyleId>{5C22544A-7EE6-4342-B048-85BDC9FD1C3A}</a:tableStyleId>
              </a:tblPr>
              <a:tblGrid>
                <a:gridCol w="2392681">
                  <a:extLst>
                    <a:ext uri="{9D8B030D-6E8A-4147-A177-3AD203B41FA5}">
                      <a16:colId xmlns:a16="http://schemas.microsoft.com/office/drawing/2014/main" val="773525726"/>
                    </a:ext>
                  </a:extLst>
                </a:gridCol>
                <a:gridCol w="2463921">
                  <a:extLst>
                    <a:ext uri="{9D8B030D-6E8A-4147-A177-3AD203B41FA5}">
                      <a16:colId xmlns:a16="http://schemas.microsoft.com/office/drawing/2014/main" val="1466932052"/>
                    </a:ext>
                  </a:extLst>
                </a:gridCol>
              </a:tblGrid>
              <a:tr h="331893">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2341054394"/>
                  </a:ext>
                </a:extLst>
              </a:tr>
              <a:tr h="465600">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Define Technical Requirements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Technical Requirements Document (API integration, data flow, reporting needs)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574225574"/>
                  </a:ext>
                </a:extLst>
              </a:tr>
              <a:tr h="46560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Design Data Architecture (PoC)</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Architecture Blueprint (API → Data Lake → SQL Database)</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598340403"/>
                  </a:ext>
                </a:extLst>
              </a:tr>
              <a:tr h="46560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API Integration Setup</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Established API Connection to </a:t>
                      </a:r>
                      <a:r>
                        <a:rPr lang="en-US" sz="1100" kern="0" dirty="0" err="1">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DealCloud</a:t>
                      </a: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 (automated data extraction process)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90413840"/>
                  </a:ext>
                </a:extLst>
              </a:tr>
              <a:tr h="465600">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Data Ingestion into Azure Data Lake</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Automated Data Ingestion Pipeline (structured raw data from DealCloud)</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699649706"/>
                  </a:ext>
                </a:extLst>
              </a:tr>
              <a:tr h="465600">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Set Up Azure SQL Database</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Configured SQL Database Environment (ready for curated data storage)</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89475340"/>
                  </a:ext>
                </a:extLst>
              </a:tr>
              <a:tr h="46560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Configure Data Integration Orchestration (ADF)</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Automated Data Flow Setup (schedule data pulls and manage workflows)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699932493"/>
                  </a:ext>
                </a:extLst>
              </a:tr>
              <a:tr h="46560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Technical Testing &amp; Validation</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Verified Data Flow, API Connection, and Storage Integrity</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4230534031"/>
                  </a:ext>
                </a:extLst>
              </a:tr>
            </a:tbl>
          </a:graphicData>
        </a:graphic>
      </p:graphicFrame>
      <p:sp>
        <p:nvSpPr>
          <p:cNvPr id="59" name="Hexágono 115">
            <a:extLst>
              <a:ext uri="{FF2B5EF4-FFF2-40B4-BE49-F238E27FC236}">
                <a16:creationId xmlns:a16="http://schemas.microsoft.com/office/drawing/2014/main" id="{50205BD3-0E6A-9AD6-10A6-E4DAA695236F}"/>
              </a:ext>
            </a:extLst>
          </p:cNvPr>
          <p:cNvSpPr/>
          <p:nvPr/>
        </p:nvSpPr>
        <p:spPr>
          <a:xfrm>
            <a:off x="721682" y="3261101"/>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60" name="Hexágono 115">
            <a:extLst>
              <a:ext uri="{FF2B5EF4-FFF2-40B4-BE49-F238E27FC236}">
                <a16:creationId xmlns:a16="http://schemas.microsoft.com/office/drawing/2014/main" id="{2F7EA960-5831-3490-FB9A-6A41A8AB4B40}"/>
              </a:ext>
            </a:extLst>
          </p:cNvPr>
          <p:cNvSpPr/>
          <p:nvPr/>
        </p:nvSpPr>
        <p:spPr>
          <a:xfrm>
            <a:off x="721682" y="3729954"/>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61" name="Hexágono 115">
            <a:extLst>
              <a:ext uri="{FF2B5EF4-FFF2-40B4-BE49-F238E27FC236}">
                <a16:creationId xmlns:a16="http://schemas.microsoft.com/office/drawing/2014/main" id="{0B59829B-08C6-DB11-777E-484CD26C2E1B}"/>
              </a:ext>
            </a:extLst>
          </p:cNvPr>
          <p:cNvSpPr/>
          <p:nvPr/>
        </p:nvSpPr>
        <p:spPr>
          <a:xfrm>
            <a:off x="721682" y="4198807"/>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4</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62" name="Hexágono 115">
            <a:extLst>
              <a:ext uri="{FF2B5EF4-FFF2-40B4-BE49-F238E27FC236}">
                <a16:creationId xmlns:a16="http://schemas.microsoft.com/office/drawing/2014/main" id="{2226EE90-4334-03BC-7C8D-0AC4A3AF915E}"/>
              </a:ext>
            </a:extLst>
          </p:cNvPr>
          <p:cNvSpPr/>
          <p:nvPr/>
        </p:nvSpPr>
        <p:spPr>
          <a:xfrm>
            <a:off x="721682" y="4667660"/>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5</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64" name="Hexágono 115">
            <a:extLst>
              <a:ext uri="{FF2B5EF4-FFF2-40B4-BE49-F238E27FC236}">
                <a16:creationId xmlns:a16="http://schemas.microsoft.com/office/drawing/2014/main" id="{97EF3E58-7C6E-118C-DA19-0412436963B2}"/>
              </a:ext>
            </a:extLst>
          </p:cNvPr>
          <p:cNvSpPr/>
          <p:nvPr/>
        </p:nvSpPr>
        <p:spPr>
          <a:xfrm>
            <a:off x="721682" y="5136513"/>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6</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65" name="Hexágono 115">
            <a:extLst>
              <a:ext uri="{FF2B5EF4-FFF2-40B4-BE49-F238E27FC236}">
                <a16:creationId xmlns:a16="http://schemas.microsoft.com/office/drawing/2014/main" id="{DF40B73C-A4BE-8891-6B4B-6B1A93133AF2}"/>
              </a:ext>
            </a:extLst>
          </p:cNvPr>
          <p:cNvSpPr/>
          <p:nvPr/>
        </p:nvSpPr>
        <p:spPr>
          <a:xfrm>
            <a:off x="721682" y="5605364"/>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7</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68" name="TextBox 67">
            <a:extLst>
              <a:ext uri="{FF2B5EF4-FFF2-40B4-BE49-F238E27FC236}">
                <a16:creationId xmlns:a16="http://schemas.microsoft.com/office/drawing/2014/main" id="{59A5B13E-6493-7C94-EA97-AA1C8B4124D4}"/>
              </a:ext>
            </a:extLst>
          </p:cNvPr>
          <p:cNvSpPr txBox="1"/>
          <p:nvPr/>
        </p:nvSpPr>
        <p:spPr>
          <a:xfrm>
            <a:off x="647204" y="6133384"/>
            <a:ext cx="5589004" cy="446597"/>
          </a:xfrm>
          <a:prstGeom prst="rect">
            <a:avLst/>
          </a:prstGeom>
          <a:noFill/>
        </p:spPr>
        <p:txBody>
          <a:bodyPr wrap="square">
            <a:spAutoFit/>
          </a:bodyPr>
          <a:lstStyle/>
          <a:p>
            <a:pPr>
              <a:lnSpc>
                <a:spcPct val="107000"/>
              </a:lnSpc>
              <a:spcAft>
                <a:spcPts val="800"/>
              </a:spcAft>
            </a:pPr>
            <a:r>
              <a:rPr lang="en-US" sz="1050" i="1" kern="100" dirty="0">
                <a:effectLst/>
                <a:latin typeface="Calibri Light" panose="020F0302020204030204" pitchFamily="34" charset="0"/>
                <a:ea typeface="Calibri" panose="020F0502020204030204" pitchFamily="34" charset="0"/>
                <a:cs typeface="Arial" panose="020B0604020202020204" pitchFamily="34" charset="0"/>
              </a:rPr>
              <a:t>(*) We believe a data lake POC would be beneficial in showcasing the solution's capabilities. However, if deemed unnecessary at this stage, we can proceed without it through automated extractions. </a:t>
            </a:r>
            <a:endParaRPr lang="es-ES" sz="1050" i="1"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9" name="Rectangle: Rounded Corners 68">
            <a:extLst>
              <a:ext uri="{FF2B5EF4-FFF2-40B4-BE49-F238E27FC236}">
                <a16:creationId xmlns:a16="http://schemas.microsoft.com/office/drawing/2014/main" id="{00D4DE1F-DF18-6C3C-2C84-1A0D302F1465}"/>
              </a:ext>
            </a:extLst>
          </p:cNvPr>
          <p:cNvSpPr/>
          <p:nvPr/>
        </p:nvSpPr>
        <p:spPr>
          <a:xfrm>
            <a:off x="6315678" y="2395997"/>
            <a:ext cx="2151666" cy="1517891"/>
          </a:xfrm>
          <a:prstGeom prst="roundRect">
            <a:avLst/>
          </a:prstGeom>
          <a:solidFill>
            <a:schemeClr val="bg1">
              <a:lumMod val="95000"/>
              <a:alpha val="80000"/>
            </a:schemeClr>
          </a:solidFill>
          <a:ln w="6350">
            <a:noFill/>
          </a:ln>
        </p:spPr>
        <p:txBody>
          <a:bodyPr vert="horz" wrap="square" lIns="91440" tIns="46800" rIns="91440" bIns="46800" rtlCol="0" anchor="ctr">
            <a:no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400" spc="200" err="1">
              <a:solidFill>
                <a:srgbClr val="04606F"/>
              </a:solidFill>
              <a:latin typeface="Josefin Sans SemiBold" pitchFamily="2" charset="0"/>
            </a:endParaRPr>
          </a:p>
        </p:txBody>
      </p:sp>
      <p:sp>
        <p:nvSpPr>
          <p:cNvPr id="71" name="Rectangle: Rounded Corners 70">
            <a:extLst>
              <a:ext uri="{FF2B5EF4-FFF2-40B4-BE49-F238E27FC236}">
                <a16:creationId xmlns:a16="http://schemas.microsoft.com/office/drawing/2014/main" id="{60172E73-ACD0-77C6-C86A-EA01B4163B15}"/>
              </a:ext>
            </a:extLst>
          </p:cNvPr>
          <p:cNvSpPr/>
          <p:nvPr/>
        </p:nvSpPr>
        <p:spPr>
          <a:xfrm>
            <a:off x="9450819" y="2378694"/>
            <a:ext cx="2542272" cy="1517891"/>
          </a:xfrm>
          <a:prstGeom prst="roundRect">
            <a:avLst/>
          </a:prstGeom>
          <a:solidFill>
            <a:schemeClr val="bg1">
              <a:lumMod val="95000"/>
              <a:alpha val="80000"/>
            </a:schemeClr>
          </a:solidFill>
          <a:ln w="6350">
            <a:noFill/>
          </a:ln>
        </p:spPr>
        <p:txBody>
          <a:bodyPr vert="horz" wrap="square" lIns="91440" tIns="46800" rIns="91440" bIns="46800" rtlCol="0" anchor="ctr">
            <a:no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400" spc="200" err="1">
              <a:solidFill>
                <a:srgbClr val="04606F"/>
              </a:solidFill>
              <a:latin typeface="Josefin Sans SemiBold" pitchFamily="2" charset="0"/>
            </a:endParaRPr>
          </a:p>
        </p:txBody>
      </p:sp>
      <p:sp>
        <p:nvSpPr>
          <p:cNvPr id="74" name="Arrow: Right 73">
            <a:extLst>
              <a:ext uri="{FF2B5EF4-FFF2-40B4-BE49-F238E27FC236}">
                <a16:creationId xmlns:a16="http://schemas.microsoft.com/office/drawing/2014/main" id="{33BB5828-D98F-B896-EC72-1913E6D096DB}"/>
              </a:ext>
            </a:extLst>
          </p:cNvPr>
          <p:cNvSpPr/>
          <p:nvPr/>
        </p:nvSpPr>
        <p:spPr>
          <a:xfrm>
            <a:off x="8645127" y="2618446"/>
            <a:ext cx="642119" cy="995603"/>
          </a:xfrm>
          <a:prstGeom prst="rightArrow">
            <a:avLst/>
          </a:prstGeom>
          <a:solidFill>
            <a:srgbClr val="CFF0D5"/>
          </a:solidFill>
          <a:ln>
            <a:noFill/>
          </a:ln>
        </p:spPr>
        <p:style>
          <a:lnRef idx="0">
            <a:schemeClr val="accent1"/>
          </a:lnRef>
          <a:fillRef idx="1">
            <a:schemeClr val="accent1"/>
          </a:fillRef>
          <a:effectRef idx="0">
            <a:schemeClr val="dk1"/>
          </a:effectRef>
          <a:fontRef idx="minor">
            <a:schemeClr val="lt1"/>
          </a:fontRef>
        </p:style>
        <p:txBody>
          <a:bodyPr wrap="none" lIns="91440" tIns="45720" rIns="9144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bg-BG" sz="1600" b="1">
              <a:solidFill>
                <a:srgbClr val="208E9B"/>
              </a:solidFill>
            </a:endParaRPr>
          </a:p>
        </p:txBody>
      </p:sp>
      <p:pic>
        <p:nvPicPr>
          <p:cNvPr id="2050" name="Picture 2" descr="DealCloud Logo - PNG Logo Vector Brand Downloads (SVG, EPS)">
            <a:extLst>
              <a:ext uri="{FF2B5EF4-FFF2-40B4-BE49-F238E27FC236}">
                <a16:creationId xmlns:a16="http://schemas.microsoft.com/office/drawing/2014/main" id="{FD53D06C-F250-5245-714A-2D35BD133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5414" y="2981080"/>
            <a:ext cx="969264" cy="270334"/>
          </a:xfrm>
          <a:prstGeom prst="rect">
            <a:avLst/>
          </a:prstGeom>
          <a:noFill/>
          <a:extLst>
            <a:ext uri="{909E8E84-426E-40DD-AFC4-6F175D3DCCD1}">
              <a14:hiddenFill xmlns:a14="http://schemas.microsoft.com/office/drawing/2010/main">
                <a:solidFill>
                  <a:srgbClr val="FFFFFF"/>
                </a:solidFill>
              </a14:hiddenFill>
            </a:ext>
          </a:extLst>
        </p:spPr>
      </p:pic>
      <p:sp>
        <p:nvSpPr>
          <p:cNvPr id="82" name="TextBox 1042">
            <a:extLst>
              <a:ext uri="{FF2B5EF4-FFF2-40B4-BE49-F238E27FC236}">
                <a16:creationId xmlns:a16="http://schemas.microsoft.com/office/drawing/2014/main" id="{A4A7F841-60C8-0B25-7A31-0F5A926963F6}"/>
              </a:ext>
            </a:extLst>
          </p:cNvPr>
          <p:cNvSpPr txBox="1"/>
          <p:nvPr/>
        </p:nvSpPr>
        <p:spPr>
          <a:xfrm>
            <a:off x="6491123" y="2412972"/>
            <a:ext cx="1800776" cy="338554"/>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208E9B"/>
                </a:solidFill>
                <a:latin typeface="Josefin Sans SemiBold"/>
              </a:rPr>
              <a:t>DATA SOURCES</a:t>
            </a:r>
          </a:p>
        </p:txBody>
      </p:sp>
      <p:sp>
        <p:nvSpPr>
          <p:cNvPr id="118" name="Rectangle 117">
            <a:extLst>
              <a:ext uri="{FF2B5EF4-FFF2-40B4-BE49-F238E27FC236}">
                <a16:creationId xmlns:a16="http://schemas.microsoft.com/office/drawing/2014/main" id="{94D8F31F-9892-F9FD-28CF-09A679377550}"/>
              </a:ext>
            </a:extLst>
          </p:cNvPr>
          <p:cNvSpPr/>
          <p:nvPr/>
        </p:nvSpPr>
        <p:spPr>
          <a:xfrm>
            <a:off x="9420233" y="2507269"/>
            <a:ext cx="1037918" cy="3113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AU" sz="800" b="1">
                <a:solidFill>
                  <a:srgbClr val="208E9B"/>
                </a:solidFill>
                <a:latin typeface="Josefin Sans SemiBold"/>
              </a:rPr>
              <a:t>AZURE DATA LAKE STORAGE</a:t>
            </a:r>
          </a:p>
        </p:txBody>
      </p:sp>
      <p:grpSp>
        <p:nvGrpSpPr>
          <p:cNvPr id="119" name="Graphic 529">
            <a:extLst>
              <a:ext uri="{FF2B5EF4-FFF2-40B4-BE49-F238E27FC236}">
                <a16:creationId xmlns:a16="http://schemas.microsoft.com/office/drawing/2014/main" id="{AE62E4E4-F165-7084-D23B-8EF29393F346}"/>
              </a:ext>
            </a:extLst>
          </p:cNvPr>
          <p:cNvGrpSpPr/>
          <p:nvPr/>
        </p:nvGrpSpPr>
        <p:grpSpPr>
          <a:xfrm>
            <a:off x="9661629" y="3055826"/>
            <a:ext cx="621181" cy="605826"/>
            <a:chOff x="2908821" y="5884387"/>
            <a:chExt cx="759387" cy="704204"/>
          </a:xfrm>
          <a:solidFill>
            <a:schemeClr val="tx1"/>
          </a:solidFill>
        </p:grpSpPr>
        <p:sp>
          <p:nvSpPr>
            <p:cNvPr id="2081" name="Freeform: Shape 2080">
              <a:extLst>
                <a:ext uri="{FF2B5EF4-FFF2-40B4-BE49-F238E27FC236}">
                  <a16:creationId xmlns:a16="http://schemas.microsoft.com/office/drawing/2014/main" id="{7B57E83D-D486-0B58-893D-7CD64864943E}"/>
                </a:ext>
              </a:extLst>
            </p:cNvPr>
            <p:cNvSpPr/>
            <p:nvPr/>
          </p:nvSpPr>
          <p:spPr>
            <a:xfrm>
              <a:off x="3358910" y="6207988"/>
              <a:ext cx="294625" cy="193443"/>
            </a:xfrm>
            <a:custGeom>
              <a:avLst/>
              <a:gdLst>
                <a:gd name="connsiteX0" fmla="*/ 0 w 294625"/>
                <a:gd name="connsiteY0" fmla="*/ 126355 h 193443"/>
                <a:gd name="connsiteX1" fmla="*/ 0 w 294625"/>
                <a:gd name="connsiteY1" fmla="*/ 193443 h 193443"/>
                <a:gd name="connsiteX2" fmla="*/ 67088 w 294625"/>
                <a:gd name="connsiteY2" fmla="*/ 193443 h 193443"/>
                <a:gd name="connsiteX3" fmla="*/ 67088 w 294625"/>
                <a:gd name="connsiteY3" fmla="*/ 169570 h 193443"/>
                <a:gd name="connsiteX4" fmla="*/ 115527 w 294625"/>
                <a:gd name="connsiteY4" fmla="*/ 169570 h 193443"/>
                <a:gd name="connsiteX5" fmla="*/ 115527 w 294625"/>
                <a:gd name="connsiteY5" fmla="*/ 193443 h 193443"/>
                <a:gd name="connsiteX6" fmla="*/ 182615 w 294625"/>
                <a:gd name="connsiteY6" fmla="*/ 193443 h 193443"/>
                <a:gd name="connsiteX7" fmla="*/ 182615 w 294625"/>
                <a:gd name="connsiteY7" fmla="*/ 169570 h 193443"/>
                <a:gd name="connsiteX8" fmla="*/ 227537 w 294625"/>
                <a:gd name="connsiteY8" fmla="*/ 169570 h 193443"/>
                <a:gd name="connsiteX9" fmla="*/ 227537 w 294625"/>
                <a:gd name="connsiteY9" fmla="*/ 193443 h 193443"/>
                <a:gd name="connsiteX10" fmla="*/ 294626 w 294625"/>
                <a:gd name="connsiteY10" fmla="*/ 193443 h 193443"/>
                <a:gd name="connsiteX11" fmla="*/ 294626 w 294625"/>
                <a:gd name="connsiteY11" fmla="*/ 126355 h 193443"/>
                <a:gd name="connsiteX12" fmla="*/ 270756 w 294625"/>
                <a:gd name="connsiteY12" fmla="*/ 126355 h 193443"/>
                <a:gd name="connsiteX13" fmla="*/ 270756 w 294625"/>
                <a:gd name="connsiteY13" fmla="*/ 67088 h 193443"/>
                <a:gd name="connsiteX14" fmla="*/ 294626 w 294625"/>
                <a:gd name="connsiteY14" fmla="*/ 67088 h 193443"/>
                <a:gd name="connsiteX15" fmla="*/ 294626 w 294625"/>
                <a:gd name="connsiteY15" fmla="*/ 0 h 193443"/>
                <a:gd name="connsiteX16" fmla="*/ 227537 w 294625"/>
                <a:gd name="connsiteY16" fmla="*/ 0 h 193443"/>
                <a:gd name="connsiteX17" fmla="*/ 227537 w 294625"/>
                <a:gd name="connsiteY17" fmla="*/ 23869 h 193443"/>
                <a:gd name="connsiteX18" fmla="*/ 182615 w 294625"/>
                <a:gd name="connsiteY18" fmla="*/ 23869 h 193443"/>
                <a:gd name="connsiteX19" fmla="*/ 182615 w 294625"/>
                <a:gd name="connsiteY19" fmla="*/ 0 h 193443"/>
                <a:gd name="connsiteX20" fmla="*/ 115527 w 294625"/>
                <a:gd name="connsiteY20" fmla="*/ 0 h 193443"/>
                <a:gd name="connsiteX21" fmla="*/ 115527 w 294625"/>
                <a:gd name="connsiteY21" fmla="*/ 67088 h 193443"/>
                <a:gd name="connsiteX22" fmla="*/ 182615 w 294625"/>
                <a:gd name="connsiteY22" fmla="*/ 67088 h 193443"/>
                <a:gd name="connsiteX23" fmla="*/ 182615 w 294625"/>
                <a:gd name="connsiteY23" fmla="*/ 43211 h 193443"/>
                <a:gd name="connsiteX24" fmla="*/ 227537 w 294625"/>
                <a:gd name="connsiteY24" fmla="*/ 43211 h 193443"/>
                <a:gd name="connsiteX25" fmla="*/ 227537 w 294625"/>
                <a:gd name="connsiteY25" fmla="*/ 67088 h 193443"/>
                <a:gd name="connsiteX26" fmla="*/ 251415 w 294625"/>
                <a:gd name="connsiteY26" fmla="*/ 67088 h 193443"/>
                <a:gd name="connsiteX27" fmla="*/ 251415 w 294625"/>
                <a:gd name="connsiteY27" fmla="*/ 126355 h 193443"/>
                <a:gd name="connsiteX28" fmla="*/ 227537 w 294625"/>
                <a:gd name="connsiteY28" fmla="*/ 126355 h 193443"/>
                <a:gd name="connsiteX29" fmla="*/ 227537 w 294625"/>
                <a:gd name="connsiteY29" fmla="*/ 150228 h 193443"/>
                <a:gd name="connsiteX30" fmla="*/ 182615 w 294625"/>
                <a:gd name="connsiteY30" fmla="*/ 150228 h 193443"/>
                <a:gd name="connsiteX31" fmla="*/ 182615 w 294625"/>
                <a:gd name="connsiteY31" fmla="*/ 126355 h 193443"/>
                <a:gd name="connsiteX32" fmla="*/ 115527 w 294625"/>
                <a:gd name="connsiteY32" fmla="*/ 126355 h 193443"/>
                <a:gd name="connsiteX33" fmla="*/ 115527 w 294625"/>
                <a:gd name="connsiteY33" fmla="*/ 150228 h 193443"/>
                <a:gd name="connsiteX34" fmla="*/ 67088 w 294625"/>
                <a:gd name="connsiteY34" fmla="*/ 150228 h 193443"/>
                <a:gd name="connsiteX35" fmla="*/ 67088 w 294625"/>
                <a:gd name="connsiteY35" fmla="*/ 126355 h 19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94625" h="193443">
                  <a:moveTo>
                    <a:pt x="0" y="126355"/>
                  </a:moveTo>
                  <a:lnTo>
                    <a:pt x="0" y="193443"/>
                  </a:lnTo>
                  <a:lnTo>
                    <a:pt x="67088" y="193443"/>
                  </a:lnTo>
                  <a:lnTo>
                    <a:pt x="67088" y="169570"/>
                  </a:lnTo>
                  <a:lnTo>
                    <a:pt x="115527" y="169570"/>
                  </a:lnTo>
                  <a:lnTo>
                    <a:pt x="115527" y="193443"/>
                  </a:lnTo>
                  <a:lnTo>
                    <a:pt x="182615" y="193443"/>
                  </a:lnTo>
                  <a:lnTo>
                    <a:pt x="182615" y="169570"/>
                  </a:lnTo>
                  <a:lnTo>
                    <a:pt x="227537" y="169570"/>
                  </a:lnTo>
                  <a:lnTo>
                    <a:pt x="227537" y="193443"/>
                  </a:lnTo>
                  <a:lnTo>
                    <a:pt x="294626" y="193443"/>
                  </a:lnTo>
                  <a:lnTo>
                    <a:pt x="294626" y="126355"/>
                  </a:lnTo>
                  <a:lnTo>
                    <a:pt x="270756" y="126355"/>
                  </a:lnTo>
                  <a:lnTo>
                    <a:pt x="270756" y="67088"/>
                  </a:lnTo>
                  <a:lnTo>
                    <a:pt x="294626" y="67088"/>
                  </a:lnTo>
                  <a:lnTo>
                    <a:pt x="294626" y="0"/>
                  </a:lnTo>
                  <a:lnTo>
                    <a:pt x="227537" y="0"/>
                  </a:lnTo>
                  <a:lnTo>
                    <a:pt x="227537" y="23869"/>
                  </a:lnTo>
                  <a:lnTo>
                    <a:pt x="182615" y="23869"/>
                  </a:lnTo>
                  <a:lnTo>
                    <a:pt x="182615" y="0"/>
                  </a:lnTo>
                  <a:lnTo>
                    <a:pt x="115527" y="0"/>
                  </a:lnTo>
                  <a:lnTo>
                    <a:pt x="115527" y="67088"/>
                  </a:lnTo>
                  <a:lnTo>
                    <a:pt x="182615" y="67088"/>
                  </a:lnTo>
                  <a:lnTo>
                    <a:pt x="182615" y="43211"/>
                  </a:lnTo>
                  <a:lnTo>
                    <a:pt x="227537" y="43211"/>
                  </a:lnTo>
                  <a:lnTo>
                    <a:pt x="227537" y="67088"/>
                  </a:lnTo>
                  <a:lnTo>
                    <a:pt x="251415" y="67088"/>
                  </a:lnTo>
                  <a:lnTo>
                    <a:pt x="251415" y="126355"/>
                  </a:lnTo>
                  <a:lnTo>
                    <a:pt x="227537" y="126355"/>
                  </a:lnTo>
                  <a:lnTo>
                    <a:pt x="227537" y="150228"/>
                  </a:lnTo>
                  <a:lnTo>
                    <a:pt x="182615" y="150228"/>
                  </a:lnTo>
                  <a:lnTo>
                    <a:pt x="182615" y="126355"/>
                  </a:lnTo>
                  <a:lnTo>
                    <a:pt x="115527" y="126355"/>
                  </a:lnTo>
                  <a:lnTo>
                    <a:pt x="115527" y="150228"/>
                  </a:lnTo>
                  <a:lnTo>
                    <a:pt x="67088" y="150228"/>
                  </a:lnTo>
                  <a:lnTo>
                    <a:pt x="67088" y="126355"/>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2" name="Freeform: Shape 2081">
              <a:extLst>
                <a:ext uri="{FF2B5EF4-FFF2-40B4-BE49-F238E27FC236}">
                  <a16:creationId xmlns:a16="http://schemas.microsoft.com/office/drawing/2014/main" id="{868A9288-38F8-7BEC-B403-57883F1BF054}"/>
                </a:ext>
              </a:extLst>
            </p:cNvPr>
            <p:cNvSpPr/>
            <p:nvPr/>
          </p:nvSpPr>
          <p:spPr>
            <a:xfrm>
              <a:off x="3193870" y="5928095"/>
              <a:ext cx="177734" cy="55361"/>
            </a:xfrm>
            <a:custGeom>
              <a:avLst/>
              <a:gdLst>
                <a:gd name="connsiteX0" fmla="*/ 88873 w 177734"/>
                <a:gd name="connsiteY0" fmla="*/ 55361 h 55361"/>
                <a:gd name="connsiteX1" fmla="*/ 177734 w 177734"/>
                <a:gd name="connsiteY1" fmla="*/ 27656 h 55361"/>
                <a:gd name="connsiteX2" fmla="*/ 88861 w 177734"/>
                <a:gd name="connsiteY2" fmla="*/ 0 h 55361"/>
                <a:gd name="connsiteX3" fmla="*/ 0 w 177734"/>
                <a:gd name="connsiteY3" fmla="*/ 27701 h 55361"/>
                <a:gd name="connsiteX4" fmla="*/ 88873 w 177734"/>
                <a:gd name="connsiteY4" fmla="*/ 55361 h 5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34" h="55361">
                  <a:moveTo>
                    <a:pt x="88873" y="55361"/>
                  </a:moveTo>
                  <a:cubicBezTo>
                    <a:pt x="137955" y="55349"/>
                    <a:pt x="177739" y="42944"/>
                    <a:pt x="177734" y="27656"/>
                  </a:cubicBezTo>
                  <a:cubicBezTo>
                    <a:pt x="177730" y="12369"/>
                    <a:pt x="137943" y="-12"/>
                    <a:pt x="88861" y="0"/>
                  </a:cubicBezTo>
                  <a:cubicBezTo>
                    <a:pt x="39779" y="8"/>
                    <a:pt x="-8" y="12414"/>
                    <a:pt x="0" y="27701"/>
                  </a:cubicBezTo>
                  <a:cubicBezTo>
                    <a:pt x="0" y="42992"/>
                    <a:pt x="39791" y="55374"/>
                    <a:pt x="88873" y="55361"/>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3" name="Freeform: Shape 2082">
              <a:extLst>
                <a:ext uri="{FF2B5EF4-FFF2-40B4-BE49-F238E27FC236}">
                  <a16:creationId xmlns:a16="http://schemas.microsoft.com/office/drawing/2014/main" id="{BFE92445-A8A5-2ECC-CE9A-710CC745550F}"/>
                </a:ext>
              </a:extLst>
            </p:cNvPr>
            <p:cNvSpPr/>
            <p:nvPr/>
          </p:nvSpPr>
          <p:spPr>
            <a:xfrm>
              <a:off x="3193722" y="6038229"/>
              <a:ext cx="177709" cy="54875"/>
            </a:xfrm>
            <a:custGeom>
              <a:avLst/>
              <a:gdLst>
                <a:gd name="connsiteX0" fmla="*/ 0 w 177709"/>
                <a:gd name="connsiteY0" fmla="*/ 27620 h 54875"/>
                <a:gd name="connsiteX1" fmla="*/ 88634 w 177709"/>
                <a:gd name="connsiteY1" fmla="*/ 54876 h 54875"/>
                <a:gd name="connsiteX2" fmla="*/ 88740 w 177709"/>
                <a:gd name="connsiteY2" fmla="*/ 54876 h 54875"/>
                <a:gd name="connsiteX3" fmla="*/ 177673 w 177709"/>
                <a:gd name="connsiteY3" fmla="*/ 28510 h 54875"/>
                <a:gd name="connsiteX4" fmla="*/ 177673 w 177709"/>
                <a:gd name="connsiteY4" fmla="*/ 28352 h 54875"/>
                <a:gd name="connsiteX5" fmla="*/ 177709 w 177709"/>
                <a:gd name="connsiteY5" fmla="*/ 3593 h 54875"/>
                <a:gd name="connsiteX6" fmla="*/ 177709 w 177709"/>
                <a:gd name="connsiteY6" fmla="*/ 0 h 54875"/>
                <a:gd name="connsiteX7" fmla="*/ 88953 w 177709"/>
                <a:gd name="connsiteY7" fmla="*/ 17807 h 54875"/>
                <a:gd name="connsiteX8" fmla="*/ 20417 w 177709"/>
                <a:gd name="connsiteY8" fmla="*/ 8841 h 54875"/>
                <a:gd name="connsiteX9" fmla="*/ 80 w 177709"/>
                <a:gd name="connsiteY9" fmla="*/ 48 h 5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709" h="54875">
                  <a:moveTo>
                    <a:pt x="0" y="27620"/>
                  </a:moveTo>
                  <a:cubicBezTo>
                    <a:pt x="704" y="42742"/>
                    <a:pt x="40071" y="54876"/>
                    <a:pt x="88634" y="54876"/>
                  </a:cubicBezTo>
                  <a:lnTo>
                    <a:pt x="88740" y="54876"/>
                  </a:lnTo>
                  <a:cubicBezTo>
                    <a:pt x="136239" y="54839"/>
                    <a:pt x="175270" y="43137"/>
                    <a:pt x="177673" y="28510"/>
                  </a:cubicBezTo>
                  <a:lnTo>
                    <a:pt x="177673" y="28352"/>
                  </a:lnTo>
                  <a:cubicBezTo>
                    <a:pt x="177685" y="19017"/>
                    <a:pt x="177697" y="12879"/>
                    <a:pt x="177709" y="3593"/>
                  </a:cubicBezTo>
                  <a:lnTo>
                    <a:pt x="177709" y="0"/>
                  </a:lnTo>
                  <a:cubicBezTo>
                    <a:pt x="156366" y="12693"/>
                    <a:pt x="120883" y="17807"/>
                    <a:pt x="88953" y="17807"/>
                  </a:cubicBezTo>
                  <a:cubicBezTo>
                    <a:pt x="63352" y="17807"/>
                    <a:pt x="38981" y="14643"/>
                    <a:pt x="20417" y="8841"/>
                  </a:cubicBezTo>
                  <a:cubicBezTo>
                    <a:pt x="11943" y="6203"/>
                    <a:pt x="5425" y="3281"/>
                    <a:pt x="80" y="48"/>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4" name="Freeform: Shape 2083">
              <a:extLst>
                <a:ext uri="{FF2B5EF4-FFF2-40B4-BE49-F238E27FC236}">
                  <a16:creationId xmlns:a16="http://schemas.microsoft.com/office/drawing/2014/main" id="{0644D064-5C53-ACCA-A3F9-B2C31AEB00C8}"/>
                </a:ext>
              </a:extLst>
            </p:cNvPr>
            <p:cNvSpPr/>
            <p:nvPr/>
          </p:nvSpPr>
          <p:spPr>
            <a:xfrm>
              <a:off x="3193546" y="6094618"/>
              <a:ext cx="177806" cy="57114"/>
            </a:xfrm>
            <a:custGeom>
              <a:avLst/>
              <a:gdLst>
                <a:gd name="connsiteX0" fmla="*/ 0 w 177806"/>
                <a:gd name="connsiteY0" fmla="*/ 29477 h 57114"/>
                <a:gd name="connsiteX1" fmla="*/ 88897 w 177806"/>
                <a:gd name="connsiteY1" fmla="*/ 57114 h 57114"/>
                <a:gd name="connsiteX2" fmla="*/ 177758 w 177806"/>
                <a:gd name="connsiteY2" fmla="*/ 29405 h 57114"/>
                <a:gd name="connsiteX3" fmla="*/ 177807 w 177806"/>
                <a:gd name="connsiteY3" fmla="*/ 170 h 57114"/>
                <a:gd name="connsiteX4" fmla="*/ 177807 w 177806"/>
                <a:gd name="connsiteY4" fmla="*/ 0 h 57114"/>
                <a:gd name="connsiteX5" fmla="*/ 157478 w 177806"/>
                <a:gd name="connsiteY5" fmla="*/ 8824 h 57114"/>
                <a:gd name="connsiteX6" fmla="*/ 88804 w 177806"/>
                <a:gd name="connsiteY6" fmla="*/ 17824 h 57114"/>
                <a:gd name="connsiteX7" fmla="*/ 20268 w 177806"/>
                <a:gd name="connsiteY7" fmla="*/ 8862 h 57114"/>
                <a:gd name="connsiteX8" fmla="*/ 92 w 177806"/>
                <a:gd name="connsiteY8" fmla="*/ 149 h 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806" h="57114">
                  <a:moveTo>
                    <a:pt x="0" y="29477"/>
                  </a:moveTo>
                  <a:cubicBezTo>
                    <a:pt x="0" y="44740"/>
                    <a:pt x="39808" y="57150"/>
                    <a:pt x="88897" y="57114"/>
                  </a:cubicBezTo>
                  <a:cubicBezTo>
                    <a:pt x="137950" y="57114"/>
                    <a:pt x="177758" y="44704"/>
                    <a:pt x="177758" y="29405"/>
                  </a:cubicBezTo>
                  <a:cubicBezTo>
                    <a:pt x="177758" y="29352"/>
                    <a:pt x="177782" y="17262"/>
                    <a:pt x="177807" y="170"/>
                  </a:cubicBezTo>
                  <a:lnTo>
                    <a:pt x="177807" y="0"/>
                  </a:lnTo>
                  <a:cubicBezTo>
                    <a:pt x="172530" y="3197"/>
                    <a:pt x="165810" y="6219"/>
                    <a:pt x="157478" y="8824"/>
                  </a:cubicBezTo>
                  <a:cubicBezTo>
                    <a:pt x="138877" y="14627"/>
                    <a:pt x="114543" y="17824"/>
                    <a:pt x="88804" y="17824"/>
                  </a:cubicBezTo>
                  <a:cubicBezTo>
                    <a:pt x="63203" y="17824"/>
                    <a:pt x="38868" y="14627"/>
                    <a:pt x="20268" y="8862"/>
                  </a:cubicBezTo>
                  <a:cubicBezTo>
                    <a:pt x="11936" y="6260"/>
                    <a:pt x="5369" y="3318"/>
                    <a:pt x="92" y="149"/>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5" name="Freeform: Shape 2084">
              <a:extLst>
                <a:ext uri="{FF2B5EF4-FFF2-40B4-BE49-F238E27FC236}">
                  <a16:creationId xmlns:a16="http://schemas.microsoft.com/office/drawing/2014/main" id="{79840EF9-FF10-9AEE-A5B4-C441A665DC02}"/>
                </a:ext>
              </a:extLst>
            </p:cNvPr>
            <p:cNvSpPr/>
            <p:nvPr/>
          </p:nvSpPr>
          <p:spPr>
            <a:xfrm>
              <a:off x="3193867" y="5984947"/>
              <a:ext cx="177618" cy="51752"/>
            </a:xfrm>
            <a:custGeom>
              <a:avLst/>
              <a:gdLst>
                <a:gd name="connsiteX0" fmla="*/ 0 w 177618"/>
                <a:gd name="connsiteY0" fmla="*/ 26187 h 51752"/>
                <a:gd name="connsiteX1" fmla="*/ 88801 w 177618"/>
                <a:gd name="connsiteY1" fmla="*/ 51752 h 51752"/>
                <a:gd name="connsiteX2" fmla="*/ 88869 w 177618"/>
                <a:gd name="connsiteY2" fmla="*/ 51752 h 51752"/>
                <a:gd name="connsiteX3" fmla="*/ 177585 w 177618"/>
                <a:gd name="connsiteY3" fmla="*/ 26673 h 51752"/>
                <a:gd name="connsiteX4" fmla="*/ 177618 w 177618"/>
                <a:gd name="connsiteY4" fmla="*/ 0 h 51752"/>
                <a:gd name="connsiteX5" fmla="*/ 88789 w 177618"/>
                <a:gd name="connsiteY5" fmla="*/ 17869 h 51752"/>
                <a:gd name="connsiteX6" fmla="*/ 20253 w 177618"/>
                <a:gd name="connsiteY6" fmla="*/ 8902 h 51752"/>
                <a:gd name="connsiteX7" fmla="*/ 66 w 177618"/>
                <a:gd name="connsiteY7" fmla="*/ 178 h 5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618" h="51752">
                  <a:moveTo>
                    <a:pt x="0" y="26187"/>
                  </a:moveTo>
                  <a:cubicBezTo>
                    <a:pt x="3411" y="40495"/>
                    <a:pt x="41997" y="51752"/>
                    <a:pt x="88801" y="51752"/>
                  </a:cubicBezTo>
                  <a:lnTo>
                    <a:pt x="88869" y="51752"/>
                  </a:lnTo>
                  <a:cubicBezTo>
                    <a:pt x="135171" y="51752"/>
                    <a:pt x="173457" y="40738"/>
                    <a:pt x="177585" y="26673"/>
                  </a:cubicBezTo>
                  <a:cubicBezTo>
                    <a:pt x="177598" y="14069"/>
                    <a:pt x="177606" y="4212"/>
                    <a:pt x="177618" y="0"/>
                  </a:cubicBezTo>
                  <a:cubicBezTo>
                    <a:pt x="156307" y="12798"/>
                    <a:pt x="120861" y="17869"/>
                    <a:pt x="88789" y="17869"/>
                  </a:cubicBezTo>
                  <a:cubicBezTo>
                    <a:pt x="63152" y="17869"/>
                    <a:pt x="38818" y="14668"/>
                    <a:pt x="20253" y="8902"/>
                  </a:cubicBezTo>
                  <a:cubicBezTo>
                    <a:pt x="11950" y="6300"/>
                    <a:pt x="5379" y="3343"/>
                    <a:pt x="66" y="178"/>
                  </a:cubicBezTo>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6" name="Freeform: Shape 2085">
              <a:extLst>
                <a:ext uri="{FF2B5EF4-FFF2-40B4-BE49-F238E27FC236}">
                  <a16:creationId xmlns:a16="http://schemas.microsoft.com/office/drawing/2014/main" id="{BC77A347-2D46-D5EE-6E97-04D5EA716887}"/>
                </a:ext>
              </a:extLst>
            </p:cNvPr>
            <p:cNvSpPr/>
            <p:nvPr/>
          </p:nvSpPr>
          <p:spPr>
            <a:xfrm>
              <a:off x="2908821" y="6207989"/>
              <a:ext cx="81444" cy="193446"/>
            </a:xfrm>
            <a:custGeom>
              <a:avLst/>
              <a:gdLst>
                <a:gd name="connsiteX0" fmla="*/ 8472 w 81444"/>
                <a:gd name="connsiteY0" fmla="*/ 193446 h 193446"/>
                <a:gd name="connsiteX1" fmla="*/ 72967 w 81444"/>
                <a:gd name="connsiteY1" fmla="*/ 193446 h 193446"/>
                <a:gd name="connsiteX2" fmla="*/ 81444 w 81444"/>
                <a:gd name="connsiteY2" fmla="*/ 184973 h 193446"/>
                <a:gd name="connsiteX3" fmla="*/ 81444 w 81444"/>
                <a:gd name="connsiteY3" fmla="*/ 9561 h 193446"/>
                <a:gd name="connsiteX4" fmla="*/ 71878 w 81444"/>
                <a:gd name="connsiteY4" fmla="*/ 0 h 193446"/>
                <a:gd name="connsiteX5" fmla="*/ 9565 w 81444"/>
                <a:gd name="connsiteY5" fmla="*/ 0 h 193446"/>
                <a:gd name="connsiteX6" fmla="*/ 0 w 81444"/>
                <a:gd name="connsiteY6" fmla="*/ 9561 h 193446"/>
                <a:gd name="connsiteX7" fmla="*/ 0 w 81444"/>
                <a:gd name="connsiteY7" fmla="*/ 184973 h 193446"/>
                <a:gd name="connsiteX8" fmla="*/ 8472 w 81444"/>
                <a:gd name="connsiteY8" fmla="*/ 193446 h 19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444" h="193446">
                  <a:moveTo>
                    <a:pt x="8472" y="193446"/>
                  </a:moveTo>
                  <a:lnTo>
                    <a:pt x="72967" y="193446"/>
                  </a:lnTo>
                  <a:cubicBezTo>
                    <a:pt x="77645" y="193446"/>
                    <a:pt x="81444" y="189651"/>
                    <a:pt x="81444" y="184973"/>
                  </a:cubicBezTo>
                  <a:lnTo>
                    <a:pt x="81444" y="9561"/>
                  </a:lnTo>
                  <a:cubicBezTo>
                    <a:pt x="81444" y="4288"/>
                    <a:pt x="77151" y="0"/>
                    <a:pt x="71878" y="0"/>
                  </a:cubicBezTo>
                  <a:lnTo>
                    <a:pt x="9565" y="0"/>
                  </a:lnTo>
                  <a:cubicBezTo>
                    <a:pt x="4288" y="0"/>
                    <a:pt x="0" y="4288"/>
                    <a:pt x="0" y="9561"/>
                  </a:cubicBezTo>
                  <a:lnTo>
                    <a:pt x="0" y="184973"/>
                  </a:lnTo>
                  <a:cubicBezTo>
                    <a:pt x="0" y="189651"/>
                    <a:pt x="3800" y="193446"/>
                    <a:pt x="8472" y="193446"/>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7" name="Freeform: Shape 2086">
              <a:extLst>
                <a:ext uri="{FF2B5EF4-FFF2-40B4-BE49-F238E27FC236}">
                  <a16:creationId xmlns:a16="http://schemas.microsoft.com/office/drawing/2014/main" id="{A6CB6208-373B-B6DC-1BA5-2BA20585786A}"/>
                </a:ext>
              </a:extLst>
            </p:cNvPr>
            <p:cNvSpPr/>
            <p:nvPr/>
          </p:nvSpPr>
          <p:spPr>
            <a:xfrm>
              <a:off x="3028002" y="6256805"/>
              <a:ext cx="81403" cy="144630"/>
            </a:xfrm>
            <a:custGeom>
              <a:avLst/>
              <a:gdLst>
                <a:gd name="connsiteX0" fmla="*/ 8436 w 81403"/>
                <a:gd name="connsiteY0" fmla="*/ 144630 h 144630"/>
                <a:gd name="connsiteX1" fmla="*/ 72931 w 81403"/>
                <a:gd name="connsiteY1" fmla="*/ 144630 h 144630"/>
                <a:gd name="connsiteX2" fmla="*/ 81404 w 81403"/>
                <a:gd name="connsiteY2" fmla="*/ 136157 h 144630"/>
                <a:gd name="connsiteX3" fmla="*/ 81404 w 81403"/>
                <a:gd name="connsiteY3" fmla="*/ 9565 h 144630"/>
                <a:gd name="connsiteX4" fmla="*/ 71838 w 81403"/>
                <a:gd name="connsiteY4" fmla="*/ 0 h 144630"/>
                <a:gd name="connsiteX5" fmla="*/ 9529 w 81403"/>
                <a:gd name="connsiteY5" fmla="*/ 0 h 144630"/>
                <a:gd name="connsiteX6" fmla="*/ 0 w 81403"/>
                <a:gd name="connsiteY6" fmla="*/ 9565 h 144630"/>
                <a:gd name="connsiteX7" fmla="*/ 0 w 81403"/>
                <a:gd name="connsiteY7" fmla="*/ 136157 h 144630"/>
                <a:gd name="connsiteX8" fmla="*/ 8437 w 81403"/>
                <a:gd name="connsiteY8" fmla="*/ 144630 h 144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403" h="144630">
                  <a:moveTo>
                    <a:pt x="8436" y="144630"/>
                  </a:moveTo>
                  <a:lnTo>
                    <a:pt x="72931" y="144630"/>
                  </a:lnTo>
                  <a:cubicBezTo>
                    <a:pt x="77608" y="144630"/>
                    <a:pt x="81404" y="140835"/>
                    <a:pt x="81404" y="136157"/>
                  </a:cubicBezTo>
                  <a:lnTo>
                    <a:pt x="81404" y="9565"/>
                  </a:lnTo>
                  <a:cubicBezTo>
                    <a:pt x="81404" y="4293"/>
                    <a:pt x="77114" y="0"/>
                    <a:pt x="71838" y="0"/>
                  </a:cubicBezTo>
                  <a:lnTo>
                    <a:pt x="9529" y="0"/>
                  </a:lnTo>
                  <a:cubicBezTo>
                    <a:pt x="4257" y="0"/>
                    <a:pt x="0" y="4293"/>
                    <a:pt x="0" y="9565"/>
                  </a:cubicBezTo>
                  <a:lnTo>
                    <a:pt x="0" y="136157"/>
                  </a:lnTo>
                  <a:cubicBezTo>
                    <a:pt x="0" y="140835"/>
                    <a:pt x="3763" y="144630"/>
                    <a:pt x="8437" y="144630"/>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8" name="Freeform: Shape 2087">
              <a:extLst>
                <a:ext uri="{FF2B5EF4-FFF2-40B4-BE49-F238E27FC236}">
                  <a16:creationId xmlns:a16="http://schemas.microsoft.com/office/drawing/2014/main" id="{CFEA19E9-0083-C031-7623-85403259F70B}"/>
                </a:ext>
              </a:extLst>
            </p:cNvPr>
            <p:cNvSpPr/>
            <p:nvPr/>
          </p:nvSpPr>
          <p:spPr>
            <a:xfrm>
              <a:off x="3147142" y="6307614"/>
              <a:ext cx="81407" cy="93821"/>
            </a:xfrm>
            <a:custGeom>
              <a:avLst/>
              <a:gdLst>
                <a:gd name="connsiteX0" fmla="*/ 8440 w 81407"/>
                <a:gd name="connsiteY0" fmla="*/ 93822 h 93821"/>
                <a:gd name="connsiteX1" fmla="*/ 72935 w 81407"/>
                <a:gd name="connsiteY1" fmla="*/ 93822 h 93821"/>
                <a:gd name="connsiteX2" fmla="*/ 81408 w 81407"/>
                <a:gd name="connsiteY2" fmla="*/ 85348 h 93821"/>
                <a:gd name="connsiteX3" fmla="*/ 81408 w 81407"/>
                <a:gd name="connsiteY3" fmla="*/ 9529 h 93821"/>
                <a:gd name="connsiteX4" fmla="*/ 71842 w 81407"/>
                <a:gd name="connsiteY4" fmla="*/ 0 h 93821"/>
                <a:gd name="connsiteX5" fmla="*/ 9529 w 81407"/>
                <a:gd name="connsiteY5" fmla="*/ 0 h 93821"/>
                <a:gd name="connsiteX6" fmla="*/ 0 w 81407"/>
                <a:gd name="connsiteY6" fmla="*/ 9529 h 93821"/>
                <a:gd name="connsiteX7" fmla="*/ 0 w 81407"/>
                <a:gd name="connsiteY7" fmla="*/ 85348 h 93821"/>
                <a:gd name="connsiteX8" fmla="*/ 8441 w 81407"/>
                <a:gd name="connsiteY8" fmla="*/ 93822 h 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407" h="93821">
                  <a:moveTo>
                    <a:pt x="8440" y="93822"/>
                  </a:moveTo>
                  <a:lnTo>
                    <a:pt x="72935" y="93822"/>
                  </a:lnTo>
                  <a:cubicBezTo>
                    <a:pt x="77613" y="93822"/>
                    <a:pt x="81408" y="90026"/>
                    <a:pt x="81408" y="85348"/>
                  </a:cubicBezTo>
                  <a:lnTo>
                    <a:pt x="81408" y="9529"/>
                  </a:lnTo>
                  <a:cubicBezTo>
                    <a:pt x="81408" y="4257"/>
                    <a:pt x="77119" y="0"/>
                    <a:pt x="71842" y="0"/>
                  </a:cubicBezTo>
                  <a:lnTo>
                    <a:pt x="9529" y="0"/>
                  </a:lnTo>
                  <a:cubicBezTo>
                    <a:pt x="4257" y="0"/>
                    <a:pt x="0" y="4257"/>
                    <a:pt x="0" y="9529"/>
                  </a:cubicBezTo>
                  <a:lnTo>
                    <a:pt x="0" y="85348"/>
                  </a:lnTo>
                  <a:cubicBezTo>
                    <a:pt x="0" y="90026"/>
                    <a:pt x="3763" y="93822"/>
                    <a:pt x="8441" y="93822"/>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9" name="Freeform: Shape 2088">
              <a:extLst>
                <a:ext uri="{FF2B5EF4-FFF2-40B4-BE49-F238E27FC236}">
                  <a16:creationId xmlns:a16="http://schemas.microsoft.com/office/drawing/2014/main" id="{A024D080-CF93-3E7E-69FF-04D42F7A817C}"/>
                </a:ext>
              </a:extLst>
            </p:cNvPr>
            <p:cNvSpPr/>
            <p:nvPr/>
          </p:nvSpPr>
          <p:spPr>
            <a:xfrm>
              <a:off x="2908845" y="6456150"/>
              <a:ext cx="759363" cy="49587"/>
            </a:xfrm>
            <a:custGeom>
              <a:avLst/>
              <a:gdLst>
                <a:gd name="connsiteX0" fmla="*/ 738779 w 759363"/>
                <a:gd name="connsiteY0" fmla="*/ 30246 h 49587"/>
                <a:gd name="connsiteX1" fmla="*/ 702836 w 759363"/>
                <a:gd name="connsiteY1" fmla="*/ 12483 h 49587"/>
                <a:gd name="connsiteX2" fmla="*/ 699964 w 759363"/>
                <a:gd name="connsiteY2" fmla="*/ 8724 h 49587"/>
                <a:gd name="connsiteX3" fmla="*/ 682314 w 759363"/>
                <a:gd name="connsiteY3" fmla="*/ 0 h 49587"/>
                <a:gd name="connsiteX4" fmla="*/ 664655 w 759363"/>
                <a:gd name="connsiteY4" fmla="*/ 8728 h 49587"/>
                <a:gd name="connsiteX5" fmla="*/ 661790 w 759363"/>
                <a:gd name="connsiteY5" fmla="*/ 12483 h 49587"/>
                <a:gd name="connsiteX6" fmla="*/ 625839 w 759363"/>
                <a:gd name="connsiteY6" fmla="*/ 30250 h 49587"/>
                <a:gd name="connsiteX7" fmla="*/ 588402 w 759363"/>
                <a:gd name="connsiteY7" fmla="*/ 30250 h 49587"/>
                <a:gd name="connsiteX8" fmla="*/ 552454 w 759363"/>
                <a:gd name="connsiteY8" fmla="*/ 12483 h 49587"/>
                <a:gd name="connsiteX9" fmla="*/ 549586 w 759363"/>
                <a:gd name="connsiteY9" fmla="*/ 8728 h 49587"/>
                <a:gd name="connsiteX10" fmla="*/ 531936 w 759363"/>
                <a:gd name="connsiteY10" fmla="*/ 4 h 49587"/>
                <a:gd name="connsiteX11" fmla="*/ 531932 w 759363"/>
                <a:gd name="connsiteY11" fmla="*/ 4 h 49587"/>
                <a:gd name="connsiteX12" fmla="*/ 514278 w 759363"/>
                <a:gd name="connsiteY12" fmla="*/ 8732 h 49587"/>
                <a:gd name="connsiteX13" fmla="*/ 511413 w 759363"/>
                <a:gd name="connsiteY13" fmla="*/ 12487 h 49587"/>
                <a:gd name="connsiteX14" fmla="*/ 475465 w 759363"/>
                <a:gd name="connsiteY14" fmla="*/ 30254 h 49587"/>
                <a:gd name="connsiteX15" fmla="*/ 438017 w 759363"/>
                <a:gd name="connsiteY15" fmla="*/ 30246 h 49587"/>
                <a:gd name="connsiteX16" fmla="*/ 402074 w 759363"/>
                <a:gd name="connsiteY16" fmla="*/ 12479 h 49587"/>
                <a:gd name="connsiteX17" fmla="*/ 399202 w 759363"/>
                <a:gd name="connsiteY17" fmla="*/ 8724 h 49587"/>
                <a:gd name="connsiteX18" fmla="*/ 381552 w 759363"/>
                <a:gd name="connsiteY18" fmla="*/ 0 h 49587"/>
                <a:gd name="connsiteX19" fmla="*/ 363898 w 759363"/>
                <a:gd name="connsiteY19" fmla="*/ 8728 h 49587"/>
                <a:gd name="connsiteX20" fmla="*/ 361028 w 759363"/>
                <a:gd name="connsiteY20" fmla="*/ 12483 h 49587"/>
                <a:gd name="connsiteX21" fmla="*/ 325081 w 759363"/>
                <a:gd name="connsiteY21" fmla="*/ 30250 h 49587"/>
                <a:gd name="connsiteX22" fmla="*/ 287640 w 759363"/>
                <a:gd name="connsiteY22" fmla="*/ 30250 h 49587"/>
                <a:gd name="connsiteX23" fmla="*/ 251692 w 759363"/>
                <a:gd name="connsiteY23" fmla="*/ 12487 h 49587"/>
                <a:gd name="connsiteX24" fmla="*/ 248820 w 759363"/>
                <a:gd name="connsiteY24" fmla="*/ 8728 h 49587"/>
                <a:gd name="connsiteX25" fmla="*/ 231170 w 759363"/>
                <a:gd name="connsiteY25" fmla="*/ 4 h 49587"/>
                <a:gd name="connsiteX26" fmla="*/ 213516 w 759363"/>
                <a:gd name="connsiteY26" fmla="*/ 8728 h 49587"/>
                <a:gd name="connsiteX27" fmla="*/ 210643 w 759363"/>
                <a:gd name="connsiteY27" fmla="*/ 12483 h 49587"/>
                <a:gd name="connsiteX28" fmla="*/ 174695 w 759363"/>
                <a:gd name="connsiteY28" fmla="*/ 30250 h 49587"/>
                <a:gd name="connsiteX29" fmla="*/ 133520 w 759363"/>
                <a:gd name="connsiteY29" fmla="*/ 30250 h 49587"/>
                <a:gd name="connsiteX30" fmla="*/ 97573 w 759363"/>
                <a:gd name="connsiteY30" fmla="*/ 12483 h 49587"/>
                <a:gd name="connsiteX31" fmla="*/ 94700 w 759363"/>
                <a:gd name="connsiteY31" fmla="*/ 8728 h 49587"/>
                <a:gd name="connsiteX32" fmla="*/ 77050 w 759363"/>
                <a:gd name="connsiteY32" fmla="*/ 4 h 49587"/>
                <a:gd name="connsiteX33" fmla="*/ 59396 w 759363"/>
                <a:gd name="connsiteY33" fmla="*/ 8732 h 49587"/>
                <a:gd name="connsiteX34" fmla="*/ 56531 w 759363"/>
                <a:gd name="connsiteY34" fmla="*/ 12487 h 49587"/>
                <a:gd name="connsiteX35" fmla="*/ 20579 w 759363"/>
                <a:gd name="connsiteY35" fmla="*/ 30254 h 49587"/>
                <a:gd name="connsiteX36" fmla="*/ 0 w 759363"/>
                <a:gd name="connsiteY36" fmla="*/ 30246 h 49587"/>
                <a:gd name="connsiteX37" fmla="*/ 0 w 759363"/>
                <a:gd name="connsiteY37" fmla="*/ 49588 h 49587"/>
                <a:gd name="connsiteX38" fmla="*/ 20588 w 759363"/>
                <a:gd name="connsiteY38" fmla="*/ 49588 h 49587"/>
                <a:gd name="connsiteX39" fmla="*/ 71903 w 759363"/>
                <a:gd name="connsiteY39" fmla="*/ 24221 h 49587"/>
                <a:gd name="connsiteX40" fmla="*/ 74768 w 759363"/>
                <a:gd name="connsiteY40" fmla="*/ 20466 h 49587"/>
                <a:gd name="connsiteX41" fmla="*/ 77054 w 759363"/>
                <a:gd name="connsiteY41" fmla="*/ 19337 h 49587"/>
                <a:gd name="connsiteX42" fmla="*/ 79336 w 759363"/>
                <a:gd name="connsiteY42" fmla="*/ 20466 h 49587"/>
                <a:gd name="connsiteX43" fmla="*/ 82209 w 759363"/>
                <a:gd name="connsiteY43" fmla="*/ 24221 h 49587"/>
                <a:gd name="connsiteX44" fmla="*/ 133524 w 759363"/>
                <a:gd name="connsiteY44" fmla="*/ 49588 h 49587"/>
                <a:gd name="connsiteX45" fmla="*/ 174699 w 759363"/>
                <a:gd name="connsiteY45" fmla="*/ 49588 h 49587"/>
                <a:gd name="connsiteX46" fmla="*/ 226015 w 759363"/>
                <a:gd name="connsiteY46" fmla="*/ 24221 h 49587"/>
                <a:gd name="connsiteX47" fmla="*/ 228884 w 759363"/>
                <a:gd name="connsiteY47" fmla="*/ 20466 h 49587"/>
                <a:gd name="connsiteX48" fmla="*/ 231170 w 759363"/>
                <a:gd name="connsiteY48" fmla="*/ 19337 h 49587"/>
                <a:gd name="connsiteX49" fmla="*/ 233456 w 759363"/>
                <a:gd name="connsiteY49" fmla="*/ 20462 h 49587"/>
                <a:gd name="connsiteX50" fmla="*/ 236329 w 759363"/>
                <a:gd name="connsiteY50" fmla="*/ 24221 h 49587"/>
                <a:gd name="connsiteX51" fmla="*/ 287644 w 759363"/>
                <a:gd name="connsiteY51" fmla="*/ 49588 h 49587"/>
                <a:gd name="connsiteX52" fmla="*/ 325085 w 759363"/>
                <a:gd name="connsiteY52" fmla="*/ 49588 h 49587"/>
                <a:gd name="connsiteX53" fmla="*/ 376400 w 759363"/>
                <a:gd name="connsiteY53" fmla="*/ 24221 h 49587"/>
                <a:gd name="connsiteX54" fmla="*/ 379265 w 759363"/>
                <a:gd name="connsiteY54" fmla="*/ 20466 h 49587"/>
                <a:gd name="connsiteX55" fmla="*/ 381552 w 759363"/>
                <a:gd name="connsiteY55" fmla="*/ 19337 h 49587"/>
                <a:gd name="connsiteX56" fmla="*/ 383838 w 759363"/>
                <a:gd name="connsiteY56" fmla="*/ 20466 h 49587"/>
                <a:gd name="connsiteX57" fmla="*/ 386710 w 759363"/>
                <a:gd name="connsiteY57" fmla="*/ 24221 h 49587"/>
                <a:gd name="connsiteX58" fmla="*/ 438021 w 759363"/>
                <a:gd name="connsiteY58" fmla="*/ 49588 h 49587"/>
                <a:gd name="connsiteX59" fmla="*/ 475462 w 759363"/>
                <a:gd name="connsiteY59" fmla="*/ 49588 h 49587"/>
                <a:gd name="connsiteX60" fmla="*/ 526778 w 759363"/>
                <a:gd name="connsiteY60" fmla="*/ 24221 h 49587"/>
                <a:gd name="connsiteX61" fmla="*/ 529643 w 759363"/>
                <a:gd name="connsiteY61" fmla="*/ 20466 h 49587"/>
                <a:gd name="connsiteX62" fmla="*/ 531929 w 759363"/>
                <a:gd name="connsiteY62" fmla="*/ 19337 h 49587"/>
                <a:gd name="connsiteX63" fmla="*/ 531933 w 759363"/>
                <a:gd name="connsiteY63" fmla="*/ 19337 h 49587"/>
                <a:gd name="connsiteX64" fmla="*/ 534215 w 759363"/>
                <a:gd name="connsiteY64" fmla="*/ 20466 h 49587"/>
                <a:gd name="connsiteX65" fmla="*/ 537088 w 759363"/>
                <a:gd name="connsiteY65" fmla="*/ 24221 h 49587"/>
                <a:gd name="connsiteX66" fmla="*/ 588403 w 759363"/>
                <a:gd name="connsiteY66" fmla="*/ 49588 h 49587"/>
                <a:gd name="connsiteX67" fmla="*/ 625840 w 759363"/>
                <a:gd name="connsiteY67" fmla="*/ 49588 h 49587"/>
                <a:gd name="connsiteX68" fmla="*/ 677155 w 759363"/>
                <a:gd name="connsiteY68" fmla="*/ 24221 h 49587"/>
                <a:gd name="connsiteX69" fmla="*/ 680020 w 759363"/>
                <a:gd name="connsiteY69" fmla="*/ 20466 h 49587"/>
                <a:gd name="connsiteX70" fmla="*/ 682306 w 759363"/>
                <a:gd name="connsiteY70" fmla="*/ 19337 h 49587"/>
                <a:gd name="connsiteX71" fmla="*/ 684593 w 759363"/>
                <a:gd name="connsiteY71" fmla="*/ 20462 h 49587"/>
                <a:gd name="connsiteX72" fmla="*/ 687465 w 759363"/>
                <a:gd name="connsiteY72" fmla="*/ 24221 h 49587"/>
                <a:gd name="connsiteX73" fmla="*/ 738776 w 759363"/>
                <a:gd name="connsiteY73" fmla="*/ 49588 h 49587"/>
                <a:gd name="connsiteX74" fmla="*/ 759364 w 759363"/>
                <a:gd name="connsiteY74" fmla="*/ 49588 h 49587"/>
                <a:gd name="connsiteX75" fmla="*/ 759364 w 759363"/>
                <a:gd name="connsiteY75" fmla="*/ 30246 h 49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759363" h="49587">
                  <a:moveTo>
                    <a:pt x="738779" y="30246"/>
                  </a:moveTo>
                  <a:cubicBezTo>
                    <a:pt x="724774" y="30246"/>
                    <a:pt x="711341" y="23606"/>
                    <a:pt x="702836" y="12483"/>
                  </a:cubicBezTo>
                  <a:lnTo>
                    <a:pt x="699964" y="8724"/>
                  </a:lnTo>
                  <a:cubicBezTo>
                    <a:pt x="695727" y="3180"/>
                    <a:pt x="689293" y="0"/>
                    <a:pt x="682314" y="0"/>
                  </a:cubicBezTo>
                  <a:cubicBezTo>
                    <a:pt x="675333" y="0"/>
                    <a:pt x="668900" y="3180"/>
                    <a:pt x="664655" y="8728"/>
                  </a:cubicBezTo>
                  <a:lnTo>
                    <a:pt x="661790" y="12483"/>
                  </a:lnTo>
                  <a:cubicBezTo>
                    <a:pt x="653285" y="23610"/>
                    <a:pt x="639843" y="30250"/>
                    <a:pt x="625839" y="30250"/>
                  </a:cubicBezTo>
                  <a:lnTo>
                    <a:pt x="588402" y="30250"/>
                  </a:lnTo>
                  <a:cubicBezTo>
                    <a:pt x="574397" y="30250"/>
                    <a:pt x="560960" y="23610"/>
                    <a:pt x="552454" y="12483"/>
                  </a:cubicBezTo>
                  <a:lnTo>
                    <a:pt x="549586" y="8728"/>
                  </a:lnTo>
                  <a:cubicBezTo>
                    <a:pt x="545350" y="3184"/>
                    <a:pt x="538915" y="4"/>
                    <a:pt x="531936" y="4"/>
                  </a:cubicBezTo>
                  <a:lnTo>
                    <a:pt x="531932" y="4"/>
                  </a:lnTo>
                  <a:cubicBezTo>
                    <a:pt x="524952" y="4"/>
                    <a:pt x="518519" y="3184"/>
                    <a:pt x="514278" y="8732"/>
                  </a:cubicBezTo>
                  <a:lnTo>
                    <a:pt x="511413" y="12487"/>
                  </a:lnTo>
                  <a:cubicBezTo>
                    <a:pt x="502907" y="23614"/>
                    <a:pt x="489469" y="30254"/>
                    <a:pt x="475465" y="30254"/>
                  </a:cubicBezTo>
                  <a:lnTo>
                    <a:pt x="438017" y="30246"/>
                  </a:lnTo>
                  <a:cubicBezTo>
                    <a:pt x="424012" y="30246"/>
                    <a:pt x="410575" y="23606"/>
                    <a:pt x="402074" y="12479"/>
                  </a:cubicBezTo>
                  <a:lnTo>
                    <a:pt x="399202" y="8724"/>
                  </a:lnTo>
                  <a:cubicBezTo>
                    <a:pt x="394965" y="3180"/>
                    <a:pt x="388531" y="0"/>
                    <a:pt x="381552" y="0"/>
                  </a:cubicBezTo>
                  <a:cubicBezTo>
                    <a:pt x="374572" y="0"/>
                    <a:pt x="368138" y="3180"/>
                    <a:pt x="363898" y="8728"/>
                  </a:cubicBezTo>
                  <a:lnTo>
                    <a:pt x="361028" y="12483"/>
                  </a:lnTo>
                  <a:cubicBezTo>
                    <a:pt x="352523" y="23610"/>
                    <a:pt x="339085" y="30250"/>
                    <a:pt x="325081" y="30250"/>
                  </a:cubicBezTo>
                  <a:lnTo>
                    <a:pt x="287640" y="30250"/>
                  </a:lnTo>
                  <a:cubicBezTo>
                    <a:pt x="273635" y="30250"/>
                    <a:pt x="260198" y="23610"/>
                    <a:pt x="251692" y="12487"/>
                  </a:cubicBezTo>
                  <a:lnTo>
                    <a:pt x="248820" y="8728"/>
                  </a:lnTo>
                  <a:cubicBezTo>
                    <a:pt x="244583" y="3184"/>
                    <a:pt x="238150" y="4"/>
                    <a:pt x="231170" y="4"/>
                  </a:cubicBezTo>
                  <a:cubicBezTo>
                    <a:pt x="224190" y="4"/>
                    <a:pt x="217757" y="3184"/>
                    <a:pt x="213516" y="8728"/>
                  </a:cubicBezTo>
                  <a:lnTo>
                    <a:pt x="210643" y="12483"/>
                  </a:lnTo>
                  <a:cubicBezTo>
                    <a:pt x="202137" y="23610"/>
                    <a:pt x="188703" y="30250"/>
                    <a:pt x="174695" y="30250"/>
                  </a:cubicBezTo>
                  <a:lnTo>
                    <a:pt x="133520" y="30250"/>
                  </a:lnTo>
                  <a:cubicBezTo>
                    <a:pt x="119515" y="30250"/>
                    <a:pt x="106078" y="23610"/>
                    <a:pt x="97573" y="12483"/>
                  </a:cubicBezTo>
                  <a:lnTo>
                    <a:pt x="94700" y="8728"/>
                  </a:lnTo>
                  <a:cubicBezTo>
                    <a:pt x="90463" y="3184"/>
                    <a:pt x="84030" y="4"/>
                    <a:pt x="77050" y="4"/>
                  </a:cubicBezTo>
                  <a:cubicBezTo>
                    <a:pt x="70071" y="4"/>
                    <a:pt x="63637" y="3184"/>
                    <a:pt x="59396" y="8732"/>
                  </a:cubicBezTo>
                  <a:lnTo>
                    <a:pt x="56531" y="12487"/>
                  </a:lnTo>
                  <a:cubicBezTo>
                    <a:pt x="48025" y="23614"/>
                    <a:pt x="34587" y="30254"/>
                    <a:pt x="20579" y="30254"/>
                  </a:cubicBezTo>
                  <a:lnTo>
                    <a:pt x="0" y="30246"/>
                  </a:lnTo>
                  <a:lnTo>
                    <a:pt x="0" y="49588"/>
                  </a:lnTo>
                  <a:lnTo>
                    <a:pt x="20588" y="49588"/>
                  </a:lnTo>
                  <a:cubicBezTo>
                    <a:pt x="40577" y="49588"/>
                    <a:pt x="59760" y="40107"/>
                    <a:pt x="71903" y="24221"/>
                  </a:cubicBezTo>
                  <a:lnTo>
                    <a:pt x="74768" y="20466"/>
                  </a:lnTo>
                  <a:cubicBezTo>
                    <a:pt x="75520" y="19483"/>
                    <a:pt x="76524" y="19337"/>
                    <a:pt x="77054" y="19337"/>
                  </a:cubicBezTo>
                  <a:cubicBezTo>
                    <a:pt x="77585" y="19337"/>
                    <a:pt x="78587" y="19483"/>
                    <a:pt x="79336" y="20466"/>
                  </a:cubicBezTo>
                  <a:lnTo>
                    <a:pt x="82209" y="24221"/>
                  </a:lnTo>
                  <a:cubicBezTo>
                    <a:pt x="94348" y="40107"/>
                    <a:pt x="113531" y="49588"/>
                    <a:pt x="133524" y="49588"/>
                  </a:cubicBezTo>
                  <a:lnTo>
                    <a:pt x="174699" y="49588"/>
                  </a:lnTo>
                  <a:cubicBezTo>
                    <a:pt x="194692" y="49588"/>
                    <a:pt x="213871" y="40107"/>
                    <a:pt x="226015" y="24221"/>
                  </a:cubicBezTo>
                  <a:lnTo>
                    <a:pt x="228884" y="20466"/>
                  </a:lnTo>
                  <a:cubicBezTo>
                    <a:pt x="229636" y="19483"/>
                    <a:pt x="230640" y="19337"/>
                    <a:pt x="231170" y="19337"/>
                  </a:cubicBezTo>
                  <a:cubicBezTo>
                    <a:pt x="231700" y="19337"/>
                    <a:pt x="232703" y="19483"/>
                    <a:pt x="233456" y="20462"/>
                  </a:cubicBezTo>
                  <a:lnTo>
                    <a:pt x="236329" y="24221"/>
                  </a:lnTo>
                  <a:cubicBezTo>
                    <a:pt x="248468" y="40107"/>
                    <a:pt x="267651" y="49588"/>
                    <a:pt x="287644" y="49588"/>
                  </a:cubicBezTo>
                  <a:lnTo>
                    <a:pt x="325085" y="49588"/>
                  </a:lnTo>
                  <a:cubicBezTo>
                    <a:pt x="345074" y="49588"/>
                    <a:pt x="364257" y="40107"/>
                    <a:pt x="376400" y="24221"/>
                  </a:cubicBezTo>
                  <a:lnTo>
                    <a:pt x="379265" y="20466"/>
                  </a:lnTo>
                  <a:cubicBezTo>
                    <a:pt x="380017" y="19483"/>
                    <a:pt x="381021" y="19337"/>
                    <a:pt x="381552" y="19337"/>
                  </a:cubicBezTo>
                  <a:cubicBezTo>
                    <a:pt x="382082" y="19337"/>
                    <a:pt x="383085" y="19483"/>
                    <a:pt x="383838" y="20466"/>
                  </a:cubicBezTo>
                  <a:lnTo>
                    <a:pt x="386710" y="24221"/>
                  </a:lnTo>
                  <a:cubicBezTo>
                    <a:pt x="398849" y="40107"/>
                    <a:pt x="418028" y="49588"/>
                    <a:pt x="438021" y="49588"/>
                  </a:cubicBezTo>
                  <a:lnTo>
                    <a:pt x="475462" y="49588"/>
                  </a:lnTo>
                  <a:cubicBezTo>
                    <a:pt x="495451" y="49588"/>
                    <a:pt x="514634" y="40107"/>
                    <a:pt x="526778" y="24221"/>
                  </a:cubicBezTo>
                  <a:lnTo>
                    <a:pt x="529643" y="20466"/>
                  </a:lnTo>
                  <a:cubicBezTo>
                    <a:pt x="530395" y="19483"/>
                    <a:pt x="531399" y="19337"/>
                    <a:pt x="531929" y="19337"/>
                  </a:cubicBezTo>
                  <a:lnTo>
                    <a:pt x="531933" y="19337"/>
                  </a:lnTo>
                  <a:cubicBezTo>
                    <a:pt x="532462" y="19337"/>
                    <a:pt x="533466" y="19483"/>
                    <a:pt x="534215" y="20466"/>
                  </a:cubicBezTo>
                  <a:lnTo>
                    <a:pt x="537088" y="24221"/>
                  </a:lnTo>
                  <a:cubicBezTo>
                    <a:pt x="549231" y="40107"/>
                    <a:pt x="568414" y="49588"/>
                    <a:pt x="588403" y="49588"/>
                  </a:cubicBezTo>
                  <a:lnTo>
                    <a:pt x="625840" y="49588"/>
                  </a:lnTo>
                  <a:cubicBezTo>
                    <a:pt x="645833" y="49588"/>
                    <a:pt x="665016" y="40107"/>
                    <a:pt x="677155" y="24221"/>
                  </a:cubicBezTo>
                  <a:lnTo>
                    <a:pt x="680020" y="20466"/>
                  </a:lnTo>
                  <a:cubicBezTo>
                    <a:pt x="680772" y="19483"/>
                    <a:pt x="681776" y="19337"/>
                    <a:pt x="682306" y="19337"/>
                  </a:cubicBezTo>
                  <a:cubicBezTo>
                    <a:pt x="682837" y="19337"/>
                    <a:pt x="683839" y="19483"/>
                    <a:pt x="684593" y="20462"/>
                  </a:cubicBezTo>
                  <a:lnTo>
                    <a:pt x="687465" y="24221"/>
                  </a:lnTo>
                  <a:cubicBezTo>
                    <a:pt x="699604" y="40107"/>
                    <a:pt x="718787" y="49588"/>
                    <a:pt x="738776" y="49588"/>
                  </a:cubicBezTo>
                  <a:lnTo>
                    <a:pt x="759364" y="49588"/>
                  </a:lnTo>
                  <a:lnTo>
                    <a:pt x="759364" y="302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0" name="Freeform: Shape 2089">
              <a:extLst>
                <a:ext uri="{FF2B5EF4-FFF2-40B4-BE49-F238E27FC236}">
                  <a16:creationId xmlns:a16="http://schemas.microsoft.com/office/drawing/2014/main" id="{A4A6C14E-D0C6-BD1C-4863-E7A04B4969B2}"/>
                </a:ext>
              </a:extLst>
            </p:cNvPr>
            <p:cNvSpPr/>
            <p:nvPr/>
          </p:nvSpPr>
          <p:spPr>
            <a:xfrm>
              <a:off x="2908838" y="6539000"/>
              <a:ext cx="759363" cy="49591"/>
            </a:xfrm>
            <a:custGeom>
              <a:avLst/>
              <a:gdLst>
                <a:gd name="connsiteX0" fmla="*/ 702832 w 759363"/>
                <a:gd name="connsiteY0" fmla="*/ 12479 h 49591"/>
                <a:gd name="connsiteX1" fmla="*/ 699964 w 759363"/>
                <a:gd name="connsiteY1" fmla="*/ 8724 h 49591"/>
                <a:gd name="connsiteX2" fmla="*/ 682313 w 759363"/>
                <a:gd name="connsiteY2" fmla="*/ 0 h 49591"/>
                <a:gd name="connsiteX3" fmla="*/ 664663 w 759363"/>
                <a:gd name="connsiteY3" fmla="*/ 8724 h 49591"/>
                <a:gd name="connsiteX4" fmla="*/ 661790 w 759363"/>
                <a:gd name="connsiteY4" fmla="*/ 12479 h 49591"/>
                <a:gd name="connsiteX5" fmla="*/ 625843 w 759363"/>
                <a:gd name="connsiteY5" fmla="*/ 30250 h 49591"/>
                <a:gd name="connsiteX6" fmla="*/ 588406 w 759363"/>
                <a:gd name="connsiteY6" fmla="*/ 30250 h 49591"/>
                <a:gd name="connsiteX7" fmla="*/ 552454 w 759363"/>
                <a:gd name="connsiteY7" fmla="*/ 12475 h 49591"/>
                <a:gd name="connsiteX8" fmla="*/ 549589 w 759363"/>
                <a:gd name="connsiteY8" fmla="*/ 8724 h 49591"/>
                <a:gd name="connsiteX9" fmla="*/ 531940 w 759363"/>
                <a:gd name="connsiteY9" fmla="*/ 0 h 49591"/>
                <a:gd name="connsiteX10" fmla="*/ 531936 w 759363"/>
                <a:gd name="connsiteY10" fmla="*/ 0 h 49591"/>
                <a:gd name="connsiteX11" fmla="*/ 514286 w 759363"/>
                <a:gd name="connsiteY11" fmla="*/ 8724 h 49591"/>
                <a:gd name="connsiteX12" fmla="*/ 511417 w 759363"/>
                <a:gd name="connsiteY12" fmla="*/ 12479 h 49591"/>
                <a:gd name="connsiteX13" fmla="*/ 475470 w 759363"/>
                <a:gd name="connsiteY13" fmla="*/ 30250 h 49591"/>
                <a:gd name="connsiteX14" fmla="*/ 438017 w 759363"/>
                <a:gd name="connsiteY14" fmla="*/ 30250 h 49591"/>
                <a:gd name="connsiteX15" fmla="*/ 402066 w 759363"/>
                <a:gd name="connsiteY15" fmla="*/ 12475 h 49591"/>
                <a:gd name="connsiteX16" fmla="*/ 399201 w 759363"/>
                <a:gd name="connsiteY16" fmla="*/ 8724 h 49591"/>
                <a:gd name="connsiteX17" fmla="*/ 381551 w 759363"/>
                <a:gd name="connsiteY17" fmla="*/ 0 h 49591"/>
                <a:gd name="connsiteX18" fmla="*/ 363901 w 759363"/>
                <a:gd name="connsiteY18" fmla="*/ 8724 h 49591"/>
                <a:gd name="connsiteX19" fmla="*/ 361028 w 759363"/>
                <a:gd name="connsiteY19" fmla="*/ 12479 h 49591"/>
                <a:gd name="connsiteX20" fmla="*/ 325081 w 759363"/>
                <a:gd name="connsiteY20" fmla="*/ 30250 h 49591"/>
                <a:gd name="connsiteX21" fmla="*/ 287640 w 759363"/>
                <a:gd name="connsiteY21" fmla="*/ 30250 h 49591"/>
                <a:gd name="connsiteX22" fmla="*/ 251688 w 759363"/>
                <a:gd name="connsiteY22" fmla="*/ 12479 h 49591"/>
                <a:gd name="connsiteX23" fmla="*/ 248820 w 759363"/>
                <a:gd name="connsiteY23" fmla="*/ 8724 h 49591"/>
                <a:gd name="connsiteX24" fmla="*/ 231170 w 759363"/>
                <a:gd name="connsiteY24" fmla="*/ 0 h 49591"/>
                <a:gd name="connsiteX25" fmla="*/ 213520 w 759363"/>
                <a:gd name="connsiteY25" fmla="*/ 8724 h 49591"/>
                <a:gd name="connsiteX26" fmla="*/ 210647 w 759363"/>
                <a:gd name="connsiteY26" fmla="*/ 12479 h 49591"/>
                <a:gd name="connsiteX27" fmla="*/ 174699 w 759363"/>
                <a:gd name="connsiteY27" fmla="*/ 30250 h 49591"/>
                <a:gd name="connsiteX28" fmla="*/ 133524 w 759363"/>
                <a:gd name="connsiteY28" fmla="*/ 30250 h 49591"/>
                <a:gd name="connsiteX29" fmla="*/ 97577 w 759363"/>
                <a:gd name="connsiteY29" fmla="*/ 12475 h 49591"/>
                <a:gd name="connsiteX30" fmla="*/ 94704 w 759363"/>
                <a:gd name="connsiteY30" fmla="*/ 8724 h 49591"/>
                <a:gd name="connsiteX31" fmla="*/ 77054 w 759363"/>
                <a:gd name="connsiteY31" fmla="*/ 0 h 49591"/>
                <a:gd name="connsiteX32" fmla="*/ 59404 w 759363"/>
                <a:gd name="connsiteY32" fmla="*/ 8724 h 49591"/>
                <a:gd name="connsiteX33" fmla="*/ 56531 w 759363"/>
                <a:gd name="connsiteY33" fmla="*/ 12479 h 49591"/>
                <a:gd name="connsiteX34" fmla="*/ 20584 w 759363"/>
                <a:gd name="connsiteY34" fmla="*/ 30250 h 49591"/>
                <a:gd name="connsiteX35" fmla="*/ 0 w 759363"/>
                <a:gd name="connsiteY35" fmla="*/ 30250 h 49591"/>
                <a:gd name="connsiteX36" fmla="*/ 0 w 759363"/>
                <a:gd name="connsiteY36" fmla="*/ 49592 h 49591"/>
                <a:gd name="connsiteX37" fmla="*/ 20588 w 759363"/>
                <a:gd name="connsiteY37" fmla="*/ 49592 h 49591"/>
                <a:gd name="connsiteX38" fmla="*/ 71903 w 759363"/>
                <a:gd name="connsiteY38" fmla="*/ 24226 h 49591"/>
                <a:gd name="connsiteX39" fmla="*/ 74772 w 759363"/>
                <a:gd name="connsiteY39" fmla="*/ 20471 h 49591"/>
                <a:gd name="connsiteX40" fmla="*/ 77058 w 759363"/>
                <a:gd name="connsiteY40" fmla="*/ 19342 h 49591"/>
                <a:gd name="connsiteX41" fmla="*/ 79349 w 759363"/>
                <a:gd name="connsiteY41" fmla="*/ 20475 h 49591"/>
                <a:gd name="connsiteX42" fmla="*/ 82213 w 759363"/>
                <a:gd name="connsiteY42" fmla="*/ 24226 h 49591"/>
                <a:gd name="connsiteX43" fmla="*/ 133528 w 759363"/>
                <a:gd name="connsiteY43" fmla="*/ 49592 h 49591"/>
                <a:gd name="connsiteX44" fmla="*/ 174703 w 759363"/>
                <a:gd name="connsiteY44" fmla="*/ 49592 h 49591"/>
                <a:gd name="connsiteX45" fmla="*/ 226015 w 759363"/>
                <a:gd name="connsiteY45" fmla="*/ 24226 h 49591"/>
                <a:gd name="connsiteX46" fmla="*/ 228888 w 759363"/>
                <a:gd name="connsiteY46" fmla="*/ 20471 h 49591"/>
                <a:gd name="connsiteX47" fmla="*/ 231174 w 759363"/>
                <a:gd name="connsiteY47" fmla="*/ 19342 h 49591"/>
                <a:gd name="connsiteX48" fmla="*/ 233460 w 759363"/>
                <a:gd name="connsiteY48" fmla="*/ 20471 h 49591"/>
                <a:gd name="connsiteX49" fmla="*/ 236329 w 759363"/>
                <a:gd name="connsiteY49" fmla="*/ 24226 h 49591"/>
                <a:gd name="connsiteX50" fmla="*/ 287644 w 759363"/>
                <a:gd name="connsiteY50" fmla="*/ 49592 h 49591"/>
                <a:gd name="connsiteX51" fmla="*/ 325085 w 759363"/>
                <a:gd name="connsiteY51" fmla="*/ 49592 h 49591"/>
                <a:gd name="connsiteX52" fmla="*/ 376400 w 759363"/>
                <a:gd name="connsiteY52" fmla="*/ 24226 h 49591"/>
                <a:gd name="connsiteX53" fmla="*/ 379270 w 759363"/>
                <a:gd name="connsiteY53" fmla="*/ 20471 h 49591"/>
                <a:gd name="connsiteX54" fmla="*/ 381556 w 759363"/>
                <a:gd name="connsiteY54" fmla="*/ 19342 h 49591"/>
                <a:gd name="connsiteX55" fmla="*/ 383842 w 759363"/>
                <a:gd name="connsiteY55" fmla="*/ 20475 h 49591"/>
                <a:gd name="connsiteX56" fmla="*/ 386710 w 759363"/>
                <a:gd name="connsiteY56" fmla="*/ 24226 h 49591"/>
                <a:gd name="connsiteX57" fmla="*/ 438021 w 759363"/>
                <a:gd name="connsiteY57" fmla="*/ 49592 h 49591"/>
                <a:gd name="connsiteX58" fmla="*/ 475462 w 759363"/>
                <a:gd name="connsiteY58" fmla="*/ 49592 h 49591"/>
                <a:gd name="connsiteX59" fmla="*/ 526774 w 759363"/>
                <a:gd name="connsiteY59" fmla="*/ 24226 h 49591"/>
                <a:gd name="connsiteX60" fmla="*/ 529643 w 759363"/>
                <a:gd name="connsiteY60" fmla="*/ 20471 h 49591"/>
                <a:gd name="connsiteX61" fmla="*/ 531929 w 759363"/>
                <a:gd name="connsiteY61" fmla="*/ 19342 h 49591"/>
                <a:gd name="connsiteX62" fmla="*/ 531933 w 759363"/>
                <a:gd name="connsiteY62" fmla="*/ 19342 h 49591"/>
                <a:gd name="connsiteX63" fmla="*/ 534219 w 759363"/>
                <a:gd name="connsiteY63" fmla="*/ 20475 h 49591"/>
                <a:gd name="connsiteX64" fmla="*/ 537088 w 759363"/>
                <a:gd name="connsiteY64" fmla="*/ 24226 h 49591"/>
                <a:gd name="connsiteX65" fmla="*/ 588403 w 759363"/>
                <a:gd name="connsiteY65" fmla="*/ 49592 h 49591"/>
                <a:gd name="connsiteX66" fmla="*/ 625840 w 759363"/>
                <a:gd name="connsiteY66" fmla="*/ 49592 h 49591"/>
                <a:gd name="connsiteX67" fmla="*/ 677155 w 759363"/>
                <a:gd name="connsiteY67" fmla="*/ 24226 h 49591"/>
                <a:gd name="connsiteX68" fmla="*/ 680024 w 759363"/>
                <a:gd name="connsiteY68" fmla="*/ 20471 h 49591"/>
                <a:gd name="connsiteX69" fmla="*/ 682311 w 759363"/>
                <a:gd name="connsiteY69" fmla="*/ 19342 h 49591"/>
                <a:gd name="connsiteX70" fmla="*/ 684597 w 759363"/>
                <a:gd name="connsiteY70" fmla="*/ 20471 h 49591"/>
                <a:gd name="connsiteX71" fmla="*/ 687461 w 759363"/>
                <a:gd name="connsiteY71" fmla="*/ 24226 h 49591"/>
                <a:gd name="connsiteX72" fmla="*/ 738776 w 759363"/>
                <a:gd name="connsiteY72" fmla="*/ 49592 h 49591"/>
                <a:gd name="connsiteX73" fmla="*/ 759364 w 759363"/>
                <a:gd name="connsiteY73" fmla="*/ 49592 h 49591"/>
                <a:gd name="connsiteX74" fmla="*/ 759364 w 759363"/>
                <a:gd name="connsiteY74" fmla="*/ 30250 h 49591"/>
                <a:gd name="connsiteX75" fmla="*/ 738776 w 759363"/>
                <a:gd name="connsiteY75" fmla="*/ 30250 h 49591"/>
                <a:gd name="connsiteX76" fmla="*/ 702833 w 759363"/>
                <a:gd name="connsiteY76" fmla="*/ 12479 h 4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9363" h="49591">
                  <a:moveTo>
                    <a:pt x="702832" y="12479"/>
                  </a:moveTo>
                  <a:lnTo>
                    <a:pt x="699964" y="8724"/>
                  </a:lnTo>
                  <a:cubicBezTo>
                    <a:pt x="695727" y="3180"/>
                    <a:pt x="689292" y="0"/>
                    <a:pt x="682313" y="0"/>
                  </a:cubicBezTo>
                  <a:cubicBezTo>
                    <a:pt x="675333" y="0"/>
                    <a:pt x="668900" y="3180"/>
                    <a:pt x="664663" y="8724"/>
                  </a:cubicBezTo>
                  <a:lnTo>
                    <a:pt x="661790" y="12479"/>
                  </a:lnTo>
                  <a:cubicBezTo>
                    <a:pt x="653289" y="23606"/>
                    <a:pt x="639847" y="30250"/>
                    <a:pt x="625843" y="30250"/>
                  </a:cubicBezTo>
                  <a:lnTo>
                    <a:pt x="588406" y="30250"/>
                  </a:lnTo>
                  <a:cubicBezTo>
                    <a:pt x="574401" y="30250"/>
                    <a:pt x="560960" y="23606"/>
                    <a:pt x="552454" y="12475"/>
                  </a:cubicBezTo>
                  <a:lnTo>
                    <a:pt x="549589" y="8724"/>
                  </a:lnTo>
                  <a:cubicBezTo>
                    <a:pt x="545354" y="3180"/>
                    <a:pt x="538920" y="0"/>
                    <a:pt x="531940" y="0"/>
                  </a:cubicBezTo>
                  <a:lnTo>
                    <a:pt x="531936" y="0"/>
                  </a:lnTo>
                  <a:cubicBezTo>
                    <a:pt x="524956" y="0"/>
                    <a:pt x="518523" y="3180"/>
                    <a:pt x="514286" y="8724"/>
                  </a:cubicBezTo>
                  <a:lnTo>
                    <a:pt x="511417" y="12479"/>
                  </a:lnTo>
                  <a:cubicBezTo>
                    <a:pt x="502912" y="23606"/>
                    <a:pt x="489473" y="30250"/>
                    <a:pt x="475470" y="30250"/>
                  </a:cubicBezTo>
                  <a:lnTo>
                    <a:pt x="438017" y="30250"/>
                  </a:lnTo>
                  <a:cubicBezTo>
                    <a:pt x="424012" y="30250"/>
                    <a:pt x="410575" y="23610"/>
                    <a:pt x="402066" y="12475"/>
                  </a:cubicBezTo>
                  <a:lnTo>
                    <a:pt x="399201" y="8724"/>
                  </a:lnTo>
                  <a:cubicBezTo>
                    <a:pt x="394965" y="3180"/>
                    <a:pt x="388531" y="0"/>
                    <a:pt x="381551" y="0"/>
                  </a:cubicBezTo>
                  <a:cubicBezTo>
                    <a:pt x="374572" y="0"/>
                    <a:pt x="368138" y="3180"/>
                    <a:pt x="363901" y="8724"/>
                  </a:cubicBezTo>
                  <a:lnTo>
                    <a:pt x="361028" y="12479"/>
                  </a:lnTo>
                  <a:cubicBezTo>
                    <a:pt x="352523" y="23606"/>
                    <a:pt x="339085" y="30250"/>
                    <a:pt x="325081" y="30250"/>
                  </a:cubicBezTo>
                  <a:lnTo>
                    <a:pt x="287640" y="30250"/>
                  </a:lnTo>
                  <a:cubicBezTo>
                    <a:pt x="273635" y="30250"/>
                    <a:pt x="260194" y="23606"/>
                    <a:pt x="251688" y="12479"/>
                  </a:cubicBezTo>
                  <a:lnTo>
                    <a:pt x="248820" y="8724"/>
                  </a:lnTo>
                  <a:cubicBezTo>
                    <a:pt x="244583" y="3180"/>
                    <a:pt x="238150" y="0"/>
                    <a:pt x="231170" y="0"/>
                  </a:cubicBezTo>
                  <a:cubicBezTo>
                    <a:pt x="224190" y="0"/>
                    <a:pt x="217757" y="3180"/>
                    <a:pt x="213520" y="8724"/>
                  </a:cubicBezTo>
                  <a:lnTo>
                    <a:pt x="210647" y="12479"/>
                  </a:lnTo>
                  <a:cubicBezTo>
                    <a:pt x="202141" y="23606"/>
                    <a:pt x="188707" y="30250"/>
                    <a:pt x="174699" y="30250"/>
                  </a:cubicBezTo>
                  <a:lnTo>
                    <a:pt x="133524" y="30250"/>
                  </a:lnTo>
                  <a:cubicBezTo>
                    <a:pt x="119519" y="30250"/>
                    <a:pt x="106082" y="23610"/>
                    <a:pt x="97577" y="12475"/>
                  </a:cubicBezTo>
                  <a:lnTo>
                    <a:pt x="94704" y="8724"/>
                  </a:lnTo>
                  <a:cubicBezTo>
                    <a:pt x="90468" y="3180"/>
                    <a:pt x="84034" y="0"/>
                    <a:pt x="77054" y="0"/>
                  </a:cubicBezTo>
                  <a:cubicBezTo>
                    <a:pt x="70075" y="0"/>
                    <a:pt x="63641" y="3180"/>
                    <a:pt x="59404" y="8724"/>
                  </a:cubicBezTo>
                  <a:lnTo>
                    <a:pt x="56531" y="12479"/>
                  </a:lnTo>
                  <a:cubicBezTo>
                    <a:pt x="48026" y="23606"/>
                    <a:pt x="34587" y="30250"/>
                    <a:pt x="20584" y="30250"/>
                  </a:cubicBezTo>
                  <a:lnTo>
                    <a:pt x="0" y="30250"/>
                  </a:lnTo>
                  <a:lnTo>
                    <a:pt x="0" y="49592"/>
                  </a:lnTo>
                  <a:lnTo>
                    <a:pt x="20588" y="49592"/>
                  </a:lnTo>
                  <a:cubicBezTo>
                    <a:pt x="40581" y="49592"/>
                    <a:pt x="59764" y="40106"/>
                    <a:pt x="71903" y="24226"/>
                  </a:cubicBezTo>
                  <a:lnTo>
                    <a:pt x="74772" y="20471"/>
                  </a:lnTo>
                  <a:cubicBezTo>
                    <a:pt x="75524" y="19486"/>
                    <a:pt x="76528" y="19342"/>
                    <a:pt x="77058" y="19342"/>
                  </a:cubicBezTo>
                  <a:cubicBezTo>
                    <a:pt x="77589" y="19342"/>
                    <a:pt x="78592" y="19488"/>
                    <a:pt x="79349" y="20475"/>
                  </a:cubicBezTo>
                  <a:lnTo>
                    <a:pt x="82213" y="24226"/>
                  </a:lnTo>
                  <a:cubicBezTo>
                    <a:pt x="94352" y="40111"/>
                    <a:pt x="113535" y="49592"/>
                    <a:pt x="133528" y="49592"/>
                  </a:cubicBezTo>
                  <a:lnTo>
                    <a:pt x="174703" y="49592"/>
                  </a:lnTo>
                  <a:cubicBezTo>
                    <a:pt x="194697" y="49592"/>
                    <a:pt x="213880" y="40107"/>
                    <a:pt x="226015" y="24226"/>
                  </a:cubicBezTo>
                  <a:lnTo>
                    <a:pt x="228888" y="20471"/>
                  </a:lnTo>
                  <a:cubicBezTo>
                    <a:pt x="229640" y="19488"/>
                    <a:pt x="230644" y="19342"/>
                    <a:pt x="231174" y="19342"/>
                  </a:cubicBezTo>
                  <a:cubicBezTo>
                    <a:pt x="231704" y="19342"/>
                    <a:pt x="232707" y="19488"/>
                    <a:pt x="233460" y="20471"/>
                  </a:cubicBezTo>
                  <a:lnTo>
                    <a:pt x="236329" y="24226"/>
                  </a:lnTo>
                  <a:cubicBezTo>
                    <a:pt x="248468" y="40111"/>
                    <a:pt x="267651" y="49592"/>
                    <a:pt x="287644" y="49592"/>
                  </a:cubicBezTo>
                  <a:lnTo>
                    <a:pt x="325085" y="49592"/>
                  </a:lnTo>
                  <a:cubicBezTo>
                    <a:pt x="345078" y="49592"/>
                    <a:pt x="364261" y="40107"/>
                    <a:pt x="376400" y="24226"/>
                  </a:cubicBezTo>
                  <a:lnTo>
                    <a:pt x="379270" y="20471"/>
                  </a:lnTo>
                  <a:cubicBezTo>
                    <a:pt x="380022" y="19488"/>
                    <a:pt x="381025" y="19342"/>
                    <a:pt x="381556" y="19342"/>
                  </a:cubicBezTo>
                  <a:cubicBezTo>
                    <a:pt x="382086" y="19342"/>
                    <a:pt x="383089" y="19488"/>
                    <a:pt x="383842" y="20475"/>
                  </a:cubicBezTo>
                  <a:lnTo>
                    <a:pt x="386710" y="24226"/>
                  </a:lnTo>
                  <a:cubicBezTo>
                    <a:pt x="398845" y="40111"/>
                    <a:pt x="418028" y="49592"/>
                    <a:pt x="438021" y="49592"/>
                  </a:cubicBezTo>
                  <a:lnTo>
                    <a:pt x="475462" y="49592"/>
                  </a:lnTo>
                  <a:cubicBezTo>
                    <a:pt x="495455" y="49592"/>
                    <a:pt x="514638" y="40107"/>
                    <a:pt x="526774" y="24226"/>
                  </a:cubicBezTo>
                  <a:lnTo>
                    <a:pt x="529643" y="20471"/>
                  </a:lnTo>
                  <a:cubicBezTo>
                    <a:pt x="530395" y="19488"/>
                    <a:pt x="531399" y="19342"/>
                    <a:pt x="531929" y="19342"/>
                  </a:cubicBezTo>
                  <a:lnTo>
                    <a:pt x="531933" y="19342"/>
                  </a:lnTo>
                  <a:cubicBezTo>
                    <a:pt x="532462" y="19342"/>
                    <a:pt x="533466" y="19488"/>
                    <a:pt x="534219" y="20475"/>
                  </a:cubicBezTo>
                  <a:lnTo>
                    <a:pt x="537088" y="24226"/>
                  </a:lnTo>
                  <a:cubicBezTo>
                    <a:pt x="549227" y="40111"/>
                    <a:pt x="568410" y="49592"/>
                    <a:pt x="588403" y="49592"/>
                  </a:cubicBezTo>
                  <a:lnTo>
                    <a:pt x="625840" y="49592"/>
                  </a:lnTo>
                  <a:cubicBezTo>
                    <a:pt x="645833" y="49592"/>
                    <a:pt x="665016" y="40107"/>
                    <a:pt x="677155" y="24226"/>
                  </a:cubicBezTo>
                  <a:lnTo>
                    <a:pt x="680024" y="20471"/>
                  </a:lnTo>
                  <a:cubicBezTo>
                    <a:pt x="680776" y="19488"/>
                    <a:pt x="681780" y="19342"/>
                    <a:pt x="682311" y="19342"/>
                  </a:cubicBezTo>
                  <a:cubicBezTo>
                    <a:pt x="682840" y="19342"/>
                    <a:pt x="683844" y="19488"/>
                    <a:pt x="684597" y="20471"/>
                  </a:cubicBezTo>
                  <a:lnTo>
                    <a:pt x="687461" y="24226"/>
                  </a:lnTo>
                  <a:cubicBezTo>
                    <a:pt x="699604" y="40111"/>
                    <a:pt x="718783" y="49592"/>
                    <a:pt x="738776" y="49592"/>
                  </a:cubicBezTo>
                  <a:lnTo>
                    <a:pt x="759364" y="49592"/>
                  </a:lnTo>
                  <a:lnTo>
                    <a:pt x="759364" y="30250"/>
                  </a:lnTo>
                  <a:lnTo>
                    <a:pt x="738776" y="30250"/>
                  </a:lnTo>
                  <a:cubicBezTo>
                    <a:pt x="724775" y="30250"/>
                    <a:pt x="711338" y="23606"/>
                    <a:pt x="702833" y="12479"/>
                  </a:cubicBez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1" name="Freeform: Shape 2090">
              <a:extLst>
                <a:ext uri="{FF2B5EF4-FFF2-40B4-BE49-F238E27FC236}">
                  <a16:creationId xmlns:a16="http://schemas.microsoft.com/office/drawing/2014/main" id="{D87E5768-22EE-EC64-1607-94E1C8D50DB4}"/>
                </a:ext>
              </a:extLst>
            </p:cNvPr>
            <p:cNvSpPr/>
            <p:nvPr/>
          </p:nvSpPr>
          <p:spPr>
            <a:xfrm>
              <a:off x="2939875" y="5940645"/>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2" name="Freeform: Shape 2091">
              <a:extLst>
                <a:ext uri="{FF2B5EF4-FFF2-40B4-BE49-F238E27FC236}">
                  <a16:creationId xmlns:a16="http://schemas.microsoft.com/office/drawing/2014/main" id="{92C1A7D9-1053-5270-6D7D-2B6539F43D24}"/>
                </a:ext>
              </a:extLst>
            </p:cNvPr>
            <p:cNvSpPr/>
            <p:nvPr/>
          </p:nvSpPr>
          <p:spPr>
            <a:xfrm>
              <a:off x="2939875" y="6053180"/>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3" name="Freeform: Shape 2092">
              <a:extLst>
                <a:ext uri="{FF2B5EF4-FFF2-40B4-BE49-F238E27FC236}">
                  <a16:creationId xmlns:a16="http://schemas.microsoft.com/office/drawing/2014/main" id="{E183FB10-9668-7537-1199-73CCC7D308D9}"/>
                </a:ext>
              </a:extLst>
            </p:cNvPr>
            <p:cNvSpPr/>
            <p:nvPr/>
          </p:nvSpPr>
          <p:spPr>
            <a:xfrm>
              <a:off x="2939875" y="5996913"/>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4" name="Freeform: Shape 2093">
              <a:extLst>
                <a:ext uri="{FF2B5EF4-FFF2-40B4-BE49-F238E27FC236}">
                  <a16:creationId xmlns:a16="http://schemas.microsoft.com/office/drawing/2014/main" id="{C86CD932-36F9-97EE-D4B8-8922D066819F}"/>
                </a:ext>
              </a:extLst>
            </p:cNvPr>
            <p:cNvSpPr/>
            <p:nvPr/>
          </p:nvSpPr>
          <p:spPr>
            <a:xfrm>
              <a:off x="2939875" y="5884387"/>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5" name="Freeform: Shape 2094">
              <a:extLst>
                <a:ext uri="{FF2B5EF4-FFF2-40B4-BE49-F238E27FC236}">
                  <a16:creationId xmlns:a16="http://schemas.microsoft.com/office/drawing/2014/main" id="{5B3DE366-5232-F3E5-F190-3A5BAC61697F}"/>
                </a:ext>
              </a:extLst>
            </p:cNvPr>
            <p:cNvSpPr/>
            <p:nvPr/>
          </p:nvSpPr>
          <p:spPr>
            <a:xfrm>
              <a:off x="2939875" y="6109438"/>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6" name="Freeform: Shape 2095">
              <a:extLst>
                <a:ext uri="{FF2B5EF4-FFF2-40B4-BE49-F238E27FC236}">
                  <a16:creationId xmlns:a16="http://schemas.microsoft.com/office/drawing/2014/main" id="{924E52D0-8828-6589-118A-414EA4E8F4C4}"/>
                </a:ext>
              </a:extLst>
            </p:cNvPr>
            <p:cNvSpPr/>
            <p:nvPr/>
          </p:nvSpPr>
          <p:spPr>
            <a:xfrm>
              <a:off x="3059030" y="5940645"/>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7" name="Freeform: Shape 2096">
              <a:extLst>
                <a:ext uri="{FF2B5EF4-FFF2-40B4-BE49-F238E27FC236}">
                  <a16:creationId xmlns:a16="http://schemas.microsoft.com/office/drawing/2014/main" id="{DDBCF521-298D-E517-4B9C-C1895DBFCB88}"/>
                </a:ext>
              </a:extLst>
            </p:cNvPr>
            <p:cNvSpPr/>
            <p:nvPr/>
          </p:nvSpPr>
          <p:spPr>
            <a:xfrm>
              <a:off x="3059030" y="6053180"/>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8" name="Freeform: Shape 2097">
              <a:extLst>
                <a:ext uri="{FF2B5EF4-FFF2-40B4-BE49-F238E27FC236}">
                  <a16:creationId xmlns:a16="http://schemas.microsoft.com/office/drawing/2014/main" id="{74FCBBD2-0151-66E1-B844-7327F950669F}"/>
                </a:ext>
              </a:extLst>
            </p:cNvPr>
            <p:cNvSpPr/>
            <p:nvPr/>
          </p:nvSpPr>
          <p:spPr>
            <a:xfrm>
              <a:off x="3059030" y="5996913"/>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99" name="Freeform: Shape 2098">
              <a:extLst>
                <a:ext uri="{FF2B5EF4-FFF2-40B4-BE49-F238E27FC236}">
                  <a16:creationId xmlns:a16="http://schemas.microsoft.com/office/drawing/2014/main" id="{2AC30361-BC93-6E29-5BC9-CB5284679DE6}"/>
                </a:ext>
              </a:extLst>
            </p:cNvPr>
            <p:cNvSpPr/>
            <p:nvPr/>
          </p:nvSpPr>
          <p:spPr>
            <a:xfrm>
              <a:off x="3059030" y="6109438"/>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0" name="Freeform: Shape 2099">
              <a:extLst>
                <a:ext uri="{FF2B5EF4-FFF2-40B4-BE49-F238E27FC236}">
                  <a16:creationId xmlns:a16="http://schemas.microsoft.com/office/drawing/2014/main" id="{1C54346E-4A0E-8884-F489-C2AD18EF2B17}"/>
                </a:ext>
              </a:extLst>
            </p:cNvPr>
            <p:cNvSpPr/>
            <p:nvPr/>
          </p:nvSpPr>
          <p:spPr>
            <a:xfrm>
              <a:off x="3059030" y="5884387"/>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1" name="Freeform: Shape 2100">
              <a:extLst>
                <a:ext uri="{FF2B5EF4-FFF2-40B4-BE49-F238E27FC236}">
                  <a16:creationId xmlns:a16="http://schemas.microsoft.com/office/drawing/2014/main" id="{20310FE8-CBEC-48DD-862A-FF19D2AF2C35}"/>
                </a:ext>
              </a:extLst>
            </p:cNvPr>
            <p:cNvSpPr/>
            <p:nvPr/>
          </p:nvSpPr>
          <p:spPr>
            <a:xfrm>
              <a:off x="3488827" y="5940645"/>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2" name="Freeform: Shape 2101">
              <a:extLst>
                <a:ext uri="{FF2B5EF4-FFF2-40B4-BE49-F238E27FC236}">
                  <a16:creationId xmlns:a16="http://schemas.microsoft.com/office/drawing/2014/main" id="{50DFF6B6-6750-2485-06B8-61CB7A5D36DB}"/>
                </a:ext>
              </a:extLst>
            </p:cNvPr>
            <p:cNvSpPr/>
            <p:nvPr/>
          </p:nvSpPr>
          <p:spPr>
            <a:xfrm>
              <a:off x="3488827" y="5884387"/>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3" name="Freeform: Shape 2102">
              <a:extLst>
                <a:ext uri="{FF2B5EF4-FFF2-40B4-BE49-F238E27FC236}">
                  <a16:creationId xmlns:a16="http://schemas.microsoft.com/office/drawing/2014/main" id="{867D2B88-2F9C-27BC-1240-AB847390E9B9}"/>
                </a:ext>
              </a:extLst>
            </p:cNvPr>
            <p:cNvSpPr/>
            <p:nvPr/>
          </p:nvSpPr>
          <p:spPr>
            <a:xfrm>
              <a:off x="3488827" y="5996913"/>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4" name="Freeform: Shape 2103">
              <a:extLst>
                <a:ext uri="{FF2B5EF4-FFF2-40B4-BE49-F238E27FC236}">
                  <a16:creationId xmlns:a16="http://schemas.microsoft.com/office/drawing/2014/main" id="{2AA5AD53-7151-1EBD-6056-00D65D1CEDD6}"/>
                </a:ext>
              </a:extLst>
            </p:cNvPr>
            <p:cNvSpPr/>
            <p:nvPr/>
          </p:nvSpPr>
          <p:spPr>
            <a:xfrm>
              <a:off x="3488827" y="6109438"/>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5" name="Freeform: Shape 2104">
              <a:extLst>
                <a:ext uri="{FF2B5EF4-FFF2-40B4-BE49-F238E27FC236}">
                  <a16:creationId xmlns:a16="http://schemas.microsoft.com/office/drawing/2014/main" id="{859D5662-93C4-8691-4DE0-50E1360A3F8D}"/>
                </a:ext>
              </a:extLst>
            </p:cNvPr>
            <p:cNvSpPr/>
            <p:nvPr/>
          </p:nvSpPr>
          <p:spPr>
            <a:xfrm>
              <a:off x="3488827" y="6053180"/>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6" name="Freeform: Shape 2105">
              <a:extLst>
                <a:ext uri="{FF2B5EF4-FFF2-40B4-BE49-F238E27FC236}">
                  <a16:creationId xmlns:a16="http://schemas.microsoft.com/office/drawing/2014/main" id="{0F43D1BC-43B0-85AB-FA56-130BCA36A8C7}"/>
                </a:ext>
              </a:extLst>
            </p:cNvPr>
            <p:cNvSpPr/>
            <p:nvPr/>
          </p:nvSpPr>
          <p:spPr>
            <a:xfrm>
              <a:off x="3605952" y="5940645"/>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7" name="Freeform: Shape 2106">
              <a:extLst>
                <a:ext uri="{FF2B5EF4-FFF2-40B4-BE49-F238E27FC236}">
                  <a16:creationId xmlns:a16="http://schemas.microsoft.com/office/drawing/2014/main" id="{FE9BE949-94E3-BB8E-CD2E-49D5424F15C4}"/>
                </a:ext>
              </a:extLst>
            </p:cNvPr>
            <p:cNvSpPr/>
            <p:nvPr/>
          </p:nvSpPr>
          <p:spPr>
            <a:xfrm>
              <a:off x="3605952" y="5884387"/>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8" name="Freeform: Shape 2107">
              <a:extLst>
                <a:ext uri="{FF2B5EF4-FFF2-40B4-BE49-F238E27FC236}">
                  <a16:creationId xmlns:a16="http://schemas.microsoft.com/office/drawing/2014/main" id="{F091FCF5-4560-9174-548F-E96F85C66D56}"/>
                </a:ext>
              </a:extLst>
            </p:cNvPr>
            <p:cNvSpPr/>
            <p:nvPr/>
          </p:nvSpPr>
          <p:spPr>
            <a:xfrm>
              <a:off x="3605952" y="6053180"/>
              <a:ext cx="19341" cy="31650"/>
            </a:xfrm>
            <a:custGeom>
              <a:avLst/>
              <a:gdLst>
                <a:gd name="connsiteX0" fmla="*/ 0 w 19341"/>
                <a:gd name="connsiteY0" fmla="*/ 0 h 31650"/>
                <a:gd name="connsiteX1" fmla="*/ 19342 w 19341"/>
                <a:gd name="connsiteY1" fmla="*/ 0 h 31650"/>
                <a:gd name="connsiteX2" fmla="*/ 19342 w 19341"/>
                <a:gd name="connsiteY2" fmla="*/ 31651 h 31650"/>
                <a:gd name="connsiteX3" fmla="*/ 0 w 19341"/>
                <a:gd name="connsiteY3" fmla="*/ 31651 h 31650"/>
              </a:gdLst>
              <a:ahLst/>
              <a:cxnLst>
                <a:cxn ang="0">
                  <a:pos x="connsiteX0" y="connsiteY0"/>
                </a:cxn>
                <a:cxn ang="0">
                  <a:pos x="connsiteX1" y="connsiteY1"/>
                </a:cxn>
                <a:cxn ang="0">
                  <a:pos x="connsiteX2" y="connsiteY2"/>
                </a:cxn>
                <a:cxn ang="0">
                  <a:pos x="connsiteX3" y="connsiteY3"/>
                </a:cxn>
              </a:cxnLst>
              <a:rect l="l" t="t" r="r" b="b"/>
              <a:pathLst>
                <a:path w="19341" h="31650">
                  <a:moveTo>
                    <a:pt x="0" y="0"/>
                  </a:moveTo>
                  <a:lnTo>
                    <a:pt x="19342" y="0"/>
                  </a:lnTo>
                  <a:lnTo>
                    <a:pt x="19342" y="31651"/>
                  </a:lnTo>
                  <a:lnTo>
                    <a:pt x="0" y="31651"/>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09" name="Freeform: Shape 2108">
              <a:extLst>
                <a:ext uri="{FF2B5EF4-FFF2-40B4-BE49-F238E27FC236}">
                  <a16:creationId xmlns:a16="http://schemas.microsoft.com/office/drawing/2014/main" id="{B2D6DD9C-C12A-743A-ACEF-FEAEC07FD1E7}"/>
                </a:ext>
              </a:extLst>
            </p:cNvPr>
            <p:cNvSpPr/>
            <p:nvPr/>
          </p:nvSpPr>
          <p:spPr>
            <a:xfrm>
              <a:off x="3605952" y="6109438"/>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110" name="Freeform: Shape 2109">
              <a:extLst>
                <a:ext uri="{FF2B5EF4-FFF2-40B4-BE49-F238E27FC236}">
                  <a16:creationId xmlns:a16="http://schemas.microsoft.com/office/drawing/2014/main" id="{89F09A30-F49C-BC51-6AEE-CBBF5A6DCACC}"/>
                </a:ext>
              </a:extLst>
            </p:cNvPr>
            <p:cNvSpPr/>
            <p:nvPr/>
          </p:nvSpPr>
          <p:spPr>
            <a:xfrm>
              <a:off x="3605952" y="5996913"/>
              <a:ext cx="19341" cy="31646"/>
            </a:xfrm>
            <a:custGeom>
              <a:avLst/>
              <a:gdLst>
                <a:gd name="connsiteX0" fmla="*/ 0 w 19341"/>
                <a:gd name="connsiteY0" fmla="*/ 0 h 31646"/>
                <a:gd name="connsiteX1" fmla="*/ 19342 w 19341"/>
                <a:gd name="connsiteY1" fmla="*/ 0 h 31646"/>
                <a:gd name="connsiteX2" fmla="*/ 19342 w 19341"/>
                <a:gd name="connsiteY2" fmla="*/ 31646 h 31646"/>
                <a:gd name="connsiteX3" fmla="*/ 0 w 19341"/>
                <a:gd name="connsiteY3" fmla="*/ 31646 h 31646"/>
              </a:gdLst>
              <a:ahLst/>
              <a:cxnLst>
                <a:cxn ang="0">
                  <a:pos x="connsiteX0" y="connsiteY0"/>
                </a:cxn>
                <a:cxn ang="0">
                  <a:pos x="connsiteX1" y="connsiteY1"/>
                </a:cxn>
                <a:cxn ang="0">
                  <a:pos x="connsiteX2" y="connsiteY2"/>
                </a:cxn>
                <a:cxn ang="0">
                  <a:pos x="connsiteX3" y="connsiteY3"/>
                </a:cxn>
              </a:cxnLst>
              <a:rect l="l" t="t" r="r" b="b"/>
              <a:pathLst>
                <a:path w="19341" h="31646">
                  <a:moveTo>
                    <a:pt x="0" y="0"/>
                  </a:moveTo>
                  <a:lnTo>
                    <a:pt x="19342" y="0"/>
                  </a:lnTo>
                  <a:lnTo>
                    <a:pt x="19342" y="31646"/>
                  </a:lnTo>
                  <a:lnTo>
                    <a:pt x="0" y="31646"/>
                  </a:lnTo>
                  <a:close/>
                </a:path>
              </a:pathLst>
            </a:custGeom>
            <a:grpFill/>
            <a:ln w="1032"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grpSp>
      <p:sp>
        <p:nvSpPr>
          <p:cNvPr id="120" name="Rectangle 119">
            <a:extLst>
              <a:ext uri="{FF2B5EF4-FFF2-40B4-BE49-F238E27FC236}">
                <a16:creationId xmlns:a16="http://schemas.microsoft.com/office/drawing/2014/main" id="{82E9B67F-E12A-D431-EC23-4C57C7B06285}"/>
              </a:ext>
            </a:extLst>
          </p:cNvPr>
          <p:cNvSpPr/>
          <p:nvPr/>
        </p:nvSpPr>
        <p:spPr>
          <a:xfrm>
            <a:off x="10369723" y="2518366"/>
            <a:ext cx="1702217" cy="233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AU" sz="800" b="1" dirty="0">
                <a:solidFill>
                  <a:srgbClr val="208E9B"/>
                </a:solidFill>
                <a:latin typeface="Josefin Sans SemiBold"/>
              </a:rPr>
              <a:t>AZURE SQL DATABASE</a:t>
            </a:r>
          </a:p>
        </p:txBody>
      </p:sp>
      <p:grpSp>
        <p:nvGrpSpPr>
          <p:cNvPr id="121" name="Graphic 241">
            <a:extLst>
              <a:ext uri="{FF2B5EF4-FFF2-40B4-BE49-F238E27FC236}">
                <a16:creationId xmlns:a16="http://schemas.microsoft.com/office/drawing/2014/main" id="{6ECFF9DC-DE94-86D7-7077-96F426BE951A}"/>
              </a:ext>
            </a:extLst>
          </p:cNvPr>
          <p:cNvGrpSpPr/>
          <p:nvPr/>
        </p:nvGrpSpPr>
        <p:grpSpPr>
          <a:xfrm>
            <a:off x="10532459" y="2767722"/>
            <a:ext cx="261447" cy="296130"/>
            <a:chOff x="4985958" y="2354297"/>
            <a:chExt cx="986772" cy="913502"/>
          </a:xfrm>
          <a:solidFill>
            <a:schemeClr val="tx1"/>
          </a:solidFill>
        </p:grpSpPr>
        <p:sp>
          <p:nvSpPr>
            <p:cNvPr id="2068" name="Freeform: Shape 2067">
              <a:extLst>
                <a:ext uri="{FF2B5EF4-FFF2-40B4-BE49-F238E27FC236}">
                  <a16:creationId xmlns:a16="http://schemas.microsoft.com/office/drawing/2014/main" id="{B8F8A556-7AB2-3C28-9730-C1B304B544A3}"/>
                </a:ext>
              </a:extLst>
            </p:cNvPr>
            <p:cNvSpPr/>
            <p:nvPr/>
          </p:nvSpPr>
          <p:spPr>
            <a:xfrm>
              <a:off x="5834172" y="2692535"/>
              <a:ext cx="35694" cy="35688"/>
            </a:xfrm>
            <a:custGeom>
              <a:avLst/>
              <a:gdLst>
                <a:gd name="connsiteX0" fmla="*/ 35694 w 35694"/>
                <a:gd name="connsiteY0" fmla="*/ 17842 h 35688"/>
                <a:gd name="connsiteX1" fmla="*/ 17847 w 35694"/>
                <a:gd name="connsiteY1" fmla="*/ 35689 h 35688"/>
                <a:gd name="connsiteX2" fmla="*/ 0 w 35694"/>
                <a:gd name="connsiteY2" fmla="*/ 17842 h 35688"/>
                <a:gd name="connsiteX3" fmla="*/ 17847 w 35694"/>
                <a:gd name="connsiteY3" fmla="*/ 0 h 35688"/>
                <a:gd name="connsiteX4" fmla="*/ 35694 w 35694"/>
                <a:gd name="connsiteY4" fmla="*/ 17842 h 35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94" h="35688">
                  <a:moveTo>
                    <a:pt x="35694" y="17842"/>
                  </a:moveTo>
                  <a:cubicBezTo>
                    <a:pt x="35694" y="27701"/>
                    <a:pt x="27706" y="35689"/>
                    <a:pt x="17847" y="35689"/>
                  </a:cubicBezTo>
                  <a:cubicBezTo>
                    <a:pt x="7993" y="35689"/>
                    <a:pt x="0" y="27701"/>
                    <a:pt x="0" y="17842"/>
                  </a:cubicBezTo>
                  <a:cubicBezTo>
                    <a:pt x="0" y="7988"/>
                    <a:pt x="7993" y="0"/>
                    <a:pt x="17847" y="0"/>
                  </a:cubicBezTo>
                  <a:cubicBezTo>
                    <a:pt x="27706" y="0"/>
                    <a:pt x="35694" y="7988"/>
                    <a:pt x="35694" y="17842"/>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9" name="Freeform: Shape 2068">
              <a:extLst>
                <a:ext uri="{FF2B5EF4-FFF2-40B4-BE49-F238E27FC236}">
                  <a16:creationId xmlns:a16="http://schemas.microsoft.com/office/drawing/2014/main" id="{1D567ED1-A5DD-A7C0-E54D-D0B547B92672}"/>
                </a:ext>
              </a:extLst>
            </p:cNvPr>
            <p:cNvSpPr/>
            <p:nvPr/>
          </p:nvSpPr>
          <p:spPr>
            <a:xfrm>
              <a:off x="5773569" y="2713575"/>
              <a:ext cx="35357" cy="35357"/>
            </a:xfrm>
            <a:custGeom>
              <a:avLst/>
              <a:gdLst>
                <a:gd name="connsiteX0" fmla="*/ 35357 w 35357"/>
                <a:gd name="connsiteY0" fmla="*/ 17676 h 35357"/>
                <a:gd name="connsiteX1" fmla="*/ 17676 w 35357"/>
                <a:gd name="connsiteY1" fmla="*/ 35357 h 35357"/>
                <a:gd name="connsiteX2" fmla="*/ 0 w 35357"/>
                <a:gd name="connsiteY2" fmla="*/ 17676 h 35357"/>
                <a:gd name="connsiteX3" fmla="*/ 17676 w 35357"/>
                <a:gd name="connsiteY3" fmla="*/ 0 h 35357"/>
                <a:gd name="connsiteX4" fmla="*/ 35357 w 35357"/>
                <a:gd name="connsiteY4" fmla="*/ 17676 h 3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57" h="35357">
                  <a:moveTo>
                    <a:pt x="35357" y="17676"/>
                  </a:moveTo>
                  <a:cubicBezTo>
                    <a:pt x="35357" y="27441"/>
                    <a:pt x="27441" y="35357"/>
                    <a:pt x="17676" y="35357"/>
                  </a:cubicBezTo>
                  <a:cubicBezTo>
                    <a:pt x="7916" y="35357"/>
                    <a:pt x="0" y="27441"/>
                    <a:pt x="0" y="17676"/>
                  </a:cubicBezTo>
                  <a:cubicBezTo>
                    <a:pt x="0" y="7916"/>
                    <a:pt x="7916" y="0"/>
                    <a:pt x="17676" y="0"/>
                  </a:cubicBezTo>
                  <a:cubicBezTo>
                    <a:pt x="27441" y="0"/>
                    <a:pt x="35357" y="7916"/>
                    <a:pt x="35357" y="17676"/>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0" name="Freeform: Shape 2069">
              <a:extLst>
                <a:ext uri="{FF2B5EF4-FFF2-40B4-BE49-F238E27FC236}">
                  <a16:creationId xmlns:a16="http://schemas.microsoft.com/office/drawing/2014/main" id="{2BCC14C2-00A2-15A0-C761-ADBAF7BE1E5F}"/>
                </a:ext>
              </a:extLst>
            </p:cNvPr>
            <p:cNvSpPr/>
            <p:nvPr/>
          </p:nvSpPr>
          <p:spPr>
            <a:xfrm>
              <a:off x="5712610" y="2726203"/>
              <a:ext cx="35694" cy="35694"/>
            </a:xfrm>
            <a:custGeom>
              <a:avLst/>
              <a:gdLst>
                <a:gd name="connsiteX0" fmla="*/ 35694 w 35694"/>
                <a:gd name="connsiteY0" fmla="*/ 17847 h 35694"/>
                <a:gd name="connsiteX1" fmla="*/ 17847 w 35694"/>
                <a:gd name="connsiteY1" fmla="*/ 35694 h 35694"/>
                <a:gd name="connsiteX2" fmla="*/ 0 w 35694"/>
                <a:gd name="connsiteY2" fmla="*/ 17847 h 35694"/>
                <a:gd name="connsiteX3" fmla="*/ 17847 w 35694"/>
                <a:gd name="connsiteY3" fmla="*/ 0 h 35694"/>
                <a:gd name="connsiteX4" fmla="*/ 35694 w 35694"/>
                <a:gd name="connsiteY4" fmla="*/ 17847 h 35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94" h="35694">
                  <a:moveTo>
                    <a:pt x="35694" y="17847"/>
                  </a:moveTo>
                  <a:cubicBezTo>
                    <a:pt x="35694" y="27706"/>
                    <a:pt x="27706" y="35694"/>
                    <a:pt x="17847" y="35694"/>
                  </a:cubicBezTo>
                  <a:cubicBezTo>
                    <a:pt x="7993" y="35694"/>
                    <a:pt x="0" y="27706"/>
                    <a:pt x="0" y="17847"/>
                  </a:cubicBezTo>
                  <a:cubicBezTo>
                    <a:pt x="0" y="7993"/>
                    <a:pt x="7993" y="0"/>
                    <a:pt x="17847" y="0"/>
                  </a:cubicBezTo>
                  <a:cubicBezTo>
                    <a:pt x="27706" y="0"/>
                    <a:pt x="35694" y="7993"/>
                    <a:pt x="35694" y="17847"/>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1" name="Freeform: Shape 2070">
              <a:extLst>
                <a:ext uri="{FF2B5EF4-FFF2-40B4-BE49-F238E27FC236}">
                  <a16:creationId xmlns:a16="http://schemas.microsoft.com/office/drawing/2014/main" id="{5A8BF98F-C426-D461-BBBA-5500A876B049}"/>
                </a:ext>
              </a:extLst>
            </p:cNvPr>
            <p:cNvSpPr/>
            <p:nvPr/>
          </p:nvSpPr>
          <p:spPr>
            <a:xfrm>
              <a:off x="5834172" y="2884117"/>
              <a:ext cx="35694" cy="35688"/>
            </a:xfrm>
            <a:custGeom>
              <a:avLst/>
              <a:gdLst>
                <a:gd name="connsiteX0" fmla="*/ 35694 w 35694"/>
                <a:gd name="connsiteY0" fmla="*/ 17847 h 35688"/>
                <a:gd name="connsiteX1" fmla="*/ 17847 w 35694"/>
                <a:gd name="connsiteY1" fmla="*/ 35689 h 35688"/>
                <a:gd name="connsiteX2" fmla="*/ 0 w 35694"/>
                <a:gd name="connsiteY2" fmla="*/ 17847 h 35688"/>
                <a:gd name="connsiteX3" fmla="*/ 17847 w 35694"/>
                <a:gd name="connsiteY3" fmla="*/ 0 h 35688"/>
                <a:gd name="connsiteX4" fmla="*/ 35694 w 35694"/>
                <a:gd name="connsiteY4" fmla="*/ 17847 h 35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94" h="35688">
                  <a:moveTo>
                    <a:pt x="35694" y="17847"/>
                  </a:moveTo>
                  <a:cubicBezTo>
                    <a:pt x="35694" y="27701"/>
                    <a:pt x="27706" y="35689"/>
                    <a:pt x="17847" y="35689"/>
                  </a:cubicBezTo>
                  <a:cubicBezTo>
                    <a:pt x="7993" y="35689"/>
                    <a:pt x="0" y="27701"/>
                    <a:pt x="0" y="17847"/>
                  </a:cubicBezTo>
                  <a:cubicBezTo>
                    <a:pt x="0" y="7988"/>
                    <a:pt x="7993" y="0"/>
                    <a:pt x="17847" y="0"/>
                  </a:cubicBezTo>
                  <a:cubicBezTo>
                    <a:pt x="27706" y="0"/>
                    <a:pt x="35694" y="7988"/>
                    <a:pt x="35694" y="17847"/>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2" name="Freeform: Shape 2071">
              <a:extLst>
                <a:ext uri="{FF2B5EF4-FFF2-40B4-BE49-F238E27FC236}">
                  <a16:creationId xmlns:a16="http://schemas.microsoft.com/office/drawing/2014/main" id="{E72C565C-B0D7-805A-D52C-72FB8614F3D5}"/>
                </a:ext>
              </a:extLst>
            </p:cNvPr>
            <p:cNvSpPr/>
            <p:nvPr/>
          </p:nvSpPr>
          <p:spPr>
            <a:xfrm>
              <a:off x="5773569" y="2905163"/>
              <a:ext cx="35357" cy="35357"/>
            </a:xfrm>
            <a:custGeom>
              <a:avLst/>
              <a:gdLst>
                <a:gd name="connsiteX0" fmla="*/ 35357 w 35357"/>
                <a:gd name="connsiteY0" fmla="*/ 17676 h 35357"/>
                <a:gd name="connsiteX1" fmla="*/ 17676 w 35357"/>
                <a:gd name="connsiteY1" fmla="*/ 35357 h 35357"/>
                <a:gd name="connsiteX2" fmla="*/ 0 w 35357"/>
                <a:gd name="connsiteY2" fmla="*/ 17676 h 35357"/>
                <a:gd name="connsiteX3" fmla="*/ 17676 w 35357"/>
                <a:gd name="connsiteY3" fmla="*/ 0 h 35357"/>
                <a:gd name="connsiteX4" fmla="*/ 35357 w 35357"/>
                <a:gd name="connsiteY4" fmla="*/ 17676 h 3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57" h="35357">
                  <a:moveTo>
                    <a:pt x="35357" y="17676"/>
                  </a:moveTo>
                  <a:cubicBezTo>
                    <a:pt x="35357" y="27441"/>
                    <a:pt x="27441" y="35357"/>
                    <a:pt x="17676" y="35357"/>
                  </a:cubicBezTo>
                  <a:cubicBezTo>
                    <a:pt x="7916" y="35357"/>
                    <a:pt x="0" y="27441"/>
                    <a:pt x="0" y="17676"/>
                  </a:cubicBezTo>
                  <a:cubicBezTo>
                    <a:pt x="0" y="7916"/>
                    <a:pt x="7916" y="0"/>
                    <a:pt x="17676" y="0"/>
                  </a:cubicBezTo>
                  <a:cubicBezTo>
                    <a:pt x="27441" y="0"/>
                    <a:pt x="35357" y="7916"/>
                    <a:pt x="35357" y="17676"/>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3" name="Freeform: Shape 2072">
              <a:extLst>
                <a:ext uri="{FF2B5EF4-FFF2-40B4-BE49-F238E27FC236}">
                  <a16:creationId xmlns:a16="http://schemas.microsoft.com/office/drawing/2014/main" id="{2BF62763-DD35-380B-C62C-C634EC3A197F}"/>
                </a:ext>
              </a:extLst>
            </p:cNvPr>
            <p:cNvSpPr/>
            <p:nvPr/>
          </p:nvSpPr>
          <p:spPr>
            <a:xfrm>
              <a:off x="5712610" y="2917790"/>
              <a:ext cx="35694" cy="35694"/>
            </a:xfrm>
            <a:custGeom>
              <a:avLst/>
              <a:gdLst>
                <a:gd name="connsiteX0" fmla="*/ 35694 w 35694"/>
                <a:gd name="connsiteY0" fmla="*/ 17847 h 35694"/>
                <a:gd name="connsiteX1" fmla="*/ 17847 w 35694"/>
                <a:gd name="connsiteY1" fmla="*/ 35694 h 35694"/>
                <a:gd name="connsiteX2" fmla="*/ 0 w 35694"/>
                <a:gd name="connsiteY2" fmla="*/ 17847 h 35694"/>
                <a:gd name="connsiteX3" fmla="*/ 17847 w 35694"/>
                <a:gd name="connsiteY3" fmla="*/ 0 h 35694"/>
                <a:gd name="connsiteX4" fmla="*/ 35694 w 35694"/>
                <a:gd name="connsiteY4" fmla="*/ 17847 h 35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94" h="35694">
                  <a:moveTo>
                    <a:pt x="35694" y="17847"/>
                  </a:moveTo>
                  <a:cubicBezTo>
                    <a:pt x="35694" y="27706"/>
                    <a:pt x="27706" y="35694"/>
                    <a:pt x="17847" y="35694"/>
                  </a:cubicBezTo>
                  <a:cubicBezTo>
                    <a:pt x="7993" y="35694"/>
                    <a:pt x="0" y="27706"/>
                    <a:pt x="0" y="17847"/>
                  </a:cubicBezTo>
                  <a:cubicBezTo>
                    <a:pt x="0" y="7993"/>
                    <a:pt x="7993" y="0"/>
                    <a:pt x="17847" y="0"/>
                  </a:cubicBezTo>
                  <a:cubicBezTo>
                    <a:pt x="27706" y="0"/>
                    <a:pt x="35694" y="7993"/>
                    <a:pt x="35694" y="17847"/>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4" name="Freeform: Shape 2073">
              <a:extLst>
                <a:ext uri="{FF2B5EF4-FFF2-40B4-BE49-F238E27FC236}">
                  <a16:creationId xmlns:a16="http://schemas.microsoft.com/office/drawing/2014/main" id="{08C7C07A-F3E1-3E09-E556-F070CC1975A2}"/>
                </a:ext>
              </a:extLst>
            </p:cNvPr>
            <p:cNvSpPr/>
            <p:nvPr/>
          </p:nvSpPr>
          <p:spPr>
            <a:xfrm>
              <a:off x="5839557" y="3075214"/>
              <a:ext cx="35694" cy="35694"/>
            </a:xfrm>
            <a:custGeom>
              <a:avLst/>
              <a:gdLst>
                <a:gd name="connsiteX0" fmla="*/ 35694 w 35694"/>
                <a:gd name="connsiteY0" fmla="*/ 17847 h 35694"/>
                <a:gd name="connsiteX1" fmla="*/ 17847 w 35694"/>
                <a:gd name="connsiteY1" fmla="*/ 35694 h 35694"/>
                <a:gd name="connsiteX2" fmla="*/ 0 w 35694"/>
                <a:gd name="connsiteY2" fmla="*/ 17847 h 35694"/>
                <a:gd name="connsiteX3" fmla="*/ 17847 w 35694"/>
                <a:gd name="connsiteY3" fmla="*/ 0 h 35694"/>
                <a:gd name="connsiteX4" fmla="*/ 35694 w 35694"/>
                <a:gd name="connsiteY4" fmla="*/ 17847 h 35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94" h="35694">
                  <a:moveTo>
                    <a:pt x="35694" y="17847"/>
                  </a:moveTo>
                  <a:cubicBezTo>
                    <a:pt x="35694" y="27706"/>
                    <a:pt x="27706" y="35694"/>
                    <a:pt x="17847" y="35694"/>
                  </a:cubicBezTo>
                  <a:cubicBezTo>
                    <a:pt x="7993" y="35694"/>
                    <a:pt x="0" y="27706"/>
                    <a:pt x="0" y="17847"/>
                  </a:cubicBezTo>
                  <a:cubicBezTo>
                    <a:pt x="0" y="7993"/>
                    <a:pt x="7993" y="0"/>
                    <a:pt x="17847" y="0"/>
                  </a:cubicBezTo>
                  <a:cubicBezTo>
                    <a:pt x="27706" y="0"/>
                    <a:pt x="35694" y="7993"/>
                    <a:pt x="35694" y="17847"/>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5" name="Freeform: Shape 2074">
              <a:extLst>
                <a:ext uri="{FF2B5EF4-FFF2-40B4-BE49-F238E27FC236}">
                  <a16:creationId xmlns:a16="http://schemas.microsoft.com/office/drawing/2014/main" id="{720DAD30-0D42-A5C2-7330-CD6B9E88B7D6}"/>
                </a:ext>
              </a:extLst>
            </p:cNvPr>
            <p:cNvSpPr/>
            <p:nvPr/>
          </p:nvSpPr>
          <p:spPr>
            <a:xfrm>
              <a:off x="5778608" y="3096089"/>
              <a:ext cx="35688" cy="35694"/>
            </a:xfrm>
            <a:custGeom>
              <a:avLst/>
              <a:gdLst>
                <a:gd name="connsiteX0" fmla="*/ 35689 w 35688"/>
                <a:gd name="connsiteY0" fmla="*/ 17847 h 35694"/>
                <a:gd name="connsiteX1" fmla="*/ 17847 w 35688"/>
                <a:gd name="connsiteY1" fmla="*/ 35694 h 35694"/>
                <a:gd name="connsiteX2" fmla="*/ 0 w 35688"/>
                <a:gd name="connsiteY2" fmla="*/ 17847 h 35694"/>
                <a:gd name="connsiteX3" fmla="*/ 17847 w 35688"/>
                <a:gd name="connsiteY3" fmla="*/ 0 h 35694"/>
                <a:gd name="connsiteX4" fmla="*/ 35689 w 35688"/>
                <a:gd name="connsiteY4" fmla="*/ 17847 h 35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88" h="35694">
                  <a:moveTo>
                    <a:pt x="35689" y="17847"/>
                  </a:moveTo>
                  <a:cubicBezTo>
                    <a:pt x="35689" y="27706"/>
                    <a:pt x="27701" y="35694"/>
                    <a:pt x="17847" y="35694"/>
                  </a:cubicBezTo>
                  <a:cubicBezTo>
                    <a:pt x="7988" y="35694"/>
                    <a:pt x="0" y="27706"/>
                    <a:pt x="0" y="17847"/>
                  </a:cubicBezTo>
                  <a:cubicBezTo>
                    <a:pt x="0" y="7988"/>
                    <a:pt x="7988" y="0"/>
                    <a:pt x="17847" y="0"/>
                  </a:cubicBezTo>
                  <a:cubicBezTo>
                    <a:pt x="27701" y="0"/>
                    <a:pt x="35689" y="7988"/>
                    <a:pt x="35689" y="17847"/>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6" name="Freeform: Shape 2075">
              <a:extLst>
                <a:ext uri="{FF2B5EF4-FFF2-40B4-BE49-F238E27FC236}">
                  <a16:creationId xmlns:a16="http://schemas.microsoft.com/office/drawing/2014/main" id="{D3F767C8-723D-F506-A0A1-5B22B90C5B36}"/>
                </a:ext>
              </a:extLst>
            </p:cNvPr>
            <p:cNvSpPr/>
            <p:nvPr/>
          </p:nvSpPr>
          <p:spPr>
            <a:xfrm>
              <a:off x="5717999" y="3109218"/>
              <a:ext cx="35357" cy="35357"/>
            </a:xfrm>
            <a:custGeom>
              <a:avLst/>
              <a:gdLst>
                <a:gd name="connsiteX0" fmla="*/ 35357 w 35357"/>
                <a:gd name="connsiteY0" fmla="*/ 17676 h 35357"/>
                <a:gd name="connsiteX1" fmla="*/ 17681 w 35357"/>
                <a:gd name="connsiteY1" fmla="*/ 35357 h 35357"/>
                <a:gd name="connsiteX2" fmla="*/ 0 w 35357"/>
                <a:gd name="connsiteY2" fmla="*/ 17676 h 35357"/>
                <a:gd name="connsiteX3" fmla="*/ 17681 w 35357"/>
                <a:gd name="connsiteY3" fmla="*/ 0 h 35357"/>
                <a:gd name="connsiteX4" fmla="*/ 35357 w 35357"/>
                <a:gd name="connsiteY4" fmla="*/ 17676 h 3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57" h="35357">
                  <a:moveTo>
                    <a:pt x="35357" y="17676"/>
                  </a:moveTo>
                  <a:cubicBezTo>
                    <a:pt x="35357" y="27441"/>
                    <a:pt x="27441" y="35357"/>
                    <a:pt x="17681" y="35357"/>
                  </a:cubicBezTo>
                  <a:cubicBezTo>
                    <a:pt x="7916" y="35357"/>
                    <a:pt x="0" y="27441"/>
                    <a:pt x="0" y="17676"/>
                  </a:cubicBezTo>
                  <a:cubicBezTo>
                    <a:pt x="0" y="7916"/>
                    <a:pt x="7916" y="0"/>
                    <a:pt x="17681" y="0"/>
                  </a:cubicBezTo>
                  <a:cubicBezTo>
                    <a:pt x="27441" y="0"/>
                    <a:pt x="35357" y="7916"/>
                    <a:pt x="35357" y="17676"/>
                  </a:cubicBezTo>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7" name="Freeform: Shape 2076">
              <a:extLst>
                <a:ext uri="{FF2B5EF4-FFF2-40B4-BE49-F238E27FC236}">
                  <a16:creationId xmlns:a16="http://schemas.microsoft.com/office/drawing/2014/main" id="{6B281F1F-6576-60B4-96E5-27F6415AB772}"/>
                </a:ext>
              </a:extLst>
            </p:cNvPr>
            <p:cNvSpPr/>
            <p:nvPr/>
          </p:nvSpPr>
          <p:spPr>
            <a:xfrm>
              <a:off x="4985958" y="2750443"/>
              <a:ext cx="359668" cy="354836"/>
            </a:xfrm>
            <a:custGeom>
              <a:avLst/>
              <a:gdLst>
                <a:gd name="connsiteX0" fmla="*/ 186562 w 359668"/>
                <a:gd name="connsiteY0" fmla="*/ 318706 h 354836"/>
                <a:gd name="connsiteX1" fmla="*/ 207605 w 359668"/>
                <a:gd name="connsiteY1" fmla="*/ 349179 h 354836"/>
                <a:gd name="connsiteX2" fmla="*/ 222758 w 359668"/>
                <a:gd name="connsiteY2" fmla="*/ 354059 h 354836"/>
                <a:gd name="connsiteX3" fmla="*/ 259463 w 359668"/>
                <a:gd name="connsiteY3" fmla="*/ 340761 h 354836"/>
                <a:gd name="connsiteX4" fmla="*/ 267882 w 359668"/>
                <a:gd name="connsiteY4" fmla="*/ 327292 h 354836"/>
                <a:gd name="connsiteX5" fmla="*/ 264349 w 359668"/>
                <a:gd name="connsiteY5" fmla="*/ 290421 h 354836"/>
                <a:gd name="connsiteX6" fmla="*/ 266535 w 359668"/>
                <a:gd name="connsiteY6" fmla="*/ 285370 h 354836"/>
                <a:gd name="connsiteX7" fmla="*/ 269394 w 359668"/>
                <a:gd name="connsiteY7" fmla="*/ 283013 h 354836"/>
                <a:gd name="connsiteX8" fmla="*/ 274783 w 359668"/>
                <a:gd name="connsiteY8" fmla="*/ 281837 h 354836"/>
                <a:gd name="connsiteX9" fmla="*/ 310477 w 359668"/>
                <a:gd name="connsiteY9" fmla="*/ 291767 h 354836"/>
                <a:gd name="connsiteX10" fmla="*/ 325123 w 359668"/>
                <a:gd name="connsiteY10" fmla="*/ 285707 h 354836"/>
                <a:gd name="connsiteX11" fmla="*/ 344654 w 359668"/>
                <a:gd name="connsiteY11" fmla="*/ 251866 h 354836"/>
                <a:gd name="connsiteX12" fmla="*/ 342467 w 359668"/>
                <a:gd name="connsiteY12" fmla="*/ 236039 h 354836"/>
                <a:gd name="connsiteX13" fmla="*/ 316035 w 359668"/>
                <a:gd name="connsiteY13" fmla="*/ 210110 h 354836"/>
                <a:gd name="connsiteX14" fmla="*/ 314352 w 359668"/>
                <a:gd name="connsiteY14" fmla="*/ 204893 h 354836"/>
                <a:gd name="connsiteX15" fmla="*/ 315026 w 359668"/>
                <a:gd name="connsiteY15" fmla="*/ 201188 h 354836"/>
                <a:gd name="connsiteX16" fmla="*/ 318393 w 359668"/>
                <a:gd name="connsiteY16" fmla="*/ 196812 h 354836"/>
                <a:gd name="connsiteX17" fmla="*/ 352068 w 359668"/>
                <a:gd name="connsiteY17" fmla="*/ 181492 h 354836"/>
                <a:gd name="connsiteX18" fmla="*/ 359476 w 359668"/>
                <a:gd name="connsiteY18" fmla="*/ 167349 h 354836"/>
                <a:gd name="connsiteX19" fmla="*/ 352741 w 359668"/>
                <a:gd name="connsiteY19" fmla="*/ 128962 h 354836"/>
                <a:gd name="connsiteX20" fmla="*/ 340955 w 359668"/>
                <a:gd name="connsiteY20" fmla="*/ 118186 h 354836"/>
                <a:gd name="connsiteX21" fmla="*/ 304085 w 359668"/>
                <a:gd name="connsiteY21" fmla="*/ 115325 h 354836"/>
                <a:gd name="connsiteX22" fmla="*/ 299370 w 359668"/>
                <a:gd name="connsiteY22" fmla="*/ 112295 h 354836"/>
                <a:gd name="connsiteX23" fmla="*/ 297521 w 359668"/>
                <a:gd name="connsiteY23" fmla="*/ 109099 h 354836"/>
                <a:gd name="connsiteX24" fmla="*/ 297184 w 359668"/>
                <a:gd name="connsiteY24" fmla="*/ 103546 h 354836"/>
                <a:gd name="connsiteX25" fmla="*/ 313011 w 359668"/>
                <a:gd name="connsiteY25" fmla="*/ 70208 h 354836"/>
                <a:gd name="connsiteX26" fmla="*/ 309644 w 359668"/>
                <a:gd name="connsiteY26" fmla="*/ 54718 h 354836"/>
                <a:gd name="connsiteX27" fmla="*/ 279845 w 359668"/>
                <a:gd name="connsiteY27" fmla="*/ 29633 h 354836"/>
                <a:gd name="connsiteX28" fmla="*/ 264018 w 359668"/>
                <a:gd name="connsiteY28" fmla="*/ 28960 h 354836"/>
                <a:gd name="connsiteX29" fmla="*/ 233882 w 359668"/>
                <a:gd name="connsiteY29" fmla="*/ 50340 h 354836"/>
                <a:gd name="connsiteX30" fmla="*/ 228493 w 359668"/>
                <a:gd name="connsiteY30" fmla="*/ 51014 h 354836"/>
                <a:gd name="connsiteX31" fmla="*/ 224960 w 359668"/>
                <a:gd name="connsiteY31" fmla="*/ 49666 h 354836"/>
                <a:gd name="connsiteX32" fmla="*/ 221256 w 359668"/>
                <a:gd name="connsiteY32" fmla="*/ 45625 h 354836"/>
                <a:gd name="connsiteX33" fmla="*/ 211997 w 359668"/>
                <a:gd name="connsiteY33" fmla="*/ 9765 h 354836"/>
                <a:gd name="connsiteX34" fmla="*/ 199373 w 359668"/>
                <a:gd name="connsiteY34" fmla="*/ 0 h 354836"/>
                <a:gd name="connsiteX35" fmla="*/ 160296 w 359668"/>
                <a:gd name="connsiteY35" fmla="*/ 0 h 354836"/>
                <a:gd name="connsiteX36" fmla="*/ 147670 w 359668"/>
                <a:gd name="connsiteY36" fmla="*/ 9765 h 354836"/>
                <a:gd name="connsiteX37" fmla="*/ 138413 w 359668"/>
                <a:gd name="connsiteY37" fmla="*/ 45625 h 354836"/>
                <a:gd name="connsiteX38" fmla="*/ 134708 w 359668"/>
                <a:gd name="connsiteY38" fmla="*/ 49666 h 354836"/>
                <a:gd name="connsiteX39" fmla="*/ 131175 w 359668"/>
                <a:gd name="connsiteY39" fmla="*/ 51014 h 354836"/>
                <a:gd name="connsiteX40" fmla="*/ 125787 w 359668"/>
                <a:gd name="connsiteY40" fmla="*/ 50340 h 354836"/>
                <a:gd name="connsiteX41" fmla="*/ 95651 w 359668"/>
                <a:gd name="connsiteY41" fmla="*/ 28960 h 354836"/>
                <a:gd name="connsiteX42" fmla="*/ 79824 w 359668"/>
                <a:gd name="connsiteY42" fmla="*/ 29633 h 354836"/>
                <a:gd name="connsiteX43" fmla="*/ 50024 w 359668"/>
                <a:gd name="connsiteY43" fmla="*/ 54718 h 354836"/>
                <a:gd name="connsiteX44" fmla="*/ 46657 w 359668"/>
                <a:gd name="connsiteY44" fmla="*/ 70208 h 354836"/>
                <a:gd name="connsiteX45" fmla="*/ 62484 w 359668"/>
                <a:gd name="connsiteY45" fmla="*/ 103546 h 354836"/>
                <a:gd name="connsiteX46" fmla="*/ 62148 w 359668"/>
                <a:gd name="connsiteY46" fmla="*/ 109099 h 354836"/>
                <a:gd name="connsiteX47" fmla="*/ 60299 w 359668"/>
                <a:gd name="connsiteY47" fmla="*/ 112295 h 354836"/>
                <a:gd name="connsiteX48" fmla="*/ 55584 w 359668"/>
                <a:gd name="connsiteY48" fmla="*/ 115325 h 354836"/>
                <a:gd name="connsiteX49" fmla="*/ 18713 w 359668"/>
                <a:gd name="connsiteY49" fmla="*/ 118186 h 354836"/>
                <a:gd name="connsiteX50" fmla="*/ 6927 w 359668"/>
                <a:gd name="connsiteY50" fmla="*/ 128962 h 354836"/>
                <a:gd name="connsiteX51" fmla="*/ 193 w 359668"/>
                <a:gd name="connsiteY51" fmla="*/ 167349 h 354836"/>
                <a:gd name="connsiteX52" fmla="*/ 7601 w 359668"/>
                <a:gd name="connsiteY52" fmla="*/ 181492 h 354836"/>
                <a:gd name="connsiteX53" fmla="*/ 41275 w 359668"/>
                <a:gd name="connsiteY53" fmla="*/ 196812 h 354836"/>
                <a:gd name="connsiteX54" fmla="*/ 44643 w 359668"/>
                <a:gd name="connsiteY54" fmla="*/ 201188 h 354836"/>
                <a:gd name="connsiteX55" fmla="*/ 45316 w 359668"/>
                <a:gd name="connsiteY55" fmla="*/ 204893 h 354836"/>
                <a:gd name="connsiteX56" fmla="*/ 43633 w 359668"/>
                <a:gd name="connsiteY56" fmla="*/ 210110 h 354836"/>
                <a:gd name="connsiteX57" fmla="*/ 17201 w 359668"/>
                <a:gd name="connsiteY57" fmla="*/ 236039 h 354836"/>
                <a:gd name="connsiteX58" fmla="*/ 15015 w 359668"/>
                <a:gd name="connsiteY58" fmla="*/ 251866 h 354836"/>
                <a:gd name="connsiteX59" fmla="*/ 34546 w 359668"/>
                <a:gd name="connsiteY59" fmla="*/ 285707 h 354836"/>
                <a:gd name="connsiteX60" fmla="*/ 49192 w 359668"/>
                <a:gd name="connsiteY60" fmla="*/ 291767 h 354836"/>
                <a:gd name="connsiteX61" fmla="*/ 87916 w 359668"/>
                <a:gd name="connsiteY61" fmla="*/ 280992 h 354836"/>
                <a:gd name="connsiteX62" fmla="*/ 93134 w 359668"/>
                <a:gd name="connsiteY62" fmla="*/ 285370 h 354836"/>
                <a:gd name="connsiteX63" fmla="*/ 95319 w 359668"/>
                <a:gd name="connsiteY63" fmla="*/ 290421 h 354836"/>
                <a:gd name="connsiteX64" fmla="*/ 91786 w 359668"/>
                <a:gd name="connsiteY64" fmla="*/ 327292 h 354836"/>
                <a:gd name="connsiteX65" fmla="*/ 100205 w 359668"/>
                <a:gd name="connsiteY65" fmla="*/ 340761 h 354836"/>
                <a:gd name="connsiteX66" fmla="*/ 136910 w 359668"/>
                <a:gd name="connsiteY66" fmla="*/ 354059 h 354836"/>
                <a:gd name="connsiteX67" fmla="*/ 152064 w 359668"/>
                <a:gd name="connsiteY67" fmla="*/ 349179 h 354836"/>
                <a:gd name="connsiteX68" fmla="*/ 173107 w 359668"/>
                <a:gd name="connsiteY68" fmla="*/ 318706 h 354836"/>
                <a:gd name="connsiteX69" fmla="*/ 177987 w 359668"/>
                <a:gd name="connsiteY69" fmla="*/ 316184 h 354836"/>
                <a:gd name="connsiteX70" fmla="*/ 179836 w 359668"/>
                <a:gd name="connsiteY70" fmla="*/ 316184 h 354836"/>
                <a:gd name="connsiteX71" fmla="*/ 181686 w 359668"/>
                <a:gd name="connsiteY71" fmla="*/ 316184 h 354836"/>
                <a:gd name="connsiteX72" fmla="*/ 186560 w 359668"/>
                <a:gd name="connsiteY72" fmla="*/ 318706 h 354836"/>
                <a:gd name="connsiteX73" fmla="*/ 179827 w 359668"/>
                <a:gd name="connsiteY73" fmla="*/ 262812 h 354836"/>
                <a:gd name="connsiteX74" fmla="*/ 94638 w 359668"/>
                <a:gd name="connsiteY74" fmla="*/ 177623 h 354836"/>
                <a:gd name="connsiteX75" fmla="*/ 179827 w 359668"/>
                <a:gd name="connsiteY75" fmla="*/ 92433 h 354836"/>
                <a:gd name="connsiteX76" fmla="*/ 265016 w 359668"/>
                <a:gd name="connsiteY76" fmla="*/ 177623 h 354836"/>
                <a:gd name="connsiteX77" fmla="*/ 179827 w 359668"/>
                <a:gd name="connsiteY77" fmla="*/ 262812 h 354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59668" h="354836">
                  <a:moveTo>
                    <a:pt x="186562" y="318706"/>
                  </a:moveTo>
                  <a:cubicBezTo>
                    <a:pt x="193633" y="328808"/>
                    <a:pt x="200533" y="339076"/>
                    <a:pt x="207605" y="349179"/>
                  </a:cubicBezTo>
                  <a:cubicBezTo>
                    <a:pt x="210972" y="354059"/>
                    <a:pt x="217199" y="356079"/>
                    <a:pt x="222758" y="354059"/>
                  </a:cubicBezTo>
                  <a:cubicBezTo>
                    <a:pt x="235047" y="349682"/>
                    <a:pt x="247169" y="345138"/>
                    <a:pt x="259463" y="340761"/>
                  </a:cubicBezTo>
                  <a:cubicBezTo>
                    <a:pt x="265018" y="338740"/>
                    <a:pt x="268556" y="333187"/>
                    <a:pt x="267882" y="327292"/>
                  </a:cubicBezTo>
                  <a:cubicBezTo>
                    <a:pt x="266706" y="315003"/>
                    <a:pt x="265524" y="302710"/>
                    <a:pt x="264349" y="290421"/>
                  </a:cubicBezTo>
                  <a:cubicBezTo>
                    <a:pt x="264183" y="288400"/>
                    <a:pt x="265022" y="286551"/>
                    <a:pt x="266535" y="285370"/>
                  </a:cubicBezTo>
                  <a:cubicBezTo>
                    <a:pt x="267545" y="284530"/>
                    <a:pt x="268385" y="283857"/>
                    <a:pt x="269394" y="283013"/>
                  </a:cubicBezTo>
                  <a:cubicBezTo>
                    <a:pt x="270907" y="281666"/>
                    <a:pt x="272927" y="281329"/>
                    <a:pt x="274783" y="281837"/>
                  </a:cubicBezTo>
                  <a:cubicBezTo>
                    <a:pt x="286733" y="285204"/>
                    <a:pt x="298520" y="288400"/>
                    <a:pt x="310477" y="291767"/>
                  </a:cubicBezTo>
                  <a:cubicBezTo>
                    <a:pt x="316201" y="293281"/>
                    <a:pt x="322262" y="290929"/>
                    <a:pt x="325123" y="285707"/>
                  </a:cubicBezTo>
                  <a:cubicBezTo>
                    <a:pt x="331686" y="274428"/>
                    <a:pt x="338084" y="263145"/>
                    <a:pt x="344654" y="251866"/>
                  </a:cubicBezTo>
                  <a:cubicBezTo>
                    <a:pt x="347684" y="246816"/>
                    <a:pt x="346674" y="240251"/>
                    <a:pt x="342467" y="236039"/>
                  </a:cubicBezTo>
                  <a:cubicBezTo>
                    <a:pt x="333713" y="227454"/>
                    <a:pt x="324957" y="218700"/>
                    <a:pt x="316035" y="210110"/>
                  </a:cubicBezTo>
                  <a:cubicBezTo>
                    <a:pt x="314689" y="208762"/>
                    <a:pt x="314015" y="206743"/>
                    <a:pt x="314352" y="204893"/>
                  </a:cubicBezTo>
                  <a:cubicBezTo>
                    <a:pt x="314518" y="203717"/>
                    <a:pt x="314855" y="202370"/>
                    <a:pt x="315026" y="201188"/>
                  </a:cubicBezTo>
                  <a:cubicBezTo>
                    <a:pt x="315363" y="199340"/>
                    <a:pt x="316538" y="197655"/>
                    <a:pt x="318393" y="196812"/>
                  </a:cubicBezTo>
                  <a:cubicBezTo>
                    <a:pt x="329672" y="191760"/>
                    <a:pt x="340784" y="186543"/>
                    <a:pt x="352068" y="181492"/>
                  </a:cubicBezTo>
                  <a:cubicBezTo>
                    <a:pt x="357455" y="178969"/>
                    <a:pt x="360485" y="173245"/>
                    <a:pt x="359476" y="167349"/>
                  </a:cubicBezTo>
                  <a:cubicBezTo>
                    <a:pt x="357289" y="154553"/>
                    <a:pt x="354932" y="141757"/>
                    <a:pt x="352741" y="128962"/>
                  </a:cubicBezTo>
                  <a:cubicBezTo>
                    <a:pt x="351731" y="123071"/>
                    <a:pt x="346850" y="118693"/>
                    <a:pt x="340955" y="118186"/>
                  </a:cubicBezTo>
                  <a:cubicBezTo>
                    <a:pt x="328666" y="117175"/>
                    <a:pt x="316373" y="116165"/>
                    <a:pt x="304085" y="115325"/>
                  </a:cubicBezTo>
                  <a:cubicBezTo>
                    <a:pt x="302063" y="115160"/>
                    <a:pt x="300380" y="113979"/>
                    <a:pt x="299370" y="112295"/>
                  </a:cubicBezTo>
                  <a:cubicBezTo>
                    <a:pt x="298696" y="111286"/>
                    <a:pt x="298193" y="110109"/>
                    <a:pt x="297521" y="109099"/>
                  </a:cubicBezTo>
                  <a:cubicBezTo>
                    <a:pt x="296510" y="107416"/>
                    <a:pt x="296345" y="105394"/>
                    <a:pt x="297184" y="103546"/>
                  </a:cubicBezTo>
                  <a:cubicBezTo>
                    <a:pt x="302400" y="92433"/>
                    <a:pt x="307789" y="81321"/>
                    <a:pt x="313011" y="70208"/>
                  </a:cubicBezTo>
                  <a:cubicBezTo>
                    <a:pt x="315534" y="64820"/>
                    <a:pt x="314186" y="58422"/>
                    <a:pt x="309644" y="54718"/>
                  </a:cubicBezTo>
                  <a:cubicBezTo>
                    <a:pt x="299712" y="46299"/>
                    <a:pt x="289777" y="38052"/>
                    <a:pt x="279845" y="29633"/>
                  </a:cubicBezTo>
                  <a:cubicBezTo>
                    <a:pt x="275301" y="25763"/>
                    <a:pt x="268732" y="25592"/>
                    <a:pt x="264018" y="28960"/>
                  </a:cubicBezTo>
                  <a:cubicBezTo>
                    <a:pt x="253914" y="36031"/>
                    <a:pt x="243985" y="43268"/>
                    <a:pt x="233882" y="50340"/>
                  </a:cubicBezTo>
                  <a:cubicBezTo>
                    <a:pt x="232368" y="51515"/>
                    <a:pt x="230177" y="51686"/>
                    <a:pt x="228493" y="51014"/>
                  </a:cubicBezTo>
                  <a:cubicBezTo>
                    <a:pt x="227317" y="50511"/>
                    <a:pt x="226136" y="50174"/>
                    <a:pt x="224960" y="49666"/>
                  </a:cubicBezTo>
                  <a:cubicBezTo>
                    <a:pt x="223110" y="48992"/>
                    <a:pt x="221764" y="47480"/>
                    <a:pt x="221256" y="45625"/>
                  </a:cubicBezTo>
                  <a:cubicBezTo>
                    <a:pt x="218225" y="33673"/>
                    <a:pt x="215029" y="21717"/>
                    <a:pt x="211997" y="9765"/>
                  </a:cubicBezTo>
                  <a:cubicBezTo>
                    <a:pt x="210486" y="4041"/>
                    <a:pt x="205263" y="0"/>
                    <a:pt x="199373" y="0"/>
                  </a:cubicBezTo>
                  <a:lnTo>
                    <a:pt x="160296" y="0"/>
                  </a:lnTo>
                  <a:cubicBezTo>
                    <a:pt x="154406" y="0"/>
                    <a:pt x="149183" y="4041"/>
                    <a:pt x="147670" y="9765"/>
                  </a:cubicBezTo>
                  <a:cubicBezTo>
                    <a:pt x="144639" y="21717"/>
                    <a:pt x="141443" y="33673"/>
                    <a:pt x="138413" y="45625"/>
                  </a:cubicBezTo>
                  <a:cubicBezTo>
                    <a:pt x="137910" y="47475"/>
                    <a:pt x="136563" y="48992"/>
                    <a:pt x="134708" y="49666"/>
                  </a:cubicBezTo>
                  <a:cubicBezTo>
                    <a:pt x="133532" y="50003"/>
                    <a:pt x="132352" y="50506"/>
                    <a:pt x="131175" y="51014"/>
                  </a:cubicBezTo>
                  <a:cubicBezTo>
                    <a:pt x="129325" y="51686"/>
                    <a:pt x="127305" y="51515"/>
                    <a:pt x="125787" y="50340"/>
                  </a:cubicBezTo>
                  <a:cubicBezTo>
                    <a:pt x="115685" y="43268"/>
                    <a:pt x="105754" y="36031"/>
                    <a:pt x="95651" y="28960"/>
                  </a:cubicBezTo>
                  <a:cubicBezTo>
                    <a:pt x="90772" y="25592"/>
                    <a:pt x="84374" y="25763"/>
                    <a:pt x="79824" y="29633"/>
                  </a:cubicBezTo>
                  <a:cubicBezTo>
                    <a:pt x="69893" y="38051"/>
                    <a:pt x="59957" y="46299"/>
                    <a:pt x="50024" y="54718"/>
                  </a:cubicBezTo>
                  <a:cubicBezTo>
                    <a:pt x="45482" y="58588"/>
                    <a:pt x="44135" y="64985"/>
                    <a:pt x="46657" y="70208"/>
                  </a:cubicBezTo>
                  <a:cubicBezTo>
                    <a:pt x="51875" y="81319"/>
                    <a:pt x="57262" y="92433"/>
                    <a:pt x="62484" y="103546"/>
                  </a:cubicBezTo>
                  <a:cubicBezTo>
                    <a:pt x="63324" y="105229"/>
                    <a:pt x="63158" y="107416"/>
                    <a:pt x="62148" y="109099"/>
                  </a:cubicBezTo>
                  <a:cubicBezTo>
                    <a:pt x="61475" y="110109"/>
                    <a:pt x="60973" y="111284"/>
                    <a:pt x="60299" y="112295"/>
                  </a:cubicBezTo>
                  <a:cubicBezTo>
                    <a:pt x="59288" y="113979"/>
                    <a:pt x="57605" y="115154"/>
                    <a:pt x="55584" y="115325"/>
                  </a:cubicBezTo>
                  <a:cubicBezTo>
                    <a:pt x="43296" y="116336"/>
                    <a:pt x="31002" y="117346"/>
                    <a:pt x="18713" y="118186"/>
                  </a:cubicBezTo>
                  <a:cubicBezTo>
                    <a:pt x="12824" y="118689"/>
                    <a:pt x="7938" y="123065"/>
                    <a:pt x="6927" y="128962"/>
                  </a:cubicBezTo>
                  <a:cubicBezTo>
                    <a:pt x="4742" y="141757"/>
                    <a:pt x="2385" y="154554"/>
                    <a:pt x="193" y="167349"/>
                  </a:cubicBezTo>
                  <a:cubicBezTo>
                    <a:pt x="-817" y="173239"/>
                    <a:pt x="2214" y="178963"/>
                    <a:pt x="7601" y="181492"/>
                  </a:cubicBezTo>
                  <a:cubicBezTo>
                    <a:pt x="18879" y="186543"/>
                    <a:pt x="29992" y="191760"/>
                    <a:pt x="41275" y="196812"/>
                  </a:cubicBezTo>
                  <a:cubicBezTo>
                    <a:pt x="43125" y="197651"/>
                    <a:pt x="44306" y="199334"/>
                    <a:pt x="44643" y="201188"/>
                  </a:cubicBezTo>
                  <a:cubicBezTo>
                    <a:pt x="44808" y="202365"/>
                    <a:pt x="44979" y="203712"/>
                    <a:pt x="45316" y="204893"/>
                  </a:cubicBezTo>
                  <a:cubicBezTo>
                    <a:pt x="45653" y="206743"/>
                    <a:pt x="45151" y="208762"/>
                    <a:pt x="43633" y="210110"/>
                  </a:cubicBezTo>
                  <a:cubicBezTo>
                    <a:pt x="34878" y="218695"/>
                    <a:pt x="26123" y="227449"/>
                    <a:pt x="17201" y="236039"/>
                  </a:cubicBezTo>
                  <a:cubicBezTo>
                    <a:pt x="12995" y="240246"/>
                    <a:pt x="12150" y="246644"/>
                    <a:pt x="15015" y="251866"/>
                  </a:cubicBezTo>
                  <a:cubicBezTo>
                    <a:pt x="21578" y="263145"/>
                    <a:pt x="27977" y="274428"/>
                    <a:pt x="34546" y="285707"/>
                  </a:cubicBezTo>
                  <a:cubicBezTo>
                    <a:pt x="37578" y="290758"/>
                    <a:pt x="43639" y="293281"/>
                    <a:pt x="49192" y="291767"/>
                  </a:cubicBezTo>
                  <a:cubicBezTo>
                    <a:pt x="62154" y="288234"/>
                    <a:pt x="74950" y="284696"/>
                    <a:pt x="87916" y="280992"/>
                  </a:cubicBezTo>
                  <a:cubicBezTo>
                    <a:pt x="89601" y="282505"/>
                    <a:pt x="91284" y="284024"/>
                    <a:pt x="93134" y="285370"/>
                  </a:cubicBezTo>
                  <a:cubicBezTo>
                    <a:pt x="94647" y="286546"/>
                    <a:pt x="95490" y="288566"/>
                    <a:pt x="95319" y="290421"/>
                  </a:cubicBezTo>
                  <a:cubicBezTo>
                    <a:pt x="94144" y="302709"/>
                    <a:pt x="92963" y="315003"/>
                    <a:pt x="91786" y="327292"/>
                  </a:cubicBezTo>
                  <a:cubicBezTo>
                    <a:pt x="91284" y="333182"/>
                    <a:pt x="94646" y="338741"/>
                    <a:pt x="100205" y="340761"/>
                  </a:cubicBezTo>
                  <a:cubicBezTo>
                    <a:pt x="112494" y="345139"/>
                    <a:pt x="124616" y="349682"/>
                    <a:pt x="136910" y="354059"/>
                  </a:cubicBezTo>
                  <a:cubicBezTo>
                    <a:pt x="142463" y="356079"/>
                    <a:pt x="148696" y="354059"/>
                    <a:pt x="152064" y="349179"/>
                  </a:cubicBezTo>
                  <a:cubicBezTo>
                    <a:pt x="159135" y="339077"/>
                    <a:pt x="166035" y="328809"/>
                    <a:pt x="173107" y="318706"/>
                  </a:cubicBezTo>
                  <a:cubicBezTo>
                    <a:pt x="174283" y="317023"/>
                    <a:pt x="176137" y="316184"/>
                    <a:pt x="177987" y="316184"/>
                  </a:cubicBezTo>
                  <a:lnTo>
                    <a:pt x="179836" y="316184"/>
                  </a:lnTo>
                  <a:lnTo>
                    <a:pt x="181686" y="316184"/>
                  </a:lnTo>
                  <a:cubicBezTo>
                    <a:pt x="183530" y="316184"/>
                    <a:pt x="185380" y="317193"/>
                    <a:pt x="186560" y="318706"/>
                  </a:cubicBezTo>
                  <a:close/>
                  <a:moveTo>
                    <a:pt x="179827" y="262812"/>
                  </a:moveTo>
                  <a:cubicBezTo>
                    <a:pt x="132854" y="262812"/>
                    <a:pt x="94638" y="224761"/>
                    <a:pt x="94638" y="177623"/>
                  </a:cubicBezTo>
                  <a:cubicBezTo>
                    <a:pt x="94638" y="130650"/>
                    <a:pt x="132689" y="92433"/>
                    <a:pt x="179827" y="92433"/>
                  </a:cubicBezTo>
                  <a:cubicBezTo>
                    <a:pt x="226800" y="92433"/>
                    <a:pt x="265016" y="130484"/>
                    <a:pt x="265016" y="177623"/>
                  </a:cubicBezTo>
                  <a:cubicBezTo>
                    <a:pt x="265016" y="224595"/>
                    <a:pt x="226800" y="262812"/>
                    <a:pt x="179827" y="262812"/>
                  </a:cubicBezTo>
                  <a:close/>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8" name="Freeform: Shape 2077">
              <a:extLst>
                <a:ext uri="{FF2B5EF4-FFF2-40B4-BE49-F238E27FC236}">
                  <a16:creationId xmlns:a16="http://schemas.microsoft.com/office/drawing/2014/main" id="{BBF49645-0314-CE21-5218-C125B08781AF}"/>
                </a:ext>
              </a:extLst>
            </p:cNvPr>
            <p:cNvSpPr/>
            <p:nvPr/>
          </p:nvSpPr>
          <p:spPr>
            <a:xfrm>
              <a:off x="5298997" y="2599442"/>
              <a:ext cx="248132" cy="245113"/>
            </a:xfrm>
            <a:custGeom>
              <a:avLst/>
              <a:gdLst>
                <a:gd name="connsiteX0" fmla="*/ 41543 w 248132"/>
                <a:gd name="connsiteY0" fmla="*/ 77765 h 245113"/>
                <a:gd name="connsiteX1" fmla="*/ 38346 w 248132"/>
                <a:gd name="connsiteY1" fmla="*/ 79785 h 245113"/>
                <a:gd name="connsiteX2" fmla="*/ 12925 w 248132"/>
                <a:gd name="connsiteY2" fmla="*/ 81806 h 245113"/>
                <a:gd name="connsiteX3" fmla="*/ 4843 w 248132"/>
                <a:gd name="connsiteY3" fmla="*/ 89214 h 245113"/>
                <a:gd name="connsiteX4" fmla="*/ 128 w 248132"/>
                <a:gd name="connsiteY4" fmla="*/ 115646 h 245113"/>
                <a:gd name="connsiteX5" fmla="*/ 5180 w 248132"/>
                <a:gd name="connsiteY5" fmla="*/ 125411 h 245113"/>
                <a:gd name="connsiteX6" fmla="*/ 28416 w 248132"/>
                <a:gd name="connsiteY6" fmla="*/ 136016 h 245113"/>
                <a:gd name="connsiteX7" fmla="*/ 30772 w 248132"/>
                <a:gd name="connsiteY7" fmla="*/ 139046 h 245113"/>
                <a:gd name="connsiteX8" fmla="*/ 31275 w 248132"/>
                <a:gd name="connsiteY8" fmla="*/ 141570 h 245113"/>
                <a:gd name="connsiteX9" fmla="*/ 30099 w 248132"/>
                <a:gd name="connsiteY9" fmla="*/ 145274 h 245113"/>
                <a:gd name="connsiteX10" fmla="*/ 11915 w 248132"/>
                <a:gd name="connsiteY10" fmla="*/ 163122 h 245113"/>
                <a:gd name="connsiteX11" fmla="*/ 10403 w 248132"/>
                <a:gd name="connsiteY11" fmla="*/ 174063 h 245113"/>
                <a:gd name="connsiteX12" fmla="*/ 23872 w 248132"/>
                <a:gd name="connsiteY12" fmla="*/ 197299 h 245113"/>
                <a:gd name="connsiteX13" fmla="*/ 33974 w 248132"/>
                <a:gd name="connsiteY13" fmla="*/ 201504 h 245113"/>
                <a:gd name="connsiteX14" fmla="*/ 60743 w 248132"/>
                <a:gd name="connsiteY14" fmla="*/ 194097 h 245113"/>
                <a:gd name="connsiteX15" fmla="*/ 64276 w 248132"/>
                <a:gd name="connsiteY15" fmla="*/ 197127 h 245113"/>
                <a:gd name="connsiteX16" fmla="*/ 65789 w 248132"/>
                <a:gd name="connsiteY16" fmla="*/ 200661 h 245113"/>
                <a:gd name="connsiteX17" fmla="*/ 63431 w 248132"/>
                <a:gd name="connsiteY17" fmla="*/ 226082 h 245113"/>
                <a:gd name="connsiteX18" fmla="*/ 69322 w 248132"/>
                <a:gd name="connsiteY18" fmla="*/ 235339 h 245113"/>
                <a:gd name="connsiteX19" fmla="*/ 94577 w 248132"/>
                <a:gd name="connsiteY19" fmla="*/ 244597 h 245113"/>
                <a:gd name="connsiteX20" fmla="*/ 105016 w 248132"/>
                <a:gd name="connsiteY20" fmla="*/ 241230 h 245113"/>
                <a:gd name="connsiteX21" fmla="*/ 119496 w 248132"/>
                <a:gd name="connsiteY21" fmla="*/ 220187 h 245113"/>
                <a:gd name="connsiteX22" fmla="*/ 122863 w 248132"/>
                <a:gd name="connsiteY22" fmla="*/ 218502 h 245113"/>
                <a:gd name="connsiteX23" fmla="*/ 124040 w 248132"/>
                <a:gd name="connsiteY23" fmla="*/ 218502 h 245113"/>
                <a:gd name="connsiteX24" fmla="*/ 125215 w 248132"/>
                <a:gd name="connsiteY24" fmla="*/ 218502 h 245113"/>
                <a:gd name="connsiteX25" fmla="*/ 128583 w 248132"/>
                <a:gd name="connsiteY25" fmla="*/ 220187 h 245113"/>
                <a:gd name="connsiteX26" fmla="*/ 143063 w 248132"/>
                <a:gd name="connsiteY26" fmla="*/ 241230 h 245113"/>
                <a:gd name="connsiteX27" fmla="*/ 153502 w 248132"/>
                <a:gd name="connsiteY27" fmla="*/ 244597 h 245113"/>
                <a:gd name="connsiteX28" fmla="*/ 178758 w 248132"/>
                <a:gd name="connsiteY28" fmla="*/ 235339 h 245113"/>
                <a:gd name="connsiteX29" fmla="*/ 184647 w 248132"/>
                <a:gd name="connsiteY29" fmla="*/ 226082 h 245113"/>
                <a:gd name="connsiteX30" fmla="*/ 182291 w 248132"/>
                <a:gd name="connsiteY30" fmla="*/ 200661 h 245113"/>
                <a:gd name="connsiteX31" fmla="*/ 183803 w 248132"/>
                <a:gd name="connsiteY31" fmla="*/ 197127 h 245113"/>
                <a:gd name="connsiteX32" fmla="*/ 185824 w 248132"/>
                <a:gd name="connsiteY32" fmla="*/ 195443 h 245113"/>
                <a:gd name="connsiteX33" fmla="*/ 189528 w 248132"/>
                <a:gd name="connsiteY33" fmla="*/ 194604 h 245113"/>
                <a:gd name="connsiteX34" fmla="*/ 214110 w 248132"/>
                <a:gd name="connsiteY34" fmla="*/ 201340 h 245113"/>
                <a:gd name="connsiteX35" fmla="*/ 224212 w 248132"/>
                <a:gd name="connsiteY35" fmla="*/ 197133 h 245113"/>
                <a:gd name="connsiteX36" fmla="*/ 237681 w 248132"/>
                <a:gd name="connsiteY36" fmla="*/ 173897 h 245113"/>
                <a:gd name="connsiteX37" fmla="*/ 236168 w 248132"/>
                <a:gd name="connsiteY37" fmla="*/ 162956 h 245113"/>
                <a:gd name="connsiteX38" fmla="*/ 217984 w 248132"/>
                <a:gd name="connsiteY38" fmla="*/ 145109 h 245113"/>
                <a:gd name="connsiteX39" fmla="*/ 216808 w 248132"/>
                <a:gd name="connsiteY39" fmla="*/ 141404 h 245113"/>
                <a:gd name="connsiteX40" fmla="*/ 217311 w 248132"/>
                <a:gd name="connsiteY40" fmla="*/ 138881 h 245113"/>
                <a:gd name="connsiteX41" fmla="*/ 219668 w 248132"/>
                <a:gd name="connsiteY41" fmla="*/ 135850 h 245113"/>
                <a:gd name="connsiteX42" fmla="*/ 242904 w 248132"/>
                <a:gd name="connsiteY42" fmla="*/ 125246 h 245113"/>
                <a:gd name="connsiteX43" fmla="*/ 247954 w 248132"/>
                <a:gd name="connsiteY43" fmla="*/ 115481 h 245113"/>
                <a:gd name="connsiteX44" fmla="*/ 243240 w 248132"/>
                <a:gd name="connsiteY44" fmla="*/ 89049 h 245113"/>
                <a:gd name="connsiteX45" fmla="*/ 235158 w 248132"/>
                <a:gd name="connsiteY45" fmla="*/ 81640 h 245113"/>
                <a:gd name="connsiteX46" fmla="*/ 209737 w 248132"/>
                <a:gd name="connsiteY46" fmla="*/ 79619 h 245113"/>
                <a:gd name="connsiteX47" fmla="*/ 206541 w 248132"/>
                <a:gd name="connsiteY47" fmla="*/ 77599 h 245113"/>
                <a:gd name="connsiteX48" fmla="*/ 205193 w 248132"/>
                <a:gd name="connsiteY48" fmla="*/ 75414 h 245113"/>
                <a:gd name="connsiteX49" fmla="*/ 205028 w 248132"/>
                <a:gd name="connsiteY49" fmla="*/ 71544 h 245113"/>
                <a:gd name="connsiteX50" fmla="*/ 215969 w 248132"/>
                <a:gd name="connsiteY50" fmla="*/ 48479 h 245113"/>
                <a:gd name="connsiteX51" fmla="*/ 213612 w 248132"/>
                <a:gd name="connsiteY51" fmla="*/ 37703 h 245113"/>
                <a:gd name="connsiteX52" fmla="*/ 193072 w 248132"/>
                <a:gd name="connsiteY52" fmla="*/ 20364 h 245113"/>
                <a:gd name="connsiteX53" fmla="*/ 182130 w 248132"/>
                <a:gd name="connsiteY53" fmla="*/ 19862 h 245113"/>
                <a:gd name="connsiteX54" fmla="*/ 161424 w 248132"/>
                <a:gd name="connsiteY54" fmla="*/ 34678 h 245113"/>
                <a:gd name="connsiteX55" fmla="*/ 157720 w 248132"/>
                <a:gd name="connsiteY55" fmla="*/ 35181 h 245113"/>
                <a:gd name="connsiteX56" fmla="*/ 155361 w 248132"/>
                <a:gd name="connsiteY56" fmla="*/ 34342 h 245113"/>
                <a:gd name="connsiteX57" fmla="*/ 152839 w 248132"/>
                <a:gd name="connsiteY57" fmla="*/ 31482 h 245113"/>
                <a:gd name="connsiteX58" fmla="*/ 146441 w 248132"/>
                <a:gd name="connsiteY58" fmla="*/ 6735 h 245113"/>
                <a:gd name="connsiteX59" fmla="*/ 137685 w 248132"/>
                <a:gd name="connsiteY59" fmla="*/ 0 h 245113"/>
                <a:gd name="connsiteX60" fmla="*/ 110747 w 248132"/>
                <a:gd name="connsiteY60" fmla="*/ 0 h 245113"/>
                <a:gd name="connsiteX61" fmla="*/ 101992 w 248132"/>
                <a:gd name="connsiteY61" fmla="*/ 6735 h 245113"/>
                <a:gd name="connsiteX62" fmla="*/ 95595 w 248132"/>
                <a:gd name="connsiteY62" fmla="*/ 31482 h 245113"/>
                <a:gd name="connsiteX63" fmla="*/ 93071 w 248132"/>
                <a:gd name="connsiteY63" fmla="*/ 34342 h 245113"/>
                <a:gd name="connsiteX64" fmla="*/ 90714 w 248132"/>
                <a:gd name="connsiteY64" fmla="*/ 35181 h 245113"/>
                <a:gd name="connsiteX65" fmla="*/ 87010 w 248132"/>
                <a:gd name="connsiteY65" fmla="*/ 34678 h 245113"/>
                <a:gd name="connsiteX66" fmla="*/ 66303 w 248132"/>
                <a:gd name="connsiteY66" fmla="*/ 19862 h 245113"/>
                <a:gd name="connsiteX67" fmla="*/ 55362 w 248132"/>
                <a:gd name="connsiteY67" fmla="*/ 20364 h 245113"/>
                <a:gd name="connsiteX68" fmla="*/ 34821 w 248132"/>
                <a:gd name="connsiteY68" fmla="*/ 37703 h 245113"/>
                <a:gd name="connsiteX69" fmla="*/ 32465 w 248132"/>
                <a:gd name="connsiteY69" fmla="*/ 48479 h 245113"/>
                <a:gd name="connsiteX70" fmla="*/ 43406 w 248132"/>
                <a:gd name="connsiteY70" fmla="*/ 71544 h 245113"/>
                <a:gd name="connsiteX71" fmla="*/ 43240 w 248132"/>
                <a:gd name="connsiteY71" fmla="*/ 75414 h 245113"/>
                <a:gd name="connsiteX72" fmla="*/ 41545 w 248132"/>
                <a:gd name="connsiteY72" fmla="*/ 77765 h 245113"/>
                <a:gd name="connsiteX73" fmla="*/ 124038 w 248132"/>
                <a:gd name="connsiteY73" fmla="*/ 63959 h 245113"/>
                <a:gd name="connsiteX74" fmla="*/ 182797 w 248132"/>
                <a:gd name="connsiteY74" fmla="*/ 122718 h 245113"/>
                <a:gd name="connsiteX75" fmla="*/ 124038 w 248132"/>
                <a:gd name="connsiteY75" fmla="*/ 181477 h 245113"/>
                <a:gd name="connsiteX76" fmla="*/ 65280 w 248132"/>
                <a:gd name="connsiteY76" fmla="*/ 122718 h 245113"/>
                <a:gd name="connsiteX77" fmla="*/ 124038 w 248132"/>
                <a:gd name="connsiteY77" fmla="*/ 63959 h 24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48132" h="245113">
                  <a:moveTo>
                    <a:pt x="41543" y="77765"/>
                  </a:moveTo>
                  <a:cubicBezTo>
                    <a:pt x="40869" y="78941"/>
                    <a:pt x="39693" y="79785"/>
                    <a:pt x="38346" y="79785"/>
                  </a:cubicBezTo>
                  <a:cubicBezTo>
                    <a:pt x="29928" y="80459"/>
                    <a:pt x="21344" y="81132"/>
                    <a:pt x="12925" y="81806"/>
                  </a:cubicBezTo>
                  <a:cubicBezTo>
                    <a:pt x="8884" y="82143"/>
                    <a:pt x="5517" y="85173"/>
                    <a:pt x="4843" y="89214"/>
                  </a:cubicBezTo>
                  <a:cubicBezTo>
                    <a:pt x="3330" y="97969"/>
                    <a:pt x="1813" y="106891"/>
                    <a:pt x="128" y="115646"/>
                  </a:cubicBezTo>
                  <a:cubicBezTo>
                    <a:pt x="-545" y="119687"/>
                    <a:pt x="1476" y="123728"/>
                    <a:pt x="5180" y="125411"/>
                  </a:cubicBezTo>
                  <a:cubicBezTo>
                    <a:pt x="12925" y="128944"/>
                    <a:pt x="20670" y="132483"/>
                    <a:pt x="28416" y="136016"/>
                  </a:cubicBezTo>
                  <a:cubicBezTo>
                    <a:pt x="29592" y="136519"/>
                    <a:pt x="30435" y="137700"/>
                    <a:pt x="30772" y="139046"/>
                  </a:cubicBezTo>
                  <a:cubicBezTo>
                    <a:pt x="30938" y="139886"/>
                    <a:pt x="31109" y="140731"/>
                    <a:pt x="31275" y="141570"/>
                  </a:cubicBezTo>
                  <a:cubicBezTo>
                    <a:pt x="31441" y="142916"/>
                    <a:pt x="31109" y="144264"/>
                    <a:pt x="30099" y="145274"/>
                  </a:cubicBezTo>
                  <a:cubicBezTo>
                    <a:pt x="24038" y="151164"/>
                    <a:pt x="17977" y="157225"/>
                    <a:pt x="11915" y="163122"/>
                  </a:cubicBezTo>
                  <a:cubicBezTo>
                    <a:pt x="9055" y="165981"/>
                    <a:pt x="8382" y="170530"/>
                    <a:pt x="10403" y="174063"/>
                  </a:cubicBezTo>
                  <a:cubicBezTo>
                    <a:pt x="14946" y="181807"/>
                    <a:pt x="19323" y="189553"/>
                    <a:pt x="23872" y="197299"/>
                  </a:cubicBezTo>
                  <a:cubicBezTo>
                    <a:pt x="25892" y="200832"/>
                    <a:pt x="30099" y="202515"/>
                    <a:pt x="33974" y="201504"/>
                  </a:cubicBezTo>
                  <a:cubicBezTo>
                    <a:pt x="42895" y="198982"/>
                    <a:pt x="51821" y="196625"/>
                    <a:pt x="60743" y="194097"/>
                  </a:cubicBezTo>
                  <a:cubicBezTo>
                    <a:pt x="61919" y="195106"/>
                    <a:pt x="63099" y="196117"/>
                    <a:pt x="64276" y="197127"/>
                  </a:cubicBezTo>
                  <a:cubicBezTo>
                    <a:pt x="65286" y="197967"/>
                    <a:pt x="65789" y="199313"/>
                    <a:pt x="65789" y="200661"/>
                  </a:cubicBezTo>
                  <a:cubicBezTo>
                    <a:pt x="64949" y="209080"/>
                    <a:pt x="64105" y="217663"/>
                    <a:pt x="63431" y="226082"/>
                  </a:cubicBezTo>
                  <a:cubicBezTo>
                    <a:pt x="63094" y="230123"/>
                    <a:pt x="65452" y="233993"/>
                    <a:pt x="69322" y="235339"/>
                  </a:cubicBezTo>
                  <a:cubicBezTo>
                    <a:pt x="77740" y="238371"/>
                    <a:pt x="86159" y="241401"/>
                    <a:pt x="94577" y="244597"/>
                  </a:cubicBezTo>
                  <a:cubicBezTo>
                    <a:pt x="98447" y="245945"/>
                    <a:pt x="102660" y="244597"/>
                    <a:pt x="105016" y="241230"/>
                  </a:cubicBezTo>
                  <a:cubicBezTo>
                    <a:pt x="109897" y="234159"/>
                    <a:pt x="114610" y="227258"/>
                    <a:pt x="119496" y="220187"/>
                  </a:cubicBezTo>
                  <a:cubicBezTo>
                    <a:pt x="120336" y="219010"/>
                    <a:pt x="121516" y="218502"/>
                    <a:pt x="122863" y="218502"/>
                  </a:cubicBezTo>
                  <a:lnTo>
                    <a:pt x="124040" y="218502"/>
                  </a:lnTo>
                  <a:lnTo>
                    <a:pt x="125215" y="218502"/>
                  </a:lnTo>
                  <a:cubicBezTo>
                    <a:pt x="126562" y="218502"/>
                    <a:pt x="127910" y="219176"/>
                    <a:pt x="128583" y="220187"/>
                  </a:cubicBezTo>
                  <a:cubicBezTo>
                    <a:pt x="133463" y="227258"/>
                    <a:pt x="138177" y="234159"/>
                    <a:pt x="143063" y="241230"/>
                  </a:cubicBezTo>
                  <a:cubicBezTo>
                    <a:pt x="145420" y="244597"/>
                    <a:pt x="149627" y="245945"/>
                    <a:pt x="153502" y="244597"/>
                  </a:cubicBezTo>
                  <a:cubicBezTo>
                    <a:pt x="161920" y="241567"/>
                    <a:pt x="170339" y="238537"/>
                    <a:pt x="178758" y="235339"/>
                  </a:cubicBezTo>
                  <a:cubicBezTo>
                    <a:pt x="182628" y="233993"/>
                    <a:pt x="184984" y="230123"/>
                    <a:pt x="184647" y="226082"/>
                  </a:cubicBezTo>
                  <a:cubicBezTo>
                    <a:pt x="183808" y="217663"/>
                    <a:pt x="182964" y="209080"/>
                    <a:pt x="182291" y="200661"/>
                  </a:cubicBezTo>
                  <a:cubicBezTo>
                    <a:pt x="182125" y="199313"/>
                    <a:pt x="182793" y="197967"/>
                    <a:pt x="183803" y="197127"/>
                  </a:cubicBezTo>
                  <a:cubicBezTo>
                    <a:pt x="184476" y="196625"/>
                    <a:pt x="185150" y="196117"/>
                    <a:pt x="185824" y="195443"/>
                  </a:cubicBezTo>
                  <a:cubicBezTo>
                    <a:pt x="186833" y="194604"/>
                    <a:pt x="188180" y="194268"/>
                    <a:pt x="189528" y="194604"/>
                  </a:cubicBezTo>
                  <a:cubicBezTo>
                    <a:pt x="197776" y="196791"/>
                    <a:pt x="205856" y="199147"/>
                    <a:pt x="214110" y="201340"/>
                  </a:cubicBezTo>
                  <a:cubicBezTo>
                    <a:pt x="217980" y="202349"/>
                    <a:pt x="222192" y="200666"/>
                    <a:pt x="224212" y="197133"/>
                  </a:cubicBezTo>
                  <a:cubicBezTo>
                    <a:pt x="228755" y="189388"/>
                    <a:pt x="233133" y="181642"/>
                    <a:pt x="237681" y="173897"/>
                  </a:cubicBezTo>
                  <a:cubicBezTo>
                    <a:pt x="239701" y="170364"/>
                    <a:pt x="239194" y="165815"/>
                    <a:pt x="236168" y="162956"/>
                  </a:cubicBezTo>
                  <a:cubicBezTo>
                    <a:pt x="230107" y="157065"/>
                    <a:pt x="224046" y="151004"/>
                    <a:pt x="217984" y="145109"/>
                  </a:cubicBezTo>
                  <a:cubicBezTo>
                    <a:pt x="216974" y="144098"/>
                    <a:pt x="216637" y="142751"/>
                    <a:pt x="216808" y="141404"/>
                  </a:cubicBezTo>
                  <a:cubicBezTo>
                    <a:pt x="216974" y="140565"/>
                    <a:pt x="217145" y="139720"/>
                    <a:pt x="217311" y="138881"/>
                  </a:cubicBezTo>
                  <a:cubicBezTo>
                    <a:pt x="217477" y="137534"/>
                    <a:pt x="218320" y="136358"/>
                    <a:pt x="219668" y="135850"/>
                  </a:cubicBezTo>
                  <a:cubicBezTo>
                    <a:pt x="227413" y="132317"/>
                    <a:pt x="235158" y="128779"/>
                    <a:pt x="242904" y="125246"/>
                  </a:cubicBezTo>
                  <a:cubicBezTo>
                    <a:pt x="246608" y="123563"/>
                    <a:pt x="248793" y="119522"/>
                    <a:pt x="247954" y="115481"/>
                  </a:cubicBezTo>
                  <a:cubicBezTo>
                    <a:pt x="246442" y="106725"/>
                    <a:pt x="244923" y="97804"/>
                    <a:pt x="243240" y="89049"/>
                  </a:cubicBezTo>
                  <a:cubicBezTo>
                    <a:pt x="242567" y="85008"/>
                    <a:pt x="239199" y="81977"/>
                    <a:pt x="235158" y="81640"/>
                  </a:cubicBezTo>
                  <a:cubicBezTo>
                    <a:pt x="226739" y="80967"/>
                    <a:pt x="218156" y="80293"/>
                    <a:pt x="209737" y="79619"/>
                  </a:cubicBezTo>
                  <a:cubicBezTo>
                    <a:pt x="208390" y="79453"/>
                    <a:pt x="207215" y="78781"/>
                    <a:pt x="206541" y="77599"/>
                  </a:cubicBezTo>
                  <a:cubicBezTo>
                    <a:pt x="206204" y="76926"/>
                    <a:pt x="205701" y="76086"/>
                    <a:pt x="205193" y="75414"/>
                  </a:cubicBezTo>
                  <a:cubicBezTo>
                    <a:pt x="204520" y="74237"/>
                    <a:pt x="204354" y="72890"/>
                    <a:pt x="205028" y="71544"/>
                  </a:cubicBezTo>
                  <a:cubicBezTo>
                    <a:pt x="208732" y="63799"/>
                    <a:pt x="212265" y="56224"/>
                    <a:pt x="215969" y="48479"/>
                  </a:cubicBezTo>
                  <a:cubicBezTo>
                    <a:pt x="217653" y="44775"/>
                    <a:pt x="216808" y="40397"/>
                    <a:pt x="213612" y="37703"/>
                  </a:cubicBezTo>
                  <a:cubicBezTo>
                    <a:pt x="206712" y="31978"/>
                    <a:pt x="199806" y="26254"/>
                    <a:pt x="193072" y="20364"/>
                  </a:cubicBezTo>
                  <a:cubicBezTo>
                    <a:pt x="189875" y="17669"/>
                    <a:pt x="185497" y="17504"/>
                    <a:pt x="182130" y="19862"/>
                  </a:cubicBezTo>
                  <a:cubicBezTo>
                    <a:pt x="175230" y="24741"/>
                    <a:pt x="168324" y="29793"/>
                    <a:pt x="161424" y="34678"/>
                  </a:cubicBezTo>
                  <a:cubicBezTo>
                    <a:pt x="160247" y="35518"/>
                    <a:pt x="158901" y="35688"/>
                    <a:pt x="157720" y="35181"/>
                  </a:cubicBezTo>
                  <a:cubicBezTo>
                    <a:pt x="156880" y="34844"/>
                    <a:pt x="156035" y="34507"/>
                    <a:pt x="155361" y="34342"/>
                  </a:cubicBezTo>
                  <a:cubicBezTo>
                    <a:pt x="154015" y="33839"/>
                    <a:pt x="153176" y="32828"/>
                    <a:pt x="152839" y="31482"/>
                  </a:cubicBezTo>
                  <a:cubicBezTo>
                    <a:pt x="150653" y="23234"/>
                    <a:pt x="148632" y="14982"/>
                    <a:pt x="146441" y="6735"/>
                  </a:cubicBezTo>
                  <a:cubicBezTo>
                    <a:pt x="145431" y="2865"/>
                    <a:pt x="141898" y="0"/>
                    <a:pt x="137685" y="0"/>
                  </a:cubicBezTo>
                  <a:lnTo>
                    <a:pt x="110747" y="0"/>
                  </a:lnTo>
                  <a:cubicBezTo>
                    <a:pt x="106707" y="0"/>
                    <a:pt x="103174" y="2694"/>
                    <a:pt x="101992" y="6735"/>
                  </a:cubicBezTo>
                  <a:cubicBezTo>
                    <a:pt x="99805" y="14981"/>
                    <a:pt x="97786" y="23234"/>
                    <a:pt x="95595" y="31482"/>
                  </a:cubicBezTo>
                  <a:cubicBezTo>
                    <a:pt x="95258" y="32828"/>
                    <a:pt x="94247" y="33839"/>
                    <a:pt x="93071" y="34342"/>
                  </a:cubicBezTo>
                  <a:cubicBezTo>
                    <a:pt x="92231" y="34678"/>
                    <a:pt x="91388" y="34844"/>
                    <a:pt x="90714" y="35181"/>
                  </a:cubicBezTo>
                  <a:cubicBezTo>
                    <a:pt x="89538" y="35684"/>
                    <a:pt x="88021" y="35518"/>
                    <a:pt x="87010" y="34678"/>
                  </a:cubicBezTo>
                  <a:cubicBezTo>
                    <a:pt x="80110" y="29798"/>
                    <a:pt x="73204" y="24746"/>
                    <a:pt x="66303" y="19862"/>
                  </a:cubicBezTo>
                  <a:cubicBezTo>
                    <a:pt x="62936" y="17504"/>
                    <a:pt x="58393" y="17675"/>
                    <a:pt x="55362" y="20364"/>
                  </a:cubicBezTo>
                  <a:cubicBezTo>
                    <a:pt x="48462" y="26088"/>
                    <a:pt x="41556" y="31812"/>
                    <a:pt x="34821" y="37703"/>
                  </a:cubicBezTo>
                  <a:cubicBezTo>
                    <a:pt x="31625" y="40397"/>
                    <a:pt x="30780" y="44775"/>
                    <a:pt x="32465" y="48479"/>
                  </a:cubicBezTo>
                  <a:cubicBezTo>
                    <a:pt x="36169" y="56223"/>
                    <a:pt x="39702" y="63799"/>
                    <a:pt x="43406" y="71544"/>
                  </a:cubicBezTo>
                  <a:cubicBezTo>
                    <a:pt x="43909" y="72719"/>
                    <a:pt x="43909" y="74237"/>
                    <a:pt x="43240" y="75414"/>
                  </a:cubicBezTo>
                  <a:cubicBezTo>
                    <a:pt x="42390" y="76253"/>
                    <a:pt x="41882" y="76926"/>
                    <a:pt x="41545" y="77765"/>
                  </a:cubicBezTo>
                  <a:close/>
                  <a:moveTo>
                    <a:pt x="124038" y="63959"/>
                  </a:moveTo>
                  <a:cubicBezTo>
                    <a:pt x="156531" y="63959"/>
                    <a:pt x="182797" y="90225"/>
                    <a:pt x="182797" y="122718"/>
                  </a:cubicBezTo>
                  <a:cubicBezTo>
                    <a:pt x="182797" y="155210"/>
                    <a:pt x="156531" y="181477"/>
                    <a:pt x="124038" y="181477"/>
                  </a:cubicBezTo>
                  <a:cubicBezTo>
                    <a:pt x="91546" y="181477"/>
                    <a:pt x="65280" y="155210"/>
                    <a:pt x="65280" y="122718"/>
                  </a:cubicBezTo>
                  <a:cubicBezTo>
                    <a:pt x="65280" y="90225"/>
                    <a:pt x="91546" y="63959"/>
                    <a:pt x="124038" y="63959"/>
                  </a:cubicBezTo>
                  <a:close/>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79" name="Freeform: Shape 2078">
              <a:extLst>
                <a:ext uri="{FF2B5EF4-FFF2-40B4-BE49-F238E27FC236}">
                  <a16:creationId xmlns:a16="http://schemas.microsoft.com/office/drawing/2014/main" id="{FFAC2364-A6DF-A188-B21C-890EF8E5A63C}"/>
                </a:ext>
              </a:extLst>
            </p:cNvPr>
            <p:cNvSpPr/>
            <p:nvPr/>
          </p:nvSpPr>
          <p:spPr>
            <a:xfrm>
              <a:off x="5366039" y="2879905"/>
              <a:ext cx="195299" cy="192028"/>
            </a:xfrm>
            <a:custGeom>
              <a:avLst/>
              <a:gdLst>
                <a:gd name="connsiteX0" fmla="*/ 169961 w 195299"/>
                <a:gd name="connsiteY0" fmla="*/ 37881 h 192028"/>
                <a:gd name="connsiteX1" fmla="*/ 168111 w 195299"/>
                <a:gd name="connsiteY1" fmla="*/ 29462 h 192028"/>
                <a:gd name="connsiteX2" fmla="*/ 151948 w 195299"/>
                <a:gd name="connsiteY2" fmla="*/ 15827 h 192028"/>
                <a:gd name="connsiteX3" fmla="*/ 143364 w 195299"/>
                <a:gd name="connsiteY3" fmla="*/ 15490 h 192028"/>
                <a:gd name="connsiteX4" fmla="*/ 127035 w 195299"/>
                <a:gd name="connsiteY4" fmla="*/ 27106 h 192028"/>
                <a:gd name="connsiteX5" fmla="*/ 124005 w 195299"/>
                <a:gd name="connsiteY5" fmla="*/ 27442 h 192028"/>
                <a:gd name="connsiteX6" fmla="*/ 122155 w 195299"/>
                <a:gd name="connsiteY6" fmla="*/ 26769 h 192028"/>
                <a:gd name="connsiteX7" fmla="*/ 120135 w 195299"/>
                <a:gd name="connsiteY7" fmla="*/ 24583 h 192028"/>
                <a:gd name="connsiteX8" fmla="*/ 115083 w 195299"/>
                <a:gd name="connsiteY8" fmla="*/ 5223 h 192028"/>
                <a:gd name="connsiteX9" fmla="*/ 108183 w 195299"/>
                <a:gd name="connsiteY9" fmla="*/ 5 h 192028"/>
                <a:gd name="connsiteX10" fmla="*/ 87123 w 195299"/>
                <a:gd name="connsiteY10" fmla="*/ 0 h 192028"/>
                <a:gd name="connsiteX11" fmla="*/ 80223 w 195299"/>
                <a:gd name="connsiteY11" fmla="*/ 5217 h 192028"/>
                <a:gd name="connsiteX12" fmla="*/ 75171 w 195299"/>
                <a:gd name="connsiteY12" fmla="*/ 24578 h 192028"/>
                <a:gd name="connsiteX13" fmla="*/ 73152 w 195299"/>
                <a:gd name="connsiteY13" fmla="*/ 26763 h 192028"/>
                <a:gd name="connsiteX14" fmla="*/ 71301 w 195299"/>
                <a:gd name="connsiteY14" fmla="*/ 27437 h 192028"/>
                <a:gd name="connsiteX15" fmla="*/ 68271 w 195299"/>
                <a:gd name="connsiteY15" fmla="*/ 27100 h 192028"/>
                <a:gd name="connsiteX16" fmla="*/ 51942 w 195299"/>
                <a:gd name="connsiteY16" fmla="*/ 15486 h 192028"/>
                <a:gd name="connsiteX17" fmla="*/ 43359 w 195299"/>
                <a:gd name="connsiteY17" fmla="*/ 15822 h 192028"/>
                <a:gd name="connsiteX18" fmla="*/ 27195 w 195299"/>
                <a:gd name="connsiteY18" fmla="*/ 29457 h 192028"/>
                <a:gd name="connsiteX19" fmla="*/ 25345 w 195299"/>
                <a:gd name="connsiteY19" fmla="*/ 37876 h 192028"/>
                <a:gd name="connsiteX20" fmla="*/ 33930 w 195299"/>
                <a:gd name="connsiteY20" fmla="*/ 56060 h 192028"/>
                <a:gd name="connsiteX21" fmla="*/ 33764 w 195299"/>
                <a:gd name="connsiteY21" fmla="*/ 59090 h 192028"/>
                <a:gd name="connsiteX22" fmla="*/ 32753 w 195299"/>
                <a:gd name="connsiteY22" fmla="*/ 60775 h 192028"/>
                <a:gd name="connsiteX23" fmla="*/ 30231 w 195299"/>
                <a:gd name="connsiteY23" fmla="*/ 62458 h 192028"/>
                <a:gd name="connsiteX24" fmla="*/ 10198 w 195299"/>
                <a:gd name="connsiteY24" fmla="*/ 63971 h 192028"/>
                <a:gd name="connsiteX25" fmla="*/ 3799 w 195299"/>
                <a:gd name="connsiteY25" fmla="*/ 69695 h 192028"/>
                <a:gd name="connsiteX26" fmla="*/ 95 w 195299"/>
                <a:gd name="connsiteY26" fmla="*/ 90573 h 192028"/>
                <a:gd name="connsiteX27" fmla="*/ 4136 w 195299"/>
                <a:gd name="connsiteY27" fmla="*/ 98147 h 192028"/>
                <a:gd name="connsiteX28" fmla="*/ 22320 w 195299"/>
                <a:gd name="connsiteY28" fmla="*/ 106395 h 192028"/>
                <a:gd name="connsiteX29" fmla="*/ 24170 w 195299"/>
                <a:gd name="connsiteY29" fmla="*/ 108751 h 192028"/>
                <a:gd name="connsiteX30" fmla="*/ 24507 w 195299"/>
                <a:gd name="connsiteY30" fmla="*/ 110772 h 192028"/>
                <a:gd name="connsiteX31" fmla="*/ 23667 w 195299"/>
                <a:gd name="connsiteY31" fmla="*/ 113632 h 192028"/>
                <a:gd name="connsiteX32" fmla="*/ 9358 w 195299"/>
                <a:gd name="connsiteY32" fmla="*/ 127775 h 192028"/>
                <a:gd name="connsiteX33" fmla="*/ 8182 w 195299"/>
                <a:gd name="connsiteY33" fmla="*/ 136359 h 192028"/>
                <a:gd name="connsiteX34" fmla="*/ 18787 w 195299"/>
                <a:gd name="connsiteY34" fmla="*/ 154709 h 192028"/>
                <a:gd name="connsiteX35" fmla="*/ 26698 w 195299"/>
                <a:gd name="connsiteY35" fmla="*/ 157905 h 192028"/>
                <a:gd name="connsiteX36" fmla="*/ 47741 w 195299"/>
                <a:gd name="connsiteY36" fmla="*/ 152014 h 192028"/>
                <a:gd name="connsiteX37" fmla="*/ 50600 w 195299"/>
                <a:gd name="connsiteY37" fmla="*/ 154372 h 192028"/>
                <a:gd name="connsiteX38" fmla="*/ 51777 w 195299"/>
                <a:gd name="connsiteY38" fmla="*/ 157066 h 192028"/>
                <a:gd name="connsiteX39" fmla="*/ 49928 w 195299"/>
                <a:gd name="connsiteY39" fmla="*/ 177099 h 192028"/>
                <a:gd name="connsiteX40" fmla="*/ 54470 w 195299"/>
                <a:gd name="connsiteY40" fmla="*/ 184336 h 192028"/>
                <a:gd name="connsiteX41" fmla="*/ 74337 w 195299"/>
                <a:gd name="connsiteY41" fmla="*/ 191573 h 192028"/>
                <a:gd name="connsiteX42" fmla="*/ 82585 w 195299"/>
                <a:gd name="connsiteY42" fmla="*/ 188880 h 192028"/>
                <a:gd name="connsiteX43" fmla="*/ 94034 w 195299"/>
                <a:gd name="connsiteY43" fmla="*/ 172380 h 192028"/>
                <a:gd name="connsiteX44" fmla="*/ 96728 w 195299"/>
                <a:gd name="connsiteY44" fmla="*/ 171032 h 192028"/>
                <a:gd name="connsiteX45" fmla="*/ 97739 w 195299"/>
                <a:gd name="connsiteY45" fmla="*/ 171032 h 192028"/>
                <a:gd name="connsiteX46" fmla="*/ 98749 w 195299"/>
                <a:gd name="connsiteY46" fmla="*/ 171032 h 192028"/>
                <a:gd name="connsiteX47" fmla="*/ 101443 w 195299"/>
                <a:gd name="connsiteY47" fmla="*/ 172380 h 192028"/>
                <a:gd name="connsiteX48" fmla="*/ 112892 w 195299"/>
                <a:gd name="connsiteY48" fmla="*/ 188880 h 192028"/>
                <a:gd name="connsiteX49" fmla="*/ 121139 w 195299"/>
                <a:gd name="connsiteY49" fmla="*/ 191573 h 192028"/>
                <a:gd name="connsiteX50" fmla="*/ 141006 w 195299"/>
                <a:gd name="connsiteY50" fmla="*/ 184336 h 192028"/>
                <a:gd name="connsiteX51" fmla="*/ 145549 w 195299"/>
                <a:gd name="connsiteY51" fmla="*/ 177099 h 192028"/>
                <a:gd name="connsiteX52" fmla="*/ 143701 w 195299"/>
                <a:gd name="connsiteY52" fmla="*/ 157066 h 192028"/>
                <a:gd name="connsiteX53" fmla="*/ 144876 w 195299"/>
                <a:gd name="connsiteY53" fmla="*/ 154372 h 192028"/>
                <a:gd name="connsiteX54" fmla="*/ 146389 w 195299"/>
                <a:gd name="connsiteY54" fmla="*/ 153025 h 192028"/>
                <a:gd name="connsiteX55" fmla="*/ 149248 w 195299"/>
                <a:gd name="connsiteY55" fmla="*/ 152351 h 192028"/>
                <a:gd name="connsiteX56" fmla="*/ 168609 w 195299"/>
                <a:gd name="connsiteY56" fmla="*/ 157740 h 192028"/>
                <a:gd name="connsiteX57" fmla="*/ 176520 w 195299"/>
                <a:gd name="connsiteY57" fmla="*/ 154543 h 192028"/>
                <a:gd name="connsiteX58" fmla="*/ 187124 w 195299"/>
                <a:gd name="connsiteY58" fmla="*/ 136194 h 192028"/>
                <a:gd name="connsiteX59" fmla="*/ 185948 w 195299"/>
                <a:gd name="connsiteY59" fmla="*/ 127609 h 192028"/>
                <a:gd name="connsiteX60" fmla="*/ 171639 w 195299"/>
                <a:gd name="connsiteY60" fmla="*/ 113466 h 192028"/>
                <a:gd name="connsiteX61" fmla="*/ 170801 w 195299"/>
                <a:gd name="connsiteY61" fmla="*/ 110607 h 192028"/>
                <a:gd name="connsiteX62" fmla="*/ 171138 w 195299"/>
                <a:gd name="connsiteY62" fmla="*/ 108585 h 192028"/>
                <a:gd name="connsiteX63" fmla="*/ 172986 w 195299"/>
                <a:gd name="connsiteY63" fmla="*/ 106229 h 192028"/>
                <a:gd name="connsiteX64" fmla="*/ 191170 w 195299"/>
                <a:gd name="connsiteY64" fmla="*/ 97981 h 192028"/>
                <a:gd name="connsiteX65" fmla="*/ 195212 w 195299"/>
                <a:gd name="connsiteY65" fmla="*/ 90407 h 192028"/>
                <a:gd name="connsiteX66" fmla="*/ 191507 w 195299"/>
                <a:gd name="connsiteY66" fmla="*/ 69529 h 192028"/>
                <a:gd name="connsiteX67" fmla="*/ 185110 w 195299"/>
                <a:gd name="connsiteY67" fmla="*/ 63805 h 192028"/>
                <a:gd name="connsiteX68" fmla="*/ 165077 w 195299"/>
                <a:gd name="connsiteY68" fmla="*/ 62292 h 192028"/>
                <a:gd name="connsiteX69" fmla="*/ 162553 w 195299"/>
                <a:gd name="connsiteY69" fmla="*/ 60609 h 192028"/>
                <a:gd name="connsiteX70" fmla="*/ 161544 w 195299"/>
                <a:gd name="connsiteY70" fmla="*/ 58925 h 192028"/>
                <a:gd name="connsiteX71" fmla="*/ 161378 w 195299"/>
                <a:gd name="connsiteY71" fmla="*/ 55894 h 192028"/>
                <a:gd name="connsiteX72" fmla="*/ 169961 w 195299"/>
                <a:gd name="connsiteY72" fmla="*/ 37881 h 192028"/>
                <a:gd name="connsiteX73" fmla="*/ 97562 w 195299"/>
                <a:gd name="connsiteY73" fmla="*/ 142265 h 192028"/>
                <a:gd name="connsiteX74" fmla="*/ 51429 w 195299"/>
                <a:gd name="connsiteY74" fmla="*/ 96132 h 192028"/>
                <a:gd name="connsiteX75" fmla="*/ 97562 w 195299"/>
                <a:gd name="connsiteY75" fmla="*/ 49999 h 192028"/>
                <a:gd name="connsiteX76" fmla="*/ 143695 w 195299"/>
                <a:gd name="connsiteY76" fmla="*/ 96132 h 192028"/>
                <a:gd name="connsiteX77" fmla="*/ 97562 w 195299"/>
                <a:gd name="connsiteY77" fmla="*/ 142265 h 19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95299" h="192028">
                  <a:moveTo>
                    <a:pt x="169961" y="37881"/>
                  </a:moveTo>
                  <a:cubicBezTo>
                    <a:pt x="171309" y="35022"/>
                    <a:pt x="170635" y="31483"/>
                    <a:pt x="168111" y="29462"/>
                  </a:cubicBezTo>
                  <a:cubicBezTo>
                    <a:pt x="162724" y="24919"/>
                    <a:pt x="157336" y="20371"/>
                    <a:pt x="151948" y="15827"/>
                  </a:cubicBezTo>
                  <a:cubicBezTo>
                    <a:pt x="149425" y="13807"/>
                    <a:pt x="145886" y="13642"/>
                    <a:pt x="143364" y="15490"/>
                  </a:cubicBezTo>
                  <a:cubicBezTo>
                    <a:pt x="137975" y="19360"/>
                    <a:pt x="132422" y="23236"/>
                    <a:pt x="127035" y="27106"/>
                  </a:cubicBezTo>
                  <a:cubicBezTo>
                    <a:pt x="126196" y="27779"/>
                    <a:pt x="125014" y="27779"/>
                    <a:pt x="124005" y="27442"/>
                  </a:cubicBezTo>
                  <a:cubicBezTo>
                    <a:pt x="123331" y="27277"/>
                    <a:pt x="122657" y="26940"/>
                    <a:pt x="122155" y="26769"/>
                  </a:cubicBezTo>
                  <a:cubicBezTo>
                    <a:pt x="121144" y="26432"/>
                    <a:pt x="120472" y="25594"/>
                    <a:pt x="120135" y="24583"/>
                  </a:cubicBezTo>
                  <a:cubicBezTo>
                    <a:pt x="118450" y="18185"/>
                    <a:pt x="116767" y="11622"/>
                    <a:pt x="115083" y="5223"/>
                  </a:cubicBezTo>
                  <a:cubicBezTo>
                    <a:pt x="114244" y="2192"/>
                    <a:pt x="111550" y="5"/>
                    <a:pt x="108183" y="5"/>
                  </a:cubicBezTo>
                  <a:lnTo>
                    <a:pt x="87123" y="0"/>
                  </a:lnTo>
                  <a:cubicBezTo>
                    <a:pt x="83927" y="0"/>
                    <a:pt x="81063" y="2187"/>
                    <a:pt x="80223" y="5217"/>
                  </a:cubicBezTo>
                  <a:cubicBezTo>
                    <a:pt x="78539" y="11615"/>
                    <a:pt x="76856" y="18179"/>
                    <a:pt x="75171" y="24578"/>
                  </a:cubicBezTo>
                  <a:cubicBezTo>
                    <a:pt x="74835" y="25588"/>
                    <a:pt x="74162" y="26428"/>
                    <a:pt x="73152" y="26763"/>
                  </a:cubicBezTo>
                  <a:cubicBezTo>
                    <a:pt x="72478" y="26929"/>
                    <a:pt x="71804" y="27266"/>
                    <a:pt x="71301" y="27437"/>
                  </a:cubicBezTo>
                  <a:cubicBezTo>
                    <a:pt x="70292" y="27774"/>
                    <a:pt x="69282" y="27603"/>
                    <a:pt x="68271" y="27100"/>
                  </a:cubicBezTo>
                  <a:cubicBezTo>
                    <a:pt x="62884" y="23230"/>
                    <a:pt x="57330" y="19355"/>
                    <a:pt x="51942" y="15486"/>
                  </a:cubicBezTo>
                  <a:cubicBezTo>
                    <a:pt x="49249" y="13636"/>
                    <a:pt x="45716" y="13802"/>
                    <a:pt x="43359" y="15822"/>
                  </a:cubicBezTo>
                  <a:cubicBezTo>
                    <a:pt x="37971" y="20366"/>
                    <a:pt x="32583" y="24915"/>
                    <a:pt x="27195" y="29457"/>
                  </a:cubicBezTo>
                  <a:cubicBezTo>
                    <a:pt x="24671" y="31478"/>
                    <a:pt x="23997" y="35011"/>
                    <a:pt x="25345" y="37876"/>
                  </a:cubicBezTo>
                  <a:cubicBezTo>
                    <a:pt x="28204" y="43937"/>
                    <a:pt x="31069" y="49999"/>
                    <a:pt x="33930" y="56060"/>
                  </a:cubicBezTo>
                  <a:cubicBezTo>
                    <a:pt x="34432" y="57070"/>
                    <a:pt x="34266" y="58081"/>
                    <a:pt x="33764" y="59090"/>
                  </a:cubicBezTo>
                  <a:cubicBezTo>
                    <a:pt x="33427" y="59593"/>
                    <a:pt x="33090" y="60267"/>
                    <a:pt x="32753" y="60775"/>
                  </a:cubicBezTo>
                  <a:cubicBezTo>
                    <a:pt x="32251" y="61614"/>
                    <a:pt x="31240" y="62287"/>
                    <a:pt x="30231" y="62458"/>
                  </a:cubicBezTo>
                  <a:cubicBezTo>
                    <a:pt x="23496" y="62960"/>
                    <a:pt x="16932" y="63468"/>
                    <a:pt x="10198" y="63971"/>
                  </a:cubicBezTo>
                  <a:cubicBezTo>
                    <a:pt x="7000" y="64308"/>
                    <a:pt x="4307" y="66664"/>
                    <a:pt x="3799" y="69695"/>
                  </a:cubicBezTo>
                  <a:cubicBezTo>
                    <a:pt x="2624" y="76595"/>
                    <a:pt x="1276" y="83501"/>
                    <a:pt x="95" y="90573"/>
                  </a:cubicBezTo>
                  <a:cubicBezTo>
                    <a:pt x="-407" y="93769"/>
                    <a:pt x="1105" y="96801"/>
                    <a:pt x="4136" y="98147"/>
                  </a:cubicBezTo>
                  <a:cubicBezTo>
                    <a:pt x="10198" y="100840"/>
                    <a:pt x="16259" y="103701"/>
                    <a:pt x="22320" y="106395"/>
                  </a:cubicBezTo>
                  <a:cubicBezTo>
                    <a:pt x="23330" y="106897"/>
                    <a:pt x="24004" y="107742"/>
                    <a:pt x="24170" y="108751"/>
                  </a:cubicBezTo>
                  <a:cubicBezTo>
                    <a:pt x="24336" y="109425"/>
                    <a:pt x="24336" y="110099"/>
                    <a:pt x="24507" y="110772"/>
                  </a:cubicBezTo>
                  <a:cubicBezTo>
                    <a:pt x="24672" y="111782"/>
                    <a:pt x="24341" y="112958"/>
                    <a:pt x="23667" y="113632"/>
                  </a:cubicBezTo>
                  <a:cubicBezTo>
                    <a:pt x="18952" y="118346"/>
                    <a:pt x="14073" y="123060"/>
                    <a:pt x="9358" y="127775"/>
                  </a:cubicBezTo>
                  <a:cubicBezTo>
                    <a:pt x="7002" y="129960"/>
                    <a:pt x="6665" y="133499"/>
                    <a:pt x="8182" y="136359"/>
                  </a:cubicBezTo>
                  <a:cubicBezTo>
                    <a:pt x="11715" y="142420"/>
                    <a:pt x="15253" y="148647"/>
                    <a:pt x="18787" y="154709"/>
                  </a:cubicBezTo>
                  <a:cubicBezTo>
                    <a:pt x="20471" y="157569"/>
                    <a:pt x="23667" y="158916"/>
                    <a:pt x="26698" y="157905"/>
                  </a:cubicBezTo>
                  <a:cubicBezTo>
                    <a:pt x="33769" y="155884"/>
                    <a:pt x="40669" y="154036"/>
                    <a:pt x="47741" y="152014"/>
                  </a:cubicBezTo>
                  <a:cubicBezTo>
                    <a:pt x="48580" y="152854"/>
                    <a:pt x="49591" y="153699"/>
                    <a:pt x="50600" y="154372"/>
                  </a:cubicBezTo>
                  <a:cubicBezTo>
                    <a:pt x="51440" y="155045"/>
                    <a:pt x="51777" y="156055"/>
                    <a:pt x="51777" y="157066"/>
                  </a:cubicBezTo>
                  <a:cubicBezTo>
                    <a:pt x="51103" y="163801"/>
                    <a:pt x="50429" y="170364"/>
                    <a:pt x="49928" y="177099"/>
                  </a:cubicBezTo>
                  <a:cubicBezTo>
                    <a:pt x="49591" y="180295"/>
                    <a:pt x="51440" y="183325"/>
                    <a:pt x="54470" y="184336"/>
                  </a:cubicBezTo>
                  <a:cubicBezTo>
                    <a:pt x="61035" y="186693"/>
                    <a:pt x="67768" y="189216"/>
                    <a:pt x="74337" y="191573"/>
                  </a:cubicBezTo>
                  <a:cubicBezTo>
                    <a:pt x="77369" y="192750"/>
                    <a:pt x="80736" y="191573"/>
                    <a:pt x="82585" y="188880"/>
                  </a:cubicBezTo>
                  <a:cubicBezTo>
                    <a:pt x="86455" y="183325"/>
                    <a:pt x="90159" y="177938"/>
                    <a:pt x="94034" y="172380"/>
                  </a:cubicBezTo>
                  <a:cubicBezTo>
                    <a:pt x="94708" y="171540"/>
                    <a:pt x="95717" y="171032"/>
                    <a:pt x="96728" y="171032"/>
                  </a:cubicBezTo>
                  <a:lnTo>
                    <a:pt x="97739" y="171032"/>
                  </a:lnTo>
                  <a:lnTo>
                    <a:pt x="98749" y="171032"/>
                  </a:lnTo>
                  <a:cubicBezTo>
                    <a:pt x="99758" y="171032"/>
                    <a:pt x="100769" y="171535"/>
                    <a:pt x="101443" y="172380"/>
                  </a:cubicBezTo>
                  <a:cubicBezTo>
                    <a:pt x="105313" y="177933"/>
                    <a:pt x="109017" y="183321"/>
                    <a:pt x="112892" y="188880"/>
                  </a:cubicBezTo>
                  <a:cubicBezTo>
                    <a:pt x="114741" y="191573"/>
                    <a:pt x="118108" y="192584"/>
                    <a:pt x="121139" y="191573"/>
                  </a:cubicBezTo>
                  <a:cubicBezTo>
                    <a:pt x="127704" y="189216"/>
                    <a:pt x="134437" y="186693"/>
                    <a:pt x="141006" y="184336"/>
                  </a:cubicBezTo>
                  <a:cubicBezTo>
                    <a:pt x="144037" y="183160"/>
                    <a:pt x="145886" y="180295"/>
                    <a:pt x="145549" y="177099"/>
                  </a:cubicBezTo>
                  <a:cubicBezTo>
                    <a:pt x="144876" y="170364"/>
                    <a:pt x="144203" y="163801"/>
                    <a:pt x="143701" y="157066"/>
                  </a:cubicBezTo>
                  <a:cubicBezTo>
                    <a:pt x="143535" y="156055"/>
                    <a:pt x="144037" y="155045"/>
                    <a:pt x="144876" y="154372"/>
                  </a:cubicBezTo>
                  <a:cubicBezTo>
                    <a:pt x="145378" y="153870"/>
                    <a:pt x="145886" y="153533"/>
                    <a:pt x="146389" y="153025"/>
                  </a:cubicBezTo>
                  <a:cubicBezTo>
                    <a:pt x="147228" y="152351"/>
                    <a:pt x="148239" y="152014"/>
                    <a:pt x="149248" y="152351"/>
                  </a:cubicBezTo>
                  <a:cubicBezTo>
                    <a:pt x="155646" y="154201"/>
                    <a:pt x="162211" y="155884"/>
                    <a:pt x="168609" y="157740"/>
                  </a:cubicBezTo>
                  <a:cubicBezTo>
                    <a:pt x="171639" y="158579"/>
                    <a:pt x="175006" y="157237"/>
                    <a:pt x="176520" y="154543"/>
                  </a:cubicBezTo>
                  <a:cubicBezTo>
                    <a:pt x="180053" y="148481"/>
                    <a:pt x="183591" y="142255"/>
                    <a:pt x="187124" y="136194"/>
                  </a:cubicBezTo>
                  <a:cubicBezTo>
                    <a:pt x="188808" y="133333"/>
                    <a:pt x="188301" y="129966"/>
                    <a:pt x="185948" y="127609"/>
                  </a:cubicBezTo>
                  <a:cubicBezTo>
                    <a:pt x="181234" y="122894"/>
                    <a:pt x="176354" y="118179"/>
                    <a:pt x="171639" y="113466"/>
                  </a:cubicBezTo>
                  <a:cubicBezTo>
                    <a:pt x="170967" y="112792"/>
                    <a:pt x="170630" y="111616"/>
                    <a:pt x="170801" y="110607"/>
                  </a:cubicBezTo>
                  <a:cubicBezTo>
                    <a:pt x="170967" y="109933"/>
                    <a:pt x="170967" y="109259"/>
                    <a:pt x="171138" y="108585"/>
                  </a:cubicBezTo>
                  <a:cubicBezTo>
                    <a:pt x="171303" y="107576"/>
                    <a:pt x="171976" y="106566"/>
                    <a:pt x="172986" y="106229"/>
                  </a:cubicBezTo>
                  <a:cubicBezTo>
                    <a:pt x="179047" y="103535"/>
                    <a:pt x="185110" y="100674"/>
                    <a:pt x="191170" y="97981"/>
                  </a:cubicBezTo>
                  <a:cubicBezTo>
                    <a:pt x="194030" y="96635"/>
                    <a:pt x="195714" y="93437"/>
                    <a:pt x="195212" y="90407"/>
                  </a:cubicBezTo>
                  <a:cubicBezTo>
                    <a:pt x="194035" y="83506"/>
                    <a:pt x="192689" y="76601"/>
                    <a:pt x="191507" y="69529"/>
                  </a:cubicBezTo>
                  <a:cubicBezTo>
                    <a:pt x="191005" y="66333"/>
                    <a:pt x="188311" y="63976"/>
                    <a:pt x="185110" y="63805"/>
                  </a:cubicBezTo>
                  <a:cubicBezTo>
                    <a:pt x="178375" y="63303"/>
                    <a:pt x="171811" y="62795"/>
                    <a:pt x="165077" y="62292"/>
                  </a:cubicBezTo>
                  <a:cubicBezTo>
                    <a:pt x="164066" y="62292"/>
                    <a:pt x="163056" y="61618"/>
                    <a:pt x="162553" y="60609"/>
                  </a:cubicBezTo>
                  <a:cubicBezTo>
                    <a:pt x="162216" y="60106"/>
                    <a:pt x="161881" y="59433"/>
                    <a:pt x="161544" y="58925"/>
                  </a:cubicBezTo>
                  <a:cubicBezTo>
                    <a:pt x="161041" y="58085"/>
                    <a:pt x="160870" y="56905"/>
                    <a:pt x="161378" y="55894"/>
                  </a:cubicBezTo>
                  <a:cubicBezTo>
                    <a:pt x="164237" y="50004"/>
                    <a:pt x="167097" y="43942"/>
                    <a:pt x="169961" y="37881"/>
                  </a:cubicBezTo>
                  <a:close/>
                  <a:moveTo>
                    <a:pt x="97562" y="142265"/>
                  </a:moveTo>
                  <a:cubicBezTo>
                    <a:pt x="71970" y="142265"/>
                    <a:pt x="51429" y="121559"/>
                    <a:pt x="51429" y="96132"/>
                  </a:cubicBezTo>
                  <a:cubicBezTo>
                    <a:pt x="51429" y="70711"/>
                    <a:pt x="72136" y="49999"/>
                    <a:pt x="97562" y="49999"/>
                  </a:cubicBezTo>
                  <a:cubicBezTo>
                    <a:pt x="122984" y="49999"/>
                    <a:pt x="143695" y="70706"/>
                    <a:pt x="143695" y="96132"/>
                  </a:cubicBezTo>
                  <a:cubicBezTo>
                    <a:pt x="143695" y="121559"/>
                    <a:pt x="123155" y="142265"/>
                    <a:pt x="97562" y="142265"/>
                  </a:cubicBezTo>
                  <a:close/>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80" name="Freeform: Shape 2079">
              <a:extLst>
                <a:ext uri="{FF2B5EF4-FFF2-40B4-BE49-F238E27FC236}">
                  <a16:creationId xmlns:a16="http://schemas.microsoft.com/office/drawing/2014/main" id="{F55476E7-4D47-AAD2-08A2-888DB54115C4}"/>
                </a:ext>
              </a:extLst>
            </p:cNvPr>
            <p:cNvSpPr/>
            <p:nvPr/>
          </p:nvSpPr>
          <p:spPr>
            <a:xfrm>
              <a:off x="5170651" y="2354297"/>
              <a:ext cx="802079" cy="913502"/>
            </a:xfrm>
            <a:custGeom>
              <a:avLst/>
              <a:gdLst>
                <a:gd name="connsiteX0" fmla="*/ 802079 w 802079"/>
                <a:gd name="connsiteY0" fmla="*/ 159266 h 913502"/>
                <a:gd name="connsiteX1" fmla="*/ 763188 w 802079"/>
                <a:gd name="connsiteY1" fmla="*/ 90913 h 913502"/>
                <a:gd name="connsiteX2" fmla="*/ 674460 w 802079"/>
                <a:gd name="connsiteY2" fmla="*/ 41921 h 913502"/>
                <a:gd name="connsiteX3" fmla="*/ 401376 w 802079"/>
                <a:gd name="connsiteY3" fmla="*/ 0 h 913502"/>
                <a:gd name="connsiteX4" fmla="*/ 128291 w 802079"/>
                <a:gd name="connsiteY4" fmla="*/ 41921 h 913502"/>
                <a:gd name="connsiteX5" fmla="*/ 39563 w 802079"/>
                <a:gd name="connsiteY5" fmla="*/ 90913 h 913502"/>
                <a:gd name="connsiteX6" fmla="*/ 672 w 802079"/>
                <a:gd name="connsiteY6" fmla="*/ 159266 h 913502"/>
                <a:gd name="connsiteX7" fmla="*/ 336 w 802079"/>
                <a:gd name="connsiteY7" fmla="*/ 159266 h 913502"/>
                <a:gd name="connsiteX8" fmla="*/ 336 w 802079"/>
                <a:gd name="connsiteY8" fmla="*/ 376954 h 913502"/>
                <a:gd name="connsiteX9" fmla="*/ 14644 w 802079"/>
                <a:gd name="connsiteY9" fmla="*/ 376954 h 913502"/>
                <a:gd name="connsiteX10" fmla="*/ 46126 w 802079"/>
                <a:gd name="connsiteY10" fmla="*/ 401365 h 913502"/>
                <a:gd name="connsiteX11" fmla="*/ 51344 w 802079"/>
                <a:gd name="connsiteY11" fmla="*/ 421232 h 913502"/>
                <a:gd name="connsiteX12" fmla="*/ 68009 w 802079"/>
                <a:gd name="connsiteY12" fmla="*/ 409280 h 913502"/>
                <a:gd name="connsiteX13" fmla="*/ 93094 w 802079"/>
                <a:gd name="connsiteY13" fmla="*/ 403893 h 913502"/>
                <a:gd name="connsiteX14" fmla="*/ 58581 w 802079"/>
                <a:gd name="connsiteY14" fmla="*/ 360961 h 913502"/>
                <a:gd name="connsiteX15" fmla="*/ 58747 w 802079"/>
                <a:gd name="connsiteY15" fmla="*/ 358102 h 913502"/>
                <a:gd name="connsiteX16" fmla="*/ 58581 w 802079"/>
                <a:gd name="connsiteY16" fmla="*/ 358102 h 913502"/>
                <a:gd name="connsiteX17" fmla="*/ 58581 w 802079"/>
                <a:gd name="connsiteY17" fmla="*/ 256075 h 913502"/>
                <a:gd name="connsiteX18" fmla="*/ 128281 w 802079"/>
                <a:gd name="connsiteY18" fmla="*/ 290421 h 913502"/>
                <a:gd name="connsiteX19" fmla="*/ 140403 w 802079"/>
                <a:gd name="connsiteY19" fmla="*/ 294627 h 913502"/>
                <a:gd name="connsiteX20" fmla="*/ 150170 w 802079"/>
                <a:gd name="connsiteY20" fmla="*/ 267858 h 913502"/>
                <a:gd name="connsiteX21" fmla="*/ 170710 w 802079"/>
                <a:gd name="connsiteY21" fmla="*/ 250519 h 913502"/>
                <a:gd name="connsiteX22" fmla="*/ 178957 w 802079"/>
                <a:gd name="connsiteY22" fmla="*/ 245640 h 913502"/>
                <a:gd name="connsiteX23" fmla="*/ 148314 w 802079"/>
                <a:gd name="connsiteY23" fmla="*/ 235538 h 913502"/>
                <a:gd name="connsiteX24" fmla="*/ 58592 w 802079"/>
                <a:gd name="connsiteY24" fmla="*/ 166335 h 913502"/>
                <a:gd name="connsiteX25" fmla="*/ 148496 w 802079"/>
                <a:gd name="connsiteY25" fmla="*/ 96801 h 913502"/>
                <a:gd name="connsiteX26" fmla="*/ 401382 w 802079"/>
                <a:gd name="connsiteY26" fmla="*/ 58413 h 913502"/>
                <a:gd name="connsiteX27" fmla="*/ 654269 w 802079"/>
                <a:gd name="connsiteY27" fmla="*/ 96801 h 913502"/>
                <a:gd name="connsiteX28" fmla="*/ 744173 w 802079"/>
                <a:gd name="connsiteY28" fmla="*/ 166335 h 913502"/>
                <a:gd name="connsiteX29" fmla="*/ 654269 w 802079"/>
                <a:gd name="connsiteY29" fmla="*/ 235869 h 913502"/>
                <a:gd name="connsiteX30" fmla="*/ 401382 w 802079"/>
                <a:gd name="connsiteY30" fmla="*/ 274257 h 913502"/>
                <a:gd name="connsiteX31" fmla="*/ 359627 w 802079"/>
                <a:gd name="connsiteY31" fmla="*/ 273418 h 913502"/>
                <a:gd name="connsiteX32" fmla="*/ 362151 w 802079"/>
                <a:gd name="connsiteY32" fmla="*/ 302377 h 913502"/>
                <a:gd name="connsiteX33" fmla="*/ 359793 w 802079"/>
                <a:gd name="connsiteY33" fmla="*/ 307091 h 913502"/>
                <a:gd name="connsiteX34" fmla="*/ 365010 w 802079"/>
                <a:gd name="connsiteY34" fmla="*/ 307428 h 913502"/>
                <a:gd name="connsiteX35" fmla="*/ 390939 w 802079"/>
                <a:gd name="connsiteY35" fmla="*/ 330999 h 913502"/>
                <a:gd name="connsiteX36" fmla="*/ 391276 w 802079"/>
                <a:gd name="connsiteY36" fmla="*/ 332512 h 913502"/>
                <a:gd name="connsiteX37" fmla="*/ 401378 w 802079"/>
                <a:gd name="connsiteY37" fmla="*/ 332512 h 913502"/>
                <a:gd name="connsiteX38" fmla="*/ 674463 w 802079"/>
                <a:gd name="connsiteY38" fmla="*/ 290591 h 913502"/>
                <a:gd name="connsiteX39" fmla="*/ 744163 w 802079"/>
                <a:gd name="connsiteY39" fmla="*/ 256244 h 913502"/>
                <a:gd name="connsiteX40" fmla="*/ 744169 w 802079"/>
                <a:gd name="connsiteY40" fmla="*/ 357421 h 913502"/>
                <a:gd name="connsiteX41" fmla="*/ 743832 w 802079"/>
                <a:gd name="connsiteY41" fmla="*/ 357421 h 913502"/>
                <a:gd name="connsiteX42" fmla="*/ 744169 w 802079"/>
                <a:gd name="connsiteY42" fmla="*/ 360955 h 913502"/>
                <a:gd name="connsiteX43" fmla="*/ 654264 w 802079"/>
                <a:gd name="connsiteY43" fmla="*/ 430489 h 913502"/>
                <a:gd name="connsiteX44" fmla="*/ 401378 w 802079"/>
                <a:gd name="connsiteY44" fmla="*/ 468877 h 913502"/>
                <a:gd name="connsiteX45" fmla="*/ 332352 w 802079"/>
                <a:gd name="connsiteY45" fmla="*/ 466520 h 913502"/>
                <a:gd name="connsiteX46" fmla="*/ 332689 w 802079"/>
                <a:gd name="connsiteY46" fmla="*/ 469380 h 913502"/>
                <a:gd name="connsiteX47" fmla="*/ 314002 w 802079"/>
                <a:gd name="connsiteY47" fmla="*/ 498842 h 913502"/>
                <a:gd name="connsiteX48" fmla="*/ 294135 w 802079"/>
                <a:gd name="connsiteY48" fmla="*/ 506079 h 913502"/>
                <a:gd name="connsiteX49" fmla="*/ 303563 w 802079"/>
                <a:gd name="connsiteY49" fmla="*/ 506079 h 913502"/>
                <a:gd name="connsiteX50" fmla="*/ 328819 w 802079"/>
                <a:gd name="connsiteY50" fmla="*/ 524263 h 913502"/>
                <a:gd name="connsiteX51" fmla="*/ 359461 w 802079"/>
                <a:gd name="connsiteY51" fmla="*/ 526283 h 913502"/>
                <a:gd name="connsiteX52" fmla="*/ 401216 w 802079"/>
                <a:gd name="connsiteY52" fmla="*/ 527122 h 913502"/>
                <a:gd name="connsiteX53" fmla="*/ 674301 w 802079"/>
                <a:gd name="connsiteY53" fmla="*/ 485201 h 913502"/>
                <a:gd name="connsiteX54" fmla="*/ 744001 w 802079"/>
                <a:gd name="connsiteY54" fmla="*/ 450855 h 913502"/>
                <a:gd name="connsiteX55" fmla="*/ 744001 w 802079"/>
                <a:gd name="connsiteY55" fmla="*/ 550524 h 913502"/>
                <a:gd name="connsiteX56" fmla="*/ 743665 w 802079"/>
                <a:gd name="connsiteY56" fmla="*/ 550524 h 913502"/>
                <a:gd name="connsiteX57" fmla="*/ 744001 w 802079"/>
                <a:gd name="connsiteY57" fmla="*/ 554057 h 913502"/>
                <a:gd name="connsiteX58" fmla="*/ 654097 w 802079"/>
                <a:gd name="connsiteY58" fmla="*/ 623591 h 913502"/>
                <a:gd name="connsiteX59" fmla="*/ 402564 w 802079"/>
                <a:gd name="connsiteY59" fmla="*/ 661979 h 913502"/>
                <a:gd name="connsiteX60" fmla="*/ 399197 w 802079"/>
                <a:gd name="connsiteY60" fmla="*/ 671911 h 913502"/>
                <a:gd name="connsiteX61" fmla="*/ 388592 w 802079"/>
                <a:gd name="connsiteY61" fmla="*/ 690261 h 913502"/>
                <a:gd name="connsiteX62" fmla="*/ 360140 w 802079"/>
                <a:gd name="connsiteY62" fmla="*/ 703057 h 913502"/>
                <a:gd name="connsiteX63" fmla="*/ 355090 w 802079"/>
                <a:gd name="connsiteY63" fmla="*/ 719385 h 913502"/>
                <a:gd name="connsiteX64" fmla="*/ 401052 w 802079"/>
                <a:gd name="connsiteY64" fmla="*/ 720396 h 913502"/>
                <a:gd name="connsiteX65" fmla="*/ 674135 w 802079"/>
                <a:gd name="connsiteY65" fmla="*/ 678475 h 913502"/>
                <a:gd name="connsiteX66" fmla="*/ 743836 w 802079"/>
                <a:gd name="connsiteY66" fmla="*/ 644128 h 913502"/>
                <a:gd name="connsiteX67" fmla="*/ 743836 w 802079"/>
                <a:gd name="connsiteY67" fmla="*/ 743797 h 913502"/>
                <a:gd name="connsiteX68" fmla="*/ 743500 w 802079"/>
                <a:gd name="connsiteY68" fmla="*/ 743797 h 913502"/>
                <a:gd name="connsiteX69" fmla="*/ 743836 w 802079"/>
                <a:gd name="connsiteY69" fmla="*/ 747330 h 913502"/>
                <a:gd name="connsiteX70" fmla="*/ 653932 w 802079"/>
                <a:gd name="connsiteY70" fmla="*/ 816865 h 913502"/>
                <a:gd name="connsiteX71" fmla="*/ 401045 w 802079"/>
                <a:gd name="connsiteY71" fmla="*/ 855253 h 913502"/>
                <a:gd name="connsiteX72" fmla="*/ 148160 w 802079"/>
                <a:gd name="connsiteY72" fmla="*/ 816865 h 913502"/>
                <a:gd name="connsiteX73" fmla="*/ 62971 w 802079"/>
                <a:gd name="connsiteY73" fmla="*/ 761981 h 913502"/>
                <a:gd name="connsiteX74" fmla="*/ 44450 w 802079"/>
                <a:gd name="connsiteY74" fmla="*/ 768716 h 913502"/>
                <a:gd name="connsiteX75" fmla="*/ 6399 w 802079"/>
                <a:gd name="connsiteY75" fmla="*/ 756593 h 913502"/>
                <a:gd name="connsiteX76" fmla="*/ 0 w 802079"/>
                <a:gd name="connsiteY76" fmla="*/ 747165 h 913502"/>
                <a:gd name="connsiteX77" fmla="*/ 0 w 802079"/>
                <a:gd name="connsiteY77" fmla="*/ 747330 h 913502"/>
                <a:gd name="connsiteX78" fmla="*/ 39227 w 802079"/>
                <a:gd name="connsiteY78" fmla="*/ 822589 h 913502"/>
                <a:gd name="connsiteX79" fmla="*/ 127955 w 802079"/>
                <a:gd name="connsiteY79" fmla="*/ 871581 h 913502"/>
                <a:gd name="connsiteX80" fmla="*/ 401040 w 802079"/>
                <a:gd name="connsiteY80" fmla="*/ 913502 h 913502"/>
                <a:gd name="connsiteX81" fmla="*/ 674125 w 802079"/>
                <a:gd name="connsiteY81" fmla="*/ 871581 h 913502"/>
                <a:gd name="connsiteX82" fmla="*/ 762853 w 802079"/>
                <a:gd name="connsiteY82" fmla="*/ 822589 h 913502"/>
                <a:gd name="connsiteX83" fmla="*/ 802080 w 802079"/>
                <a:gd name="connsiteY83" fmla="*/ 747330 h 91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802079" h="913502">
                  <a:moveTo>
                    <a:pt x="802079" y="159266"/>
                  </a:moveTo>
                  <a:cubicBezTo>
                    <a:pt x="800394" y="140916"/>
                    <a:pt x="791811" y="115827"/>
                    <a:pt x="763188" y="90913"/>
                  </a:cubicBezTo>
                  <a:cubicBezTo>
                    <a:pt x="741808" y="72227"/>
                    <a:pt x="711838" y="55727"/>
                    <a:pt x="674460" y="41921"/>
                  </a:cubicBezTo>
                  <a:cubicBezTo>
                    <a:pt x="601056" y="14815"/>
                    <a:pt x="504079" y="0"/>
                    <a:pt x="401376" y="0"/>
                  </a:cubicBezTo>
                  <a:cubicBezTo>
                    <a:pt x="298672" y="0"/>
                    <a:pt x="201698" y="14817"/>
                    <a:pt x="128291" y="41921"/>
                  </a:cubicBezTo>
                  <a:cubicBezTo>
                    <a:pt x="90746" y="55727"/>
                    <a:pt x="60948" y="72228"/>
                    <a:pt x="39563" y="90913"/>
                  </a:cubicBezTo>
                  <a:cubicBezTo>
                    <a:pt x="10940" y="115832"/>
                    <a:pt x="2355" y="140751"/>
                    <a:pt x="672" y="159266"/>
                  </a:cubicBezTo>
                  <a:lnTo>
                    <a:pt x="336" y="159266"/>
                  </a:lnTo>
                  <a:lnTo>
                    <a:pt x="336" y="376954"/>
                  </a:lnTo>
                  <a:lnTo>
                    <a:pt x="14644" y="376954"/>
                  </a:lnTo>
                  <a:cubicBezTo>
                    <a:pt x="29461" y="376954"/>
                    <a:pt x="42422" y="387056"/>
                    <a:pt x="46126" y="401365"/>
                  </a:cubicBezTo>
                  <a:lnTo>
                    <a:pt x="51344" y="421232"/>
                  </a:lnTo>
                  <a:lnTo>
                    <a:pt x="68009" y="409280"/>
                  </a:lnTo>
                  <a:cubicBezTo>
                    <a:pt x="75418" y="403893"/>
                    <a:pt x="84509" y="402208"/>
                    <a:pt x="93094" y="403893"/>
                  </a:cubicBezTo>
                  <a:cubicBezTo>
                    <a:pt x="68512" y="387900"/>
                    <a:pt x="58581" y="372411"/>
                    <a:pt x="58581" y="360961"/>
                  </a:cubicBezTo>
                  <a:cubicBezTo>
                    <a:pt x="58581" y="359951"/>
                    <a:pt x="58581" y="359111"/>
                    <a:pt x="58747" y="358102"/>
                  </a:cubicBezTo>
                  <a:lnTo>
                    <a:pt x="58581" y="358102"/>
                  </a:lnTo>
                  <a:lnTo>
                    <a:pt x="58581" y="256075"/>
                  </a:lnTo>
                  <a:cubicBezTo>
                    <a:pt x="77605" y="268870"/>
                    <a:pt x="100839" y="280320"/>
                    <a:pt x="128281" y="290421"/>
                  </a:cubicBezTo>
                  <a:cubicBezTo>
                    <a:pt x="132322" y="291933"/>
                    <a:pt x="136362" y="293281"/>
                    <a:pt x="140403" y="294627"/>
                  </a:cubicBezTo>
                  <a:cubicBezTo>
                    <a:pt x="138720" y="284862"/>
                    <a:pt x="142253" y="274595"/>
                    <a:pt x="150170" y="267858"/>
                  </a:cubicBezTo>
                  <a:lnTo>
                    <a:pt x="170710" y="250519"/>
                  </a:lnTo>
                  <a:cubicBezTo>
                    <a:pt x="173233" y="248333"/>
                    <a:pt x="176097" y="246815"/>
                    <a:pt x="178957" y="245640"/>
                  </a:cubicBezTo>
                  <a:cubicBezTo>
                    <a:pt x="168352" y="242444"/>
                    <a:pt x="158079" y="239242"/>
                    <a:pt x="148314" y="235538"/>
                  </a:cubicBezTo>
                  <a:cubicBezTo>
                    <a:pt x="82158" y="211453"/>
                    <a:pt x="58592" y="183845"/>
                    <a:pt x="58592" y="166335"/>
                  </a:cubicBezTo>
                  <a:cubicBezTo>
                    <a:pt x="58592" y="148659"/>
                    <a:pt x="82163" y="121213"/>
                    <a:pt x="148496" y="96801"/>
                  </a:cubicBezTo>
                  <a:cubicBezTo>
                    <a:pt x="215672" y="72053"/>
                    <a:pt x="305403" y="58413"/>
                    <a:pt x="401382" y="58413"/>
                  </a:cubicBezTo>
                  <a:cubicBezTo>
                    <a:pt x="497347" y="58413"/>
                    <a:pt x="587254" y="72048"/>
                    <a:pt x="654269" y="96801"/>
                  </a:cubicBezTo>
                  <a:cubicBezTo>
                    <a:pt x="720601" y="121211"/>
                    <a:pt x="744173" y="148659"/>
                    <a:pt x="744173" y="166335"/>
                  </a:cubicBezTo>
                  <a:cubicBezTo>
                    <a:pt x="744173" y="184011"/>
                    <a:pt x="720601" y="211457"/>
                    <a:pt x="654269" y="235869"/>
                  </a:cubicBezTo>
                  <a:cubicBezTo>
                    <a:pt x="587092" y="260617"/>
                    <a:pt x="497362" y="274257"/>
                    <a:pt x="401382" y="274257"/>
                  </a:cubicBezTo>
                  <a:cubicBezTo>
                    <a:pt x="387239" y="274257"/>
                    <a:pt x="373267" y="273920"/>
                    <a:pt x="359627" y="273418"/>
                  </a:cubicBezTo>
                  <a:cubicBezTo>
                    <a:pt x="365518" y="281666"/>
                    <a:pt x="366698" y="292778"/>
                    <a:pt x="362151" y="302377"/>
                  </a:cubicBezTo>
                  <a:lnTo>
                    <a:pt x="359793" y="307091"/>
                  </a:lnTo>
                  <a:lnTo>
                    <a:pt x="365010" y="307428"/>
                  </a:lnTo>
                  <a:cubicBezTo>
                    <a:pt x="377971" y="308438"/>
                    <a:pt x="388581" y="318203"/>
                    <a:pt x="390939" y="330999"/>
                  </a:cubicBezTo>
                  <a:lnTo>
                    <a:pt x="391276" y="332512"/>
                  </a:lnTo>
                  <a:lnTo>
                    <a:pt x="401378" y="332512"/>
                  </a:lnTo>
                  <a:cubicBezTo>
                    <a:pt x="504079" y="332512"/>
                    <a:pt x="601056" y="317695"/>
                    <a:pt x="674463" y="290591"/>
                  </a:cubicBezTo>
                  <a:cubicBezTo>
                    <a:pt x="701904" y="280489"/>
                    <a:pt x="725311" y="268874"/>
                    <a:pt x="744163" y="256244"/>
                  </a:cubicBezTo>
                  <a:lnTo>
                    <a:pt x="744169" y="357421"/>
                  </a:lnTo>
                  <a:lnTo>
                    <a:pt x="743832" y="357421"/>
                  </a:lnTo>
                  <a:cubicBezTo>
                    <a:pt x="743998" y="358598"/>
                    <a:pt x="744169" y="359778"/>
                    <a:pt x="744169" y="360955"/>
                  </a:cubicBezTo>
                  <a:cubicBezTo>
                    <a:pt x="744169" y="378631"/>
                    <a:pt x="720597" y="406077"/>
                    <a:pt x="654264" y="430489"/>
                  </a:cubicBezTo>
                  <a:cubicBezTo>
                    <a:pt x="587088" y="455237"/>
                    <a:pt x="497358" y="468877"/>
                    <a:pt x="401378" y="468877"/>
                  </a:cubicBezTo>
                  <a:cubicBezTo>
                    <a:pt x="377977" y="468877"/>
                    <a:pt x="354908" y="468037"/>
                    <a:pt x="332352" y="466520"/>
                  </a:cubicBezTo>
                  <a:lnTo>
                    <a:pt x="332689" y="469380"/>
                  </a:lnTo>
                  <a:cubicBezTo>
                    <a:pt x="333865" y="482341"/>
                    <a:pt x="326291" y="494464"/>
                    <a:pt x="314002" y="498842"/>
                  </a:cubicBezTo>
                  <a:lnTo>
                    <a:pt x="294135" y="506079"/>
                  </a:lnTo>
                  <a:lnTo>
                    <a:pt x="303563" y="506079"/>
                  </a:lnTo>
                  <a:cubicBezTo>
                    <a:pt x="315012" y="506079"/>
                    <a:pt x="325280" y="513487"/>
                    <a:pt x="328819" y="524263"/>
                  </a:cubicBezTo>
                  <a:cubicBezTo>
                    <a:pt x="338414" y="518373"/>
                    <a:pt x="350707" y="519211"/>
                    <a:pt x="359461" y="526283"/>
                  </a:cubicBezTo>
                  <a:cubicBezTo>
                    <a:pt x="373267" y="526786"/>
                    <a:pt x="387239" y="527122"/>
                    <a:pt x="401216" y="527122"/>
                  </a:cubicBezTo>
                  <a:cubicBezTo>
                    <a:pt x="503917" y="527122"/>
                    <a:pt x="600894" y="512306"/>
                    <a:pt x="674301" y="485201"/>
                  </a:cubicBezTo>
                  <a:cubicBezTo>
                    <a:pt x="701742" y="475100"/>
                    <a:pt x="725149" y="463484"/>
                    <a:pt x="744001" y="450855"/>
                  </a:cubicBezTo>
                  <a:lnTo>
                    <a:pt x="744001" y="550524"/>
                  </a:lnTo>
                  <a:lnTo>
                    <a:pt x="743665" y="550524"/>
                  </a:lnTo>
                  <a:cubicBezTo>
                    <a:pt x="743830" y="551700"/>
                    <a:pt x="744001" y="552882"/>
                    <a:pt x="744001" y="554057"/>
                  </a:cubicBezTo>
                  <a:cubicBezTo>
                    <a:pt x="744001" y="571733"/>
                    <a:pt x="720430" y="599179"/>
                    <a:pt x="654097" y="623591"/>
                  </a:cubicBezTo>
                  <a:cubicBezTo>
                    <a:pt x="587258" y="648173"/>
                    <a:pt x="498026" y="661808"/>
                    <a:pt x="402564" y="661979"/>
                  </a:cubicBezTo>
                  <a:cubicBezTo>
                    <a:pt x="402061" y="665346"/>
                    <a:pt x="401052" y="668714"/>
                    <a:pt x="399197" y="671911"/>
                  </a:cubicBezTo>
                  <a:lnTo>
                    <a:pt x="388592" y="690261"/>
                  </a:lnTo>
                  <a:cubicBezTo>
                    <a:pt x="382868" y="700192"/>
                    <a:pt x="371419" y="705244"/>
                    <a:pt x="360140" y="703057"/>
                  </a:cubicBezTo>
                  <a:cubicBezTo>
                    <a:pt x="360306" y="708946"/>
                    <a:pt x="358457" y="714672"/>
                    <a:pt x="355090" y="719385"/>
                  </a:cubicBezTo>
                  <a:cubicBezTo>
                    <a:pt x="370244" y="720059"/>
                    <a:pt x="385563" y="720396"/>
                    <a:pt x="401052" y="720396"/>
                  </a:cubicBezTo>
                  <a:cubicBezTo>
                    <a:pt x="503753" y="720396"/>
                    <a:pt x="600730" y="705579"/>
                    <a:pt x="674135" y="678475"/>
                  </a:cubicBezTo>
                  <a:cubicBezTo>
                    <a:pt x="701578" y="668373"/>
                    <a:pt x="724985" y="656758"/>
                    <a:pt x="743836" y="644128"/>
                  </a:cubicBezTo>
                  <a:lnTo>
                    <a:pt x="743836" y="743797"/>
                  </a:lnTo>
                  <a:lnTo>
                    <a:pt x="743500" y="743797"/>
                  </a:lnTo>
                  <a:cubicBezTo>
                    <a:pt x="743666" y="744972"/>
                    <a:pt x="743836" y="746154"/>
                    <a:pt x="743836" y="747330"/>
                  </a:cubicBezTo>
                  <a:cubicBezTo>
                    <a:pt x="743836" y="765006"/>
                    <a:pt x="720266" y="792453"/>
                    <a:pt x="653932" y="816865"/>
                  </a:cubicBezTo>
                  <a:cubicBezTo>
                    <a:pt x="586757" y="841612"/>
                    <a:pt x="497025" y="855253"/>
                    <a:pt x="401045" y="855253"/>
                  </a:cubicBezTo>
                  <a:cubicBezTo>
                    <a:pt x="305082" y="855253"/>
                    <a:pt x="215175" y="841618"/>
                    <a:pt x="148160" y="816865"/>
                  </a:cubicBezTo>
                  <a:cubicBezTo>
                    <a:pt x="98323" y="798515"/>
                    <a:pt x="72565" y="778311"/>
                    <a:pt x="62971" y="761981"/>
                  </a:cubicBezTo>
                  <a:lnTo>
                    <a:pt x="44450" y="768716"/>
                  </a:lnTo>
                  <a:cubicBezTo>
                    <a:pt x="30478" y="773768"/>
                    <a:pt x="14817" y="768716"/>
                    <a:pt x="6399" y="756593"/>
                  </a:cubicBezTo>
                  <a:lnTo>
                    <a:pt x="0" y="747165"/>
                  </a:lnTo>
                  <a:lnTo>
                    <a:pt x="0" y="747330"/>
                  </a:lnTo>
                  <a:cubicBezTo>
                    <a:pt x="0" y="766017"/>
                    <a:pt x="6735" y="794474"/>
                    <a:pt x="39227" y="822589"/>
                  </a:cubicBezTo>
                  <a:cubicBezTo>
                    <a:pt x="60608" y="841275"/>
                    <a:pt x="90578" y="857775"/>
                    <a:pt x="127955" y="871581"/>
                  </a:cubicBezTo>
                  <a:cubicBezTo>
                    <a:pt x="201360" y="898687"/>
                    <a:pt x="298336" y="913502"/>
                    <a:pt x="401040" y="913502"/>
                  </a:cubicBezTo>
                  <a:cubicBezTo>
                    <a:pt x="503744" y="913502"/>
                    <a:pt x="600718" y="898686"/>
                    <a:pt x="674125" y="871581"/>
                  </a:cubicBezTo>
                  <a:cubicBezTo>
                    <a:pt x="711669" y="857775"/>
                    <a:pt x="741467" y="841274"/>
                    <a:pt x="762853" y="822589"/>
                  </a:cubicBezTo>
                  <a:cubicBezTo>
                    <a:pt x="795345" y="794303"/>
                    <a:pt x="802080" y="766022"/>
                    <a:pt x="802080" y="747330"/>
                  </a:cubicBezTo>
                  <a:close/>
                </a:path>
              </a:pathLst>
            </a:custGeom>
            <a:grpFill/>
            <a:ln w="1326"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grpSp>
      <p:grpSp>
        <p:nvGrpSpPr>
          <p:cNvPr id="122" name="Graphic 418">
            <a:extLst>
              <a:ext uri="{FF2B5EF4-FFF2-40B4-BE49-F238E27FC236}">
                <a16:creationId xmlns:a16="http://schemas.microsoft.com/office/drawing/2014/main" id="{5371532B-4787-CDBB-8190-5F89E13E8952}"/>
              </a:ext>
            </a:extLst>
          </p:cNvPr>
          <p:cNvGrpSpPr/>
          <p:nvPr/>
        </p:nvGrpSpPr>
        <p:grpSpPr>
          <a:xfrm>
            <a:off x="10555606" y="3558823"/>
            <a:ext cx="320275" cy="259975"/>
            <a:chOff x="2877786" y="6129769"/>
            <a:chExt cx="517441" cy="517440"/>
          </a:xfrm>
          <a:solidFill>
            <a:schemeClr val="tx1"/>
          </a:solidFill>
        </p:grpSpPr>
        <p:sp>
          <p:nvSpPr>
            <p:cNvPr id="2058" name="Freeform: Shape 2057">
              <a:extLst>
                <a:ext uri="{FF2B5EF4-FFF2-40B4-BE49-F238E27FC236}">
                  <a16:creationId xmlns:a16="http://schemas.microsoft.com/office/drawing/2014/main" id="{182E3179-07E0-B538-9586-8B52A9D0F8FD}"/>
                </a:ext>
              </a:extLst>
            </p:cNvPr>
            <p:cNvSpPr/>
            <p:nvPr/>
          </p:nvSpPr>
          <p:spPr>
            <a:xfrm>
              <a:off x="2877791" y="6129771"/>
              <a:ext cx="388080" cy="110882"/>
            </a:xfrm>
            <a:custGeom>
              <a:avLst/>
              <a:gdLst>
                <a:gd name="connsiteX0" fmla="*/ 55443 w 388080"/>
                <a:gd name="connsiteY0" fmla="*/ 110880 h 110882"/>
                <a:gd name="connsiteX1" fmla="*/ 107484 w 388080"/>
                <a:gd name="connsiteY1" fmla="*/ 73922 h 110882"/>
                <a:gd name="connsiteX2" fmla="*/ 324991 w 388080"/>
                <a:gd name="connsiteY2" fmla="*/ 73922 h 110882"/>
                <a:gd name="connsiteX3" fmla="*/ 319578 w 388080"/>
                <a:gd name="connsiteY3" fmla="*/ 79336 h 110882"/>
                <a:gd name="connsiteX4" fmla="*/ 319578 w 388080"/>
                <a:gd name="connsiteY4" fmla="*/ 105468 h 110882"/>
                <a:gd name="connsiteX5" fmla="*/ 332639 w 388080"/>
                <a:gd name="connsiteY5" fmla="*/ 110881 h 110882"/>
                <a:gd name="connsiteX6" fmla="*/ 345703 w 388080"/>
                <a:gd name="connsiteY6" fmla="*/ 105468 h 110882"/>
                <a:gd name="connsiteX7" fmla="*/ 382661 w 388080"/>
                <a:gd name="connsiteY7" fmla="*/ 68509 h 110882"/>
                <a:gd name="connsiteX8" fmla="*/ 382661 w 388080"/>
                <a:gd name="connsiteY8" fmla="*/ 42377 h 110882"/>
                <a:gd name="connsiteX9" fmla="*/ 345703 w 388080"/>
                <a:gd name="connsiteY9" fmla="*/ 5419 h 110882"/>
                <a:gd name="connsiteX10" fmla="*/ 319571 w 388080"/>
                <a:gd name="connsiteY10" fmla="*/ 5419 h 110882"/>
                <a:gd name="connsiteX11" fmla="*/ 319571 w 388080"/>
                <a:gd name="connsiteY11" fmla="*/ 31551 h 110882"/>
                <a:gd name="connsiteX12" fmla="*/ 324987 w 388080"/>
                <a:gd name="connsiteY12" fmla="*/ 36962 h 110882"/>
                <a:gd name="connsiteX13" fmla="*/ 107480 w 388080"/>
                <a:gd name="connsiteY13" fmla="*/ 36962 h 110882"/>
                <a:gd name="connsiteX14" fmla="*/ 55443 w 388080"/>
                <a:gd name="connsiteY14" fmla="*/ 0 h 110882"/>
                <a:gd name="connsiteX15" fmla="*/ 0 w 388080"/>
                <a:gd name="connsiteY15" fmla="*/ 55443 h 110882"/>
                <a:gd name="connsiteX16" fmla="*/ 55443 w 388080"/>
                <a:gd name="connsiteY16" fmla="*/ 110883 h 110882"/>
                <a:gd name="connsiteX17" fmla="*/ 55443 w 388080"/>
                <a:gd name="connsiteY17" fmla="*/ 36960 h 110882"/>
                <a:gd name="connsiteX18" fmla="*/ 73924 w 388080"/>
                <a:gd name="connsiteY18" fmla="*/ 55441 h 110882"/>
                <a:gd name="connsiteX19" fmla="*/ 55443 w 388080"/>
                <a:gd name="connsiteY19" fmla="*/ 73918 h 110882"/>
                <a:gd name="connsiteX20" fmla="*/ 36963 w 388080"/>
                <a:gd name="connsiteY20" fmla="*/ 55441 h 110882"/>
                <a:gd name="connsiteX21" fmla="*/ 55443 w 388080"/>
                <a:gd name="connsiteY21" fmla="*/ 36960 h 11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8080" h="110882">
                  <a:moveTo>
                    <a:pt x="55443" y="110880"/>
                  </a:moveTo>
                  <a:cubicBezTo>
                    <a:pt x="79506" y="110880"/>
                    <a:pt x="99833" y="95377"/>
                    <a:pt x="107484" y="73922"/>
                  </a:cubicBezTo>
                  <a:lnTo>
                    <a:pt x="324991" y="73922"/>
                  </a:lnTo>
                  <a:lnTo>
                    <a:pt x="319578" y="79336"/>
                  </a:lnTo>
                  <a:cubicBezTo>
                    <a:pt x="312352" y="86561"/>
                    <a:pt x="312352" y="98241"/>
                    <a:pt x="319578" y="105468"/>
                  </a:cubicBezTo>
                  <a:cubicBezTo>
                    <a:pt x="323179" y="109069"/>
                    <a:pt x="327910" y="110881"/>
                    <a:pt x="332639" y="110881"/>
                  </a:cubicBezTo>
                  <a:cubicBezTo>
                    <a:pt x="337370" y="110881"/>
                    <a:pt x="342099" y="109072"/>
                    <a:pt x="345703" y="105468"/>
                  </a:cubicBezTo>
                  <a:lnTo>
                    <a:pt x="382661" y="68509"/>
                  </a:lnTo>
                  <a:cubicBezTo>
                    <a:pt x="389886" y="61284"/>
                    <a:pt x="389886" y="49604"/>
                    <a:pt x="382661" y="42377"/>
                  </a:cubicBezTo>
                  <a:lnTo>
                    <a:pt x="345703" y="5419"/>
                  </a:lnTo>
                  <a:cubicBezTo>
                    <a:pt x="338477" y="-1806"/>
                    <a:pt x="326797" y="-1806"/>
                    <a:pt x="319571" y="5419"/>
                  </a:cubicBezTo>
                  <a:cubicBezTo>
                    <a:pt x="312344" y="12645"/>
                    <a:pt x="312345" y="24325"/>
                    <a:pt x="319571" y="31551"/>
                  </a:cubicBezTo>
                  <a:lnTo>
                    <a:pt x="324987" y="36962"/>
                  </a:lnTo>
                  <a:lnTo>
                    <a:pt x="107480" y="36962"/>
                  </a:lnTo>
                  <a:cubicBezTo>
                    <a:pt x="99829" y="15507"/>
                    <a:pt x="79502" y="0"/>
                    <a:pt x="55443" y="0"/>
                  </a:cubicBezTo>
                  <a:cubicBezTo>
                    <a:pt x="24876" y="0"/>
                    <a:pt x="0" y="24876"/>
                    <a:pt x="0" y="55443"/>
                  </a:cubicBezTo>
                  <a:cubicBezTo>
                    <a:pt x="0" y="86007"/>
                    <a:pt x="24875" y="110883"/>
                    <a:pt x="55443" y="110883"/>
                  </a:cubicBezTo>
                  <a:close/>
                  <a:moveTo>
                    <a:pt x="55443" y="36960"/>
                  </a:moveTo>
                  <a:cubicBezTo>
                    <a:pt x="65643" y="36960"/>
                    <a:pt x="73924" y="45238"/>
                    <a:pt x="73924" y="55441"/>
                  </a:cubicBezTo>
                  <a:cubicBezTo>
                    <a:pt x="73921" y="65641"/>
                    <a:pt x="65643" y="73918"/>
                    <a:pt x="55443" y="73918"/>
                  </a:cubicBezTo>
                  <a:cubicBezTo>
                    <a:pt x="45240" y="73918"/>
                    <a:pt x="36963" y="65641"/>
                    <a:pt x="36963" y="55441"/>
                  </a:cubicBezTo>
                  <a:cubicBezTo>
                    <a:pt x="36963" y="45238"/>
                    <a:pt x="45240" y="36960"/>
                    <a:pt x="55443" y="36960"/>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9" name="Freeform: Shape 2058">
              <a:extLst>
                <a:ext uri="{FF2B5EF4-FFF2-40B4-BE49-F238E27FC236}">
                  <a16:creationId xmlns:a16="http://schemas.microsoft.com/office/drawing/2014/main" id="{43E9784C-9BCE-62DC-B273-234B9E1C2D35}"/>
                </a:ext>
              </a:extLst>
            </p:cNvPr>
            <p:cNvSpPr/>
            <p:nvPr/>
          </p:nvSpPr>
          <p:spPr>
            <a:xfrm>
              <a:off x="3191943" y="6425443"/>
              <a:ext cx="203284" cy="110884"/>
            </a:xfrm>
            <a:custGeom>
              <a:avLst/>
              <a:gdLst>
                <a:gd name="connsiteX0" fmla="*/ 147846 w 203284"/>
                <a:gd name="connsiteY0" fmla="*/ 6 h 110884"/>
                <a:gd name="connsiteX1" fmla="*/ 95604 w 203284"/>
                <a:gd name="connsiteY1" fmla="*/ 37613 h 110884"/>
                <a:gd name="connsiteX2" fmla="*/ 92407 w 203284"/>
                <a:gd name="connsiteY2" fmla="*/ 36965 h 110884"/>
                <a:gd name="connsiteX3" fmla="*/ 63096 w 203284"/>
                <a:gd name="connsiteY3" fmla="*/ 36965 h 110884"/>
                <a:gd name="connsiteX4" fmla="*/ 68509 w 203284"/>
                <a:gd name="connsiteY4" fmla="*/ 31552 h 110884"/>
                <a:gd name="connsiteX5" fmla="*/ 68509 w 203284"/>
                <a:gd name="connsiteY5" fmla="*/ 5420 h 110884"/>
                <a:gd name="connsiteX6" fmla="*/ 42377 w 203284"/>
                <a:gd name="connsiteY6" fmla="*/ 5420 h 110884"/>
                <a:gd name="connsiteX7" fmla="*/ 5419 w 203284"/>
                <a:gd name="connsiteY7" fmla="*/ 42378 h 110884"/>
                <a:gd name="connsiteX8" fmla="*/ 5419 w 203284"/>
                <a:gd name="connsiteY8" fmla="*/ 68510 h 110884"/>
                <a:gd name="connsiteX9" fmla="*/ 42377 w 203284"/>
                <a:gd name="connsiteY9" fmla="*/ 105468 h 110884"/>
                <a:gd name="connsiteX10" fmla="*/ 55448 w 203284"/>
                <a:gd name="connsiteY10" fmla="*/ 110885 h 110884"/>
                <a:gd name="connsiteX11" fmla="*/ 68512 w 203284"/>
                <a:gd name="connsiteY11" fmla="*/ 105471 h 110884"/>
                <a:gd name="connsiteX12" fmla="*/ 68512 w 203284"/>
                <a:gd name="connsiteY12" fmla="*/ 79339 h 110884"/>
                <a:gd name="connsiteX13" fmla="*/ 63098 w 203284"/>
                <a:gd name="connsiteY13" fmla="*/ 73926 h 110884"/>
                <a:gd name="connsiteX14" fmla="*/ 92406 w 203284"/>
                <a:gd name="connsiteY14" fmla="*/ 73926 h 110884"/>
                <a:gd name="connsiteX15" fmla="*/ 95603 w 203284"/>
                <a:gd name="connsiteY15" fmla="*/ 73278 h 110884"/>
                <a:gd name="connsiteX16" fmla="*/ 147845 w 203284"/>
                <a:gd name="connsiteY16" fmla="*/ 110885 h 110884"/>
                <a:gd name="connsiteX17" fmla="*/ 203285 w 203284"/>
                <a:gd name="connsiteY17" fmla="*/ 55445 h 110884"/>
                <a:gd name="connsiteX18" fmla="*/ 147845 w 203284"/>
                <a:gd name="connsiteY18" fmla="*/ 6 h 110884"/>
                <a:gd name="connsiteX19" fmla="*/ 147846 w 203284"/>
                <a:gd name="connsiteY19" fmla="*/ 73927 h 110884"/>
                <a:gd name="connsiteX20" fmla="*/ 129366 w 203284"/>
                <a:gd name="connsiteY20" fmla="*/ 55446 h 110884"/>
                <a:gd name="connsiteX21" fmla="*/ 147846 w 203284"/>
                <a:gd name="connsiteY21" fmla="*/ 36965 h 110884"/>
                <a:gd name="connsiteX22" fmla="*/ 166327 w 203284"/>
                <a:gd name="connsiteY22" fmla="*/ 55446 h 110884"/>
                <a:gd name="connsiteX23" fmla="*/ 147846 w 203284"/>
                <a:gd name="connsiteY23" fmla="*/ 73927 h 11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284" h="110884">
                  <a:moveTo>
                    <a:pt x="147846" y="6"/>
                  </a:moveTo>
                  <a:cubicBezTo>
                    <a:pt x="123545" y="6"/>
                    <a:pt x="103087" y="15825"/>
                    <a:pt x="95604" y="37613"/>
                  </a:cubicBezTo>
                  <a:cubicBezTo>
                    <a:pt x="94531" y="37408"/>
                    <a:pt x="93553" y="36965"/>
                    <a:pt x="92407" y="36965"/>
                  </a:cubicBezTo>
                  <a:lnTo>
                    <a:pt x="63096" y="36965"/>
                  </a:lnTo>
                  <a:lnTo>
                    <a:pt x="68509" y="31552"/>
                  </a:lnTo>
                  <a:cubicBezTo>
                    <a:pt x="75736" y="24325"/>
                    <a:pt x="75736" y="12646"/>
                    <a:pt x="68509" y="5420"/>
                  </a:cubicBezTo>
                  <a:cubicBezTo>
                    <a:pt x="61284" y="-1807"/>
                    <a:pt x="49604" y="-1807"/>
                    <a:pt x="42377" y="5420"/>
                  </a:cubicBezTo>
                  <a:lnTo>
                    <a:pt x="5419" y="42378"/>
                  </a:lnTo>
                  <a:cubicBezTo>
                    <a:pt x="-1806" y="49604"/>
                    <a:pt x="-1806" y="61284"/>
                    <a:pt x="5419" y="68510"/>
                  </a:cubicBezTo>
                  <a:lnTo>
                    <a:pt x="42377" y="105468"/>
                  </a:lnTo>
                  <a:cubicBezTo>
                    <a:pt x="45984" y="109075"/>
                    <a:pt x="50716" y="110885"/>
                    <a:pt x="55448" y="110885"/>
                  </a:cubicBezTo>
                  <a:cubicBezTo>
                    <a:pt x="60180" y="110885"/>
                    <a:pt x="64908" y="109075"/>
                    <a:pt x="68512" y="105471"/>
                  </a:cubicBezTo>
                  <a:cubicBezTo>
                    <a:pt x="75738" y="98245"/>
                    <a:pt x="75738" y="86566"/>
                    <a:pt x="68512" y="79339"/>
                  </a:cubicBezTo>
                  <a:lnTo>
                    <a:pt x="63098" y="73926"/>
                  </a:lnTo>
                  <a:lnTo>
                    <a:pt x="92406" y="73926"/>
                  </a:lnTo>
                  <a:cubicBezTo>
                    <a:pt x="93552" y="73926"/>
                    <a:pt x="94530" y="73482"/>
                    <a:pt x="95603" y="73278"/>
                  </a:cubicBezTo>
                  <a:cubicBezTo>
                    <a:pt x="103089" y="95066"/>
                    <a:pt x="123544" y="110885"/>
                    <a:pt x="147845" y="110885"/>
                  </a:cubicBezTo>
                  <a:cubicBezTo>
                    <a:pt x="178412" y="110885"/>
                    <a:pt x="203285" y="86009"/>
                    <a:pt x="203285" y="55445"/>
                  </a:cubicBezTo>
                  <a:cubicBezTo>
                    <a:pt x="203285" y="24879"/>
                    <a:pt x="178413" y="6"/>
                    <a:pt x="147845" y="6"/>
                  </a:cubicBezTo>
                  <a:close/>
                  <a:moveTo>
                    <a:pt x="147846" y="73927"/>
                  </a:moveTo>
                  <a:cubicBezTo>
                    <a:pt x="137646" y="73927"/>
                    <a:pt x="129366" y="65649"/>
                    <a:pt x="129366" y="55446"/>
                  </a:cubicBezTo>
                  <a:cubicBezTo>
                    <a:pt x="129366" y="45246"/>
                    <a:pt x="137643" y="36965"/>
                    <a:pt x="147846" y="36965"/>
                  </a:cubicBezTo>
                  <a:cubicBezTo>
                    <a:pt x="158046" y="36965"/>
                    <a:pt x="166327" y="45243"/>
                    <a:pt x="166327" y="55446"/>
                  </a:cubicBezTo>
                  <a:cubicBezTo>
                    <a:pt x="166327" y="65646"/>
                    <a:pt x="158049" y="73927"/>
                    <a:pt x="147846" y="73927"/>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0" name="Freeform: Shape 2059">
              <a:extLst>
                <a:ext uri="{FF2B5EF4-FFF2-40B4-BE49-F238E27FC236}">
                  <a16:creationId xmlns:a16="http://schemas.microsoft.com/office/drawing/2014/main" id="{E0A152FA-6B90-D57E-EBA4-F78A2310CF50}"/>
                </a:ext>
              </a:extLst>
            </p:cNvPr>
            <p:cNvSpPr/>
            <p:nvPr/>
          </p:nvSpPr>
          <p:spPr>
            <a:xfrm>
              <a:off x="3044108" y="637001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3"/>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1" name="Freeform: Shape 2060">
              <a:extLst>
                <a:ext uri="{FF2B5EF4-FFF2-40B4-BE49-F238E27FC236}">
                  <a16:creationId xmlns:a16="http://schemas.microsoft.com/office/drawing/2014/main" id="{6A358DA9-954C-6947-CA0A-248624B6EB1B}"/>
                </a:ext>
              </a:extLst>
            </p:cNvPr>
            <p:cNvSpPr/>
            <p:nvPr/>
          </p:nvSpPr>
          <p:spPr>
            <a:xfrm>
              <a:off x="3099549" y="637001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3"/>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2" name="Freeform: Shape 2061">
              <a:extLst>
                <a:ext uri="{FF2B5EF4-FFF2-40B4-BE49-F238E27FC236}">
                  <a16:creationId xmlns:a16="http://schemas.microsoft.com/office/drawing/2014/main" id="{D693F02B-98C3-4B34-D584-76173F45085C}"/>
                </a:ext>
              </a:extLst>
            </p:cNvPr>
            <p:cNvSpPr/>
            <p:nvPr/>
          </p:nvSpPr>
          <p:spPr>
            <a:xfrm>
              <a:off x="3154987" y="6370011"/>
              <a:ext cx="36961" cy="73919"/>
            </a:xfrm>
            <a:custGeom>
              <a:avLst/>
              <a:gdLst>
                <a:gd name="connsiteX0" fmla="*/ 36961 w 36961"/>
                <a:gd name="connsiteY0" fmla="*/ 18481 h 73919"/>
                <a:gd name="connsiteX1" fmla="*/ 18481 w 36961"/>
                <a:gd name="connsiteY1" fmla="*/ 0 h 73919"/>
                <a:gd name="connsiteX2" fmla="*/ 0 w 36961"/>
                <a:gd name="connsiteY2" fmla="*/ 18481 h 73919"/>
                <a:gd name="connsiteX3" fmla="*/ 0 w 36961"/>
                <a:gd name="connsiteY3" fmla="*/ 55439 h 73919"/>
                <a:gd name="connsiteX4" fmla="*/ 18481 w 36961"/>
                <a:gd name="connsiteY4" fmla="*/ 73919 h 73919"/>
                <a:gd name="connsiteX5" fmla="*/ 36961 w 36961"/>
                <a:gd name="connsiteY5" fmla="*/ 55439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61" h="73919">
                  <a:moveTo>
                    <a:pt x="36961" y="18481"/>
                  </a:moveTo>
                  <a:cubicBezTo>
                    <a:pt x="36961" y="8262"/>
                    <a:pt x="28702" y="0"/>
                    <a:pt x="18481" y="0"/>
                  </a:cubicBezTo>
                  <a:cubicBezTo>
                    <a:pt x="8262" y="0"/>
                    <a:pt x="0" y="8259"/>
                    <a:pt x="0" y="18481"/>
                  </a:cubicBezTo>
                  <a:lnTo>
                    <a:pt x="0" y="55439"/>
                  </a:lnTo>
                  <a:cubicBezTo>
                    <a:pt x="0" y="65658"/>
                    <a:pt x="8259" y="73919"/>
                    <a:pt x="18481" y="73919"/>
                  </a:cubicBezTo>
                  <a:cubicBezTo>
                    <a:pt x="28699" y="73919"/>
                    <a:pt x="36961" y="65660"/>
                    <a:pt x="36961" y="55439"/>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3" name="Freeform: Shape 2062">
              <a:extLst>
                <a:ext uri="{FF2B5EF4-FFF2-40B4-BE49-F238E27FC236}">
                  <a16:creationId xmlns:a16="http://schemas.microsoft.com/office/drawing/2014/main" id="{C651553F-7BAE-238B-FA44-AC41294658C5}"/>
                </a:ext>
              </a:extLst>
            </p:cNvPr>
            <p:cNvSpPr/>
            <p:nvPr/>
          </p:nvSpPr>
          <p:spPr>
            <a:xfrm>
              <a:off x="3044108" y="651785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0"/>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4" name="Freeform: Shape 2063">
              <a:extLst>
                <a:ext uri="{FF2B5EF4-FFF2-40B4-BE49-F238E27FC236}">
                  <a16:creationId xmlns:a16="http://schemas.microsoft.com/office/drawing/2014/main" id="{15569C01-8A1D-F3F0-3539-E0C7ADB36949}"/>
                </a:ext>
              </a:extLst>
            </p:cNvPr>
            <p:cNvSpPr/>
            <p:nvPr/>
          </p:nvSpPr>
          <p:spPr>
            <a:xfrm>
              <a:off x="3099549" y="651785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0"/>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5" name="Freeform: Shape 2064">
              <a:extLst>
                <a:ext uri="{FF2B5EF4-FFF2-40B4-BE49-F238E27FC236}">
                  <a16:creationId xmlns:a16="http://schemas.microsoft.com/office/drawing/2014/main" id="{EE2E1110-2038-361D-E34F-C0067EC09EC6}"/>
                </a:ext>
              </a:extLst>
            </p:cNvPr>
            <p:cNvSpPr/>
            <p:nvPr/>
          </p:nvSpPr>
          <p:spPr>
            <a:xfrm>
              <a:off x="3154985" y="6517849"/>
              <a:ext cx="36961" cy="73919"/>
            </a:xfrm>
            <a:custGeom>
              <a:avLst/>
              <a:gdLst>
                <a:gd name="connsiteX0" fmla="*/ 18481 w 36961"/>
                <a:gd name="connsiteY0" fmla="*/ 0 h 73919"/>
                <a:gd name="connsiteX1" fmla="*/ 0 w 36961"/>
                <a:gd name="connsiteY1" fmla="*/ 18481 h 73919"/>
                <a:gd name="connsiteX2" fmla="*/ 0 w 36961"/>
                <a:gd name="connsiteY2" fmla="*/ 55439 h 73919"/>
                <a:gd name="connsiteX3" fmla="*/ 18481 w 36961"/>
                <a:gd name="connsiteY3" fmla="*/ 73919 h 73919"/>
                <a:gd name="connsiteX4" fmla="*/ 36961 w 36961"/>
                <a:gd name="connsiteY4" fmla="*/ 55439 h 73919"/>
                <a:gd name="connsiteX5" fmla="*/ 36961 w 36961"/>
                <a:gd name="connsiteY5" fmla="*/ 18481 h 73919"/>
                <a:gd name="connsiteX6" fmla="*/ 18481 w 36961"/>
                <a:gd name="connsiteY6" fmla="*/ 0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18481" y="0"/>
                  </a:moveTo>
                  <a:cubicBezTo>
                    <a:pt x="8262" y="0"/>
                    <a:pt x="0" y="8259"/>
                    <a:pt x="0" y="18481"/>
                  </a:cubicBezTo>
                  <a:lnTo>
                    <a:pt x="0" y="55439"/>
                  </a:lnTo>
                  <a:cubicBezTo>
                    <a:pt x="0" y="65658"/>
                    <a:pt x="8259" y="73919"/>
                    <a:pt x="18481" y="73919"/>
                  </a:cubicBezTo>
                  <a:cubicBezTo>
                    <a:pt x="28699" y="73919"/>
                    <a:pt x="36961" y="65660"/>
                    <a:pt x="36961" y="55439"/>
                  </a:cubicBezTo>
                  <a:lnTo>
                    <a:pt x="36961" y="18481"/>
                  </a:lnTo>
                  <a:cubicBezTo>
                    <a:pt x="36961" y="8262"/>
                    <a:pt x="28699" y="0"/>
                    <a:pt x="18481" y="0"/>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6" name="Freeform: Shape 2065">
              <a:extLst>
                <a:ext uri="{FF2B5EF4-FFF2-40B4-BE49-F238E27FC236}">
                  <a16:creationId xmlns:a16="http://schemas.microsoft.com/office/drawing/2014/main" id="{A7787273-04FB-A08C-9CC9-29C5DCD12736}"/>
                </a:ext>
              </a:extLst>
            </p:cNvPr>
            <p:cNvSpPr/>
            <p:nvPr/>
          </p:nvSpPr>
          <p:spPr>
            <a:xfrm>
              <a:off x="2877786" y="6314571"/>
              <a:ext cx="369601" cy="332638"/>
            </a:xfrm>
            <a:custGeom>
              <a:avLst/>
              <a:gdLst>
                <a:gd name="connsiteX0" fmla="*/ 351121 w 369601"/>
                <a:gd name="connsiteY0" fmla="*/ 258718 h 332638"/>
                <a:gd name="connsiteX1" fmla="*/ 332640 w 369601"/>
                <a:gd name="connsiteY1" fmla="*/ 277199 h 332638"/>
                <a:gd name="connsiteX2" fmla="*/ 314160 w 369601"/>
                <a:gd name="connsiteY2" fmla="*/ 295680 h 332638"/>
                <a:gd name="connsiteX3" fmla="*/ 55445 w 369601"/>
                <a:gd name="connsiteY3" fmla="*/ 295677 h 332638"/>
                <a:gd name="connsiteX4" fmla="*/ 36964 w 369601"/>
                <a:gd name="connsiteY4" fmla="*/ 277196 h 332638"/>
                <a:gd name="connsiteX5" fmla="*/ 36964 w 369601"/>
                <a:gd name="connsiteY5" fmla="*/ 184797 h 332638"/>
                <a:gd name="connsiteX6" fmla="*/ 277204 w 369601"/>
                <a:gd name="connsiteY6" fmla="*/ 184797 h 332638"/>
                <a:gd name="connsiteX7" fmla="*/ 295684 w 369601"/>
                <a:gd name="connsiteY7" fmla="*/ 166316 h 332638"/>
                <a:gd name="connsiteX8" fmla="*/ 277204 w 369601"/>
                <a:gd name="connsiteY8" fmla="*/ 147836 h 332638"/>
                <a:gd name="connsiteX9" fmla="*/ 36964 w 369601"/>
                <a:gd name="connsiteY9" fmla="*/ 147839 h 332638"/>
                <a:gd name="connsiteX10" fmla="*/ 36964 w 369601"/>
                <a:gd name="connsiteY10" fmla="*/ 55440 h 332638"/>
                <a:gd name="connsiteX11" fmla="*/ 55445 w 369601"/>
                <a:gd name="connsiteY11" fmla="*/ 36959 h 332638"/>
                <a:gd name="connsiteX12" fmla="*/ 314160 w 369601"/>
                <a:gd name="connsiteY12" fmla="*/ 36959 h 332638"/>
                <a:gd name="connsiteX13" fmla="*/ 332640 w 369601"/>
                <a:gd name="connsiteY13" fmla="*/ 55440 h 332638"/>
                <a:gd name="connsiteX14" fmla="*/ 351121 w 369601"/>
                <a:gd name="connsiteY14" fmla="*/ 73920 h 332638"/>
                <a:gd name="connsiteX15" fmla="*/ 369601 w 369601"/>
                <a:gd name="connsiteY15" fmla="*/ 55440 h 332638"/>
                <a:gd name="connsiteX16" fmla="*/ 314162 w 369601"/>
                <a:gd name="connsiteY16" fmla="*/ 0 h 332638"/>
                <a:gd name="connsiteX17" fmla="*/ 55440 w 369601"/>
                <a:gd name="connsiteY17" fmla="*/ 3 h 332638"/>
                <a:gd name="connsiteX18" fmla="*/ 0 w 369601"/>
                <a:gd name="connsiteY18" fmla="*/ 55443 h 332638"/>
                <a:gd name="connsiteX19" fmla="*/ 0 w 369601"/>
                <a:gd name="connsiteY19" fmla="*/ 277199 h 332638"/>
                <a:gd name="connsiteX20" fmla="*/ 55440 w 369601"/>
                <a:gd name="connsiteY20" fmla="*/ 332639 h 332638"/>
                <a:gd name="connsiteX21" fmla="*/ 314154 w 369601"/>
                <a:gd name="connsiteY21" fmla="*/ 332639 h 332638"/>
                <a:gd name="connsiteX22" fmla="*/ 369594 w 369601"/>
                <a:gd name="connsiteY22" fmla="*/ 277199 h 332638"/>
                <a:gd name="connsiteX23" fmla="*/ 351113 w 369601"/>
                <a:gd name="connsiteY23" fmla="*/ 258718 h 33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9601" h="332638">
                  <a:moveTo>
                    <a:pt x="351121" y="258718"/>
                  </a:moveTo>
                  <a:cubicBezTo>
                    <a:pt x="340902" y="258718"/>
                    <a:pt x="332640" y="266978"/>
                    <a:pt x="332640" y="277199"/>
                  </a:cubicBezTo>
                  <a:cubicBezTo>
                    <a:pt x="332640" y="287399"/>
                    <a:pt x="324363" y="295680"/>
                    <a:pt x="314160" y="295680"/>
                  </a:cubicBezTo>
                  <a:lnTo>
                    <a:pt x="55445" y="295677"/>
                  </a:lnTo>
                  <a:cubicBezTo>
                    <a:pt x="45245" y="295677"/>
                    <a:pt x="36964" y="287399"/>
                    <a:pt x="36964" y="277196"/>
                  </a:cubicBezTo>
                  <a:lnTo>
                    <a:pt x="36964" y="184797"/>
                  </a:lnTo>
                  <a:lnTo>
                    <a:pt x="277204" y="184797"/>
                  </a:lnTo>
                  <a:cubicBezTo>
                    <a:pt x="287423" y="184797"/>
                    <a:pt x="295684" y="176537"/>
                    <a:pt x="295684" y="166316"/>
                  </a:cubicBezTo>
                  <a:cubicBezTo>
                    <a:pt x="295684" y="156097"/>
                    <a:pt x="287425" y="147836"/>
                    <a:pt x="277204" y="147836"/>
                  </a:cubicBezTo>
                  <a:lnTo>
                    <a:pt x="36964" y="147839"/>
                  </a:lnTo>
                  <a:lnTo>
                    <a:pt x="36964" y="55440"/>
                  </a:lnTo>
                  <a:cubicBezTo>
                    <a:pt x="36964" y="45239"/>
                    <a:pt x="45242" y="36959"/>
                    <a:pt x="55445" y="36959"/>
                  </a:cubicBezTo>
                  <a:lnTo>
                    <a:pt x="314160" y="36959"/>
                  </a:lnTo>
                  <a:cubicBezTo>
                    <a:pt x="324360" y="36959"/>
                    <a:pt x="332640" y="45236"/>
                    <a:pt x="332640" y="55440"/>
                  </a:cubicBezTo>
                  <a:cubicBezTo>
                    <a:pt x="332640" y="65658"/>
                    <a:pt x="340900" y="73920"/>
                    <a:pt x="351121" y="73920"/>
                  </a:cubicBezTo>
                  <a:cubicBezTo>
                    <a:pt x="361340" y="73920"/>
                    <a:pt x="369601" y="65661"/>
                    <a:pt x="369601" y="55440"/>
                  </a:cubicBezTo>
                  <a:cubicBezTo>
                    <a:pt x="369601" y="24873"/>
                    <a:pt x="344726" y="0"/>
                    <a:pt x="314162" y="0"/>
                  </a:cubicBezTo>
                  <a:lnTo>
                    <a:pt x="55440" y="3"/>
                  </a:lnTo>
                  <a:cubicBezTo>
                    <a:pt x="24873" y="3"/>
                    <a:pt x="0" y="24878"/>
                    <a:pt x="0" y="55443"/>
                  </a:cubicBezTo>
                  <a:lnTo>
                    <a:pt x="0" y="277199"/>
                  </a:lnTo>
                  <a:cubicBezTo>
                    <a:pt x="0" y="307766"/>
                    <a:pt x="24875" y="332639"/>
                    <a:pt x="55440" y="332639"/>
                  </a:cubicBezTo>
                  <a:lnTo>
                    <a:pt x="314154" y="332639"/>
                  </a:lnTo>
                  <a:cubicBezTo>
                    <a:pt x="344721" y="332639"/>
                    <a:pt x="369594" y="307763"/>
                    <a:pt x="369594" y="277199"/>
                  </a:cubicBezTo>
                  <a:cubicBezTo>
                    <a:pt x="369594" y="266978"/>
                    <a:pt x="361331" y="258718"/>
                    <a:pt x="351113" y="258718"/>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67" name="Freeform: Shape 2066">
              <a:extLst>
                <a:ext uri="{FF2B5EF4-FFF2-40B4-BE49-F238E27FC236}">
                  <a16:creationId xmlns:a16="http://schemas.microsoft.com/office/drawing/2014/main" id="{840BF01A-3E7D-6DD0-3E98-607359F30417}"/>
                </a:ext>
              </a:extLst>
            </p:cNvPr>
            <p:cNvSpPr/>
            <p:nvPr/>
          </p:nvSpPr>
          <p:spPr>
            <a:xfrm>
              <a:off x="3284338" y="6129769"/>
              <a:ext cx="110886" cy="277199"/>
            </a:xfrm>
            <a:custGeom>
              <a:avLst/>
              <a:gdLst>
                <a:gd name="connsiteX0" fmla="*/ 79341 w 110886"/>
                <a:gd name="connsiteY0" fmla="*/ 208696 h 277199"/>
                <a:gd name="connsiteX1" fmla="*/ 73928 w 110886"/>
                <a:gd name="connsiteY1" fmla="*/ 214110 h 277199"/>
                <a:gd name="connsiteX2" fmla="*/ 73928 w 110886"/>
                <a:gd name="connsiteY2" fmla="*/ 107477 h 277199"/>
                <a:gd name="connsiteX3" fmla="*/ 110886 w 110886"/>
                <a:gd name="connsiteY3" fmla="*/ 55440 h 277199"/>
                <a:gd name="connsiteX4" fmla="*/ 55446 w 110886"/>
                <a:gd name="connsiteY4" fmla="*/ 0 h 277199"/>
                <a:gd name="connsiteX5" fmla="*/ 7 w 110886"/>
                <a:gd name="connsiteY5" fmla="*/ 55440 h 277199"/>
                <a:gd name="connsiteX6" fmla="*/ 36965 w 110886"/>
                <a:gd name="connsiteY6" fmla="*/ 107480 h 277199"/>
                <a:gd name="connsiteX7" fmla="*/ 36965 w 110886"/>
                <a:gd name="connsiteY7" fmla="*/ 214113 h 277199"/>
                <a:gd name="connsiteX8" fmla="*/ 31552 w 110886"/>
                <a:gd name="connsiteY8" fmla="*/ 208699 h 277199"/>
                <a:gd name="connsiteX9" fmla="*/ 5420 w 110886"/>
                <a:gd name="connsiteY9" fmla="*/ 208699 h 277199"/>
                <a:gd name="connsiteX10" fmla="*/ 5420 w 110886"/>
                <a:gd name="connsiteY10" fmla="*/ 234831 h 277199"/>
                <a:gd name="connsiteX11" fmla="*/ 42378 w 110886"/>
                <a:gd name="connsiteY11" fmla="*/ 271790 h 277199"/>
                <a:gd name="connsiteX12" fmla="*/ 55445 w 110886"/>
                <a:gd name="connsiteY12" fmla="*/ 277200 h 277199"/>
                <a:gd name="connsiteX13" fmla="*/ 68509 w 110886"/>
                <a:gd name="connsiteY13" fmla="*/ 271786 h 277199"/>
                <a:gd name="connsiteX14" fmla="*/ 105467 w 110886"/>
                <a:gd name="connsiteY14" fmla="*/ 234828 h 277199"/>
                <a:gd name="connsiteX15" fmla="*/ 105467 w 110886"/>
                <a:gd name="connsiteY15" fmla="*/ 208696 h 277199"/>
                <a:gd name="connsiteX16" fmla="*/ 79338 w 110886"/>
                <a:gd name="connsiteY16" fmla="*/ 208696 h 277199"/>
                <a:gd name="connsiteX17" fmla="*/ 55447 w 110886"/>
                <a:gd name="connsiteY17" fmla="*/ 36966 h 277199"/>
                <a:gd name="connsiteX18" fmla="*/ 73928 w 110886"/>
                <a:gd name="connsiteY18" fmla="*/ 55447 h 277199"/>
                <a:gd name="connsiteX19" fmla="*/ 55447 w 110886"/>
                <a:gd name="connsiteY19" fmla="*/ 73927 h 277199"/>
                <a:gd name="connsiteX20" fmla="*/ 36967 w 110886"/>
                <a:gd name="connsiteY20" fmla="*/ 55447 h 277199"/>
                <a:gd name="connsiteX21" fmla="*/ 55447 w 110886"/>
                <a:gd name="connsiteY21" fmla="*/ 36966 h 27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886" h="277199">
                  <a:moveTo>
                    <a:pt x="79341" y="208696"/>
                  </a:moveTo>
                  <a:lnTo>
                    <a:pt x="73928" y="214110"/>
                  </a:lnTo>
                  <a:lnTo>
                    <a:pt x="73928" y="107477"/>
                  </a:lnTo>
                  <a:cubicBezTo>
                    <a:pt x="95383" y="99826"/>
                    <a:pt x="110886" y="79499"/>
                    <a:pt x="110886" y="55440"/>
                  </a:cubicBezTo>
                  <a:cubicBezTo>
                    <a:pt x="110886" y="24873"/>
                    <a:pt x="86011" y="0"/>
                    <a:pt x="55446" y="0"/>
                  </a:cubicBezTo>
                  <a:cubicBezTo>
                    <a:pt x="24880" y="0"/>
                    <a:pt x="7" y="24875"/>
                    <a:pt x="7" y="55440"/>
                  </a:cubicBezTo>
                  <a:cubicBezTo>
                    <a:pt x="7" y="79502"/>
                    <a:pt x="15510" y="99829"/>
                    <a:pt x="36965" y="107480"/>
                  </a:cubicBezTo>
                  <a:lnTo>
                    <a:pt x="36965" y="214113"/>
                  </a:lnTo>
                  <a:lnTo>
                    <a:pt x="31552" y="208699"/>
                  </a:lnTo>
                  <a:cubicBezTo>
                    <a:pt x="24326" y="201474"/>
                    <a:pt x="12646" y="201474"/>
                    <a:pt x="5420" y="208699"/>
                  </a:cubicBezTo>
                  <a:cubicBezTo>
                    <a:pt x="-1807" y="215925"/>
                    <a:pt x="-1806" y="227605"/>
                    <a:pt x="5420" y="234831"/>
                  </a:cubicBezTo>
                  <a:lnTo>
                    <a:pt x="42378" y="271790"/>
                  </a:lnTo>
                  <a:cubicBezTo>
                    <a:pt x="45984" y="275391"/>
                    <a:pt x="50716" y="277200"/>
                    <a:pt x="55445" y="277200"/>
                  </a:cubicBezTo>
                  <a:cubicBezTo>
                    <a:pt x="60177" y="277200"/>
                    <a:pt x="64905" y="275391"/>
                    <a:pt x="68509" y="271786"/>
                  </a:cubicBezTo>
                  <a:lnTo>
                    <a:pt x="105467" y="234828"/>
                  </a:lnTo>
                  <a:cubicBezTo>
                    <a:pt x="112693" y="227603"/>
                    <a:pt x="112693" y="215923"/>
                    <a:pt x="105467" y="208696"/>
                  </a:cubicBezTo>
                  <a:cubicBezTo>
                    <a:pt x="98244" y="201471"/>
                    <a:pt x="86565" y="201471"/>
                    <a:pt x="79338" y="208696"/>
                  </a:cubicBezTo>
                  <a:close/>
                  <a:moveTo>
                    <a:pt x="55447" y="36966"/>
                  </a:moveTo>
                  <a:cubicBezTo>
                    <a:pt x="65647" y="36966"/>
                    <a:pt x="73928" y="45243"/>
                    <a:pt x="73928" y="55447"/>
                  </a:cubicBezTo>
                  <a:cubicBezTo>
                    <a:pt x="73928" y="65647"/>
                    <a:pt x="65650" y="73927"/>
                    <a:pt x="55447" y="73927"/>
                  </a:cubicBezTo>
                  <a:cubicBezTo>
                    <a:pt x="45247" y="73927"/>
                    <a:pt x="36967" y="65650"/>
                    <a:pt x="36967" y="55447"/>
                  </a:cubicBezTo>
                  <a:cubicBezTo>
                    <a:pt x="36970" y="45243"/>
                    <a:pt x="45247" y="36966"/>
                    <a:pt x="55447" y="36966"/>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grpSp>
      <p:sp>
        <p:nvSpPr>
          <p:cNvPr id="123" name="TextBox 1084">
            <a:extLst>
              <a:ext uri="{FF2B5EF4-FFF2-40B4-BE49-F238E27FC236}">
                <a16:creationId xmlns:a16="http://schemas.microsoft.com/office/drawing/2014/main" id="{A3AB8D2C-1501-3CBF-21E9-873B19C81647}"/>
              </a:ext>
            </a:extLst>
          </p:cNvPr>
          <p:cNvSpPr txBox="1"/>
          <p:nvPr/>
        </p:nvSpPr>
        <p:spPr>
          <a:xfrm>
            <a:off x="10824210" y="2843434"/>
            <a:ext cx="1100626" cy="215444"/>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800" cap="all" dirty="0">
                <a:solidFill>
                  <a:srgbClr val="292936"/>
                </a:solidFill>
                <a:latin typeface="Josefin Sans SemiBold" pitchFamily="2" charset="77"/>
              </a:rPr>
              <a:t>Data Pipelines</a:t>
            </a:r>
          </a:p>
        </p:txBody>
      </p:sp>
      <p:sp>
        <p:nvSpPr>
          <p:cNvPr id="124" name="TextBox 1085">
            <a:extLst>
              <a:ext uri="{FF2B5EF4-FFF2-40B4-BE49-F238E27FC236}">
                <a16:creationId xmlns:a16="http://schemas.microsoft.com/office/drawing/2014/main" id="{E0E16DF9-F675-2AA3-C828-BC0BD561B7F0}"/>
              </a:ext>
            </a:extLst>
          </p:cNvPr>
          <p:cNvSpPr txBox="1"/>
          <p:nvPr/>
        </p:nvSpPr>
        <p:spPr>
          <a:xfrm>
            <a:off x="10865254" y="3500639"/>
            <a:ext cx="936275" cy="338554"/>
          </a:xfrm>
          <a:prstGeom prst="rect">
            <a:avLst/>
          </a:prstGeom>
          <a:noFill/>
        </p:spPr>
        <p:txBody>
          <a:bodyPr wrap="square" rtlCol="0">
            <a:spAutoFit/>
          </a:bodyPr>
          <a:lstStyle>
            <a:defPPr>
              <a:defRPr lang="en-US"/>
            </a:defPPr>
            <a:lvl1pPr marL="0" algn="l" defTabSz="914400" rtl="0" eaLnBrk="1" latinLnBrk="0" hangingPunct="1">
              <a:defRPr sz="1000" b="1" kern="1200">
                <a:solidFill>
                  <a:schemeClr val="accent2">
                    <a:lumMod val="60000"/>
                    <a:lumOff val="40000"/>
                  </a:schemeClr>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800" cap="all">
                <a:solidFill>
                  <a:srgbClr val="292936"/>
                </a:solidFill>
                <a:latin typeface="Josefin Sans SemiBold" pitchFamily="2" charset="77"/>
              </a:rPr>
              <a:t>Stored Procedures</a:t>
            </a:r>
          </a:p>
        </p:txBody>
      </p:sp>
      <p:grpSp>
        <p:nvGrpSpPr>
          <p:cNvPr id="125" name="Graphic 418">
            <a:extLst>
              <a:ext uri="{FF2B5EF4-FFF2-40B4-BE49-F238E27FC236}">
                <a16:creationId xmlns:a16="http://schemas.microsoft.com/office/drawing/2014/main" id="{99082A57-5CAC-23AA-75F4-7283FCB84C90}"/>
              </a:ext>
            </a:extLst>
          </p:cNvPr>
          <p:cNvGrpSpPr/>
          <p:nvPr/>
        </p:nvGrpSpPr>
        <p:grpSpPr>
          <a:xfrm>
            <a:off x="10553365" y="3150357"/>
            <a:ext cx="311889" cy="296104"/>
            <a:chOff x="2877786" y="6129769"/>
            <a:chExt cx="517441" cy="517440"/>
          </a:xfrm>
          <a:solidFill>
            <a:schemeClr val="tx1"/>
          </a:solidFill>
        </p:grpSpPr>
        <p:sp>
          <p:nvSpPr>
            <p:cNvPr id="127" name="Freeform: Shape 126">
              <a:extLst>
                <a:ext uri="{FF2B5EF4-FFF2-40B4-BE49-F238E27FC236}">
                  <a16:creationId xmlns:a16="http://schemas.microsoft.com/office/drawing/2014/main" id="{339E63EE-DA7D-03E1-55E2-8B65C37FA55B}"/>
                </a:ext>
              </a:extLst>
            </p:cNvPr>
            <p:cNvSpPr/>
            <p:nvPr/>
          </p:nvSpPr>
          <p:spPr>
            <a:xfrm>
              <a:off x="2877791" y="6129771"/>
              <a:ext cx="388080" cy="110882"/>
            </a:xfrm>
            <a:custGeom>
              <a:avLst/>
              <a:gdLst>
                <a:gd name="connsiteX0" fmla="*/ 55443 w 388080"/>
                <a:gd name="connsiteY0" fmla="*/ 110880 h 110882"/>
                <a:gd name="connsiteX1" fmla="*/ 107484 w 388080"/>
                <a:gd name="connsiteY1" fmla="*/ 73922 h 110882"/>
                <a:gd name="connsiteX2" fmla="*/ 324991 w 388080"/>
                <a:gd name="connsiteY2" fmla="*/ 73922 h 110882"/>
                <a:gd name="connsiteX3" fmla="*/ 319578 w 388080"/>
                <a:gd name="connsiteY3" fmla="*/ 79336 h 110882"/>
                <a:gd name="connsiteX4" fmla="*/ 319578 w 388080"/>
                <a:gd name="connsiteY4" fmla="*/ 105468 h 110882"/>
                <a:gd name="connsiteX5" fmla="*/ 332639 w 388080"/>
                <a:gd name="connsiteY5" fmla="*/ 110881 h 110882"/>
                <a:gd name="connsiteX6" fmla="*/ 345703 w 388080"/>
                <a:gd name="connsiteY6" fmla="*/ 105468 h 110882"/>
                <a:gd name="connsiteX7" fmla="*/ 382661 w 388080"/>
                <a:gd name="connsiteY7" fmla="*/ 68509 h 110882"/>
                <a:gd name="connsiteX8" fmla="*/ 382661 w 388080"/>
                <a:gd name="connsiteY8" fmla="*/ 42377 h 110882"/>
                <a:gd name="connsiteX9" fmla="*/ 345703 w 388080"/>
                <a:gd name="connsiteY9" fmla="*/ 5419 h 110882"/>
                <a:gd name="connsiteX10" fmla="*/ 319571 w 388080"/>
                <a:gd name="connsiteY10" fmla="*/ 5419 h 110882"/>
                <a:gd name="connsiteX11" fmla="*/ 319571 w 388080"/>
                <a:gd name="connsiteY11" fmla="*/ 31551 h 110882"/>
                <a:gd name="connsiteX12" fmla="*/ 324987 w 388080"/>
                <a:gd name="connsiteY12" fmla="*/ 36962 h 110882"/>
                <a:gd name="connsiteX13" fmla="*/ 107480 w 388080"/>
                <a:gd name="connsiteY13" fmla="*/ 36962 h 110882"/>
                <a:gd name="connsiteX14" fmla="*/ 55443 w 388080"/>
                <a:gd name="connsiteY14" fmla="*/ 0 h 110882"/>
                <a:gd name="connsiteX15" fmla="*/ 0 w 388080"/>
                <a:gd name="connsiteY15" fmla="*/ 55443 h 110882"/>
                <a:gd name="connsiteX16" fmla="*/ 55443 w 388080"/>
                <a:gd name="connsiteY16" fmla="*/ 110883 h 110882"/>
                <a:gd name="connsiteX17" fmla="*/ 55443 w 388080"/>
                <a:gd name="connsiteY17" fmla="*/ 36960 h 110882"/>
                <a:gd name="connsiteX18" fmla="*/ 73924 w 388080"/>
                <a:gd name="connsiteY18" fmla="*/ 55441 h 110882"/>
                <a:gd name="connsiteX19" fmla="*/ 55443 w 388080"/>
                <a:gd name="connsiteY19" fmla="*/ 73918 h 110882"/>
                <a:gd name="connsiteX20" fmla="*/ 36963 w 388080"/>
                <a:gd name="connsiteY20" fmla="*/ 55441 h 110882"/>
                <a:gd name="connsiteX21" fmla="*/ 55443 w 388080"/>
                <a:gd name="connsiteY21" fmla="*/ 36960 h 11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8080" h="110882">
                  <a:moveTo>
                    <a:pt x="55443" y="110880"/>
                  </a:moveTo>
                  <a:cubicBezTo>
                    <a:pt x="79506" y="110880"/>
                    <a:pt x="99833" y="95377"/>
                    <a:pt x="107484" y="73922"/>
                  </a:cubicBezTo>
                  <a:lnTo>
                    <a:pt x="324991" y="73922"/>
                  </a:lnTo>
                  <a:lnTo>
                    <a:pt x="319578" y="79336"/>
                  </a:lnTo>
                  <a:cubicBezTo>
                    <a:pt x="312352" y="86561"/>
                    <a:pt x="312352" y="98241"/>
                    <a:pt x="319578" y="105468"/>
                  </a:cubicBezTo>
                  <a:cubicBezTo>
                    <a:pt x="323179" y="109069"/>
                    <a:pt x="327910" y="110881"/>
                    <a:pt x="332639" y="110881"/>
                  </a:cubicBezTo>
                  <a:cubicBezTo>
                    <a:pt x="337370" y="110881"/>
                    <a:pt x="342099" y="109072"/>
                    <a:pt x="345703" y="105468"/>
                  </a:cubicBezTo>
                  <a:lnTo>
                    <a:pt x="382661" y="68509"/>
                  </a:lnTo>
                  <a:cubicBezTo>
                    <a:pt x="389886" y="61284"/>
                    <a:pt x="389886" y="49604"/>
                    <a:pt x="382661" y="42377"/>
                  </a:cubicBezTo>
                  <a:lnTo>
                    <a:pt x="345703" y="5419"/>
                  </a:lnTo>
                  <a:cubicBezTo>
                    <a:pt x="338477" y="-1806"/>
                    <a:pt x="326797" y="-1806"/>
                    <a:pt x="319571" y="5419"/>
                  </a:cubicBezTo>
                  <a:cubicBezTo>
                    <a:pt x="312344" y="12645"/>
                    <a:pt x="312345" y="24325"/>
                    <a:pt x="319571" y="31551"/>
                  </a:cubicBezTo>
                  <a:lnTo>
                    <a:pt x="324987" y="36962"/>
                  </a:lnTo>
                  <a:lnTo>
                    <a:pt x="107480" y="36962"/>
                  </a:lnTo>
                  <a:cubicBezTo>
                    <a:pt x="99829" y="15507"/>
                    <a:pt x="79502" y="0"/>
                    <a:pt x="55443" y="0"/>
                  </a:cubicBezTo>
                  <a:cubicBezTo>
                    <a:pt x="24876" y="0"/>
                    <a:pt x="0" y="24876"/>
                    <a:pt x="0" y="55443"/>
                  </a:cubicBezTo>
                  <a:cubicBezTo>
                    <a:pt x="0" y="86007"/>
                    <a:pt x="24875" y="110883"/>
                    <a:pt x="55443" y="110883"/>
                  </a:cubicBezTo>
                  <a:close/>
                  <a:moveTo>
                    <a:pt x="55443" y="36960"/>
                  </a:moveTo>
                  <a:cubicBezTo>
                    <a:pt x="65643" y="36960"/>
                    <a:pt x="73924" y="45238"/>
                    <a:pt x="73924" y="55441"/>
                  </a:cubicBezTo>
                  <a:cubicBezTo>
                    <a:pt x="73921" y="65641"/>
                    <a:pt x="65643" y="73918"/>
                    <a:pt x="55443" y="73918"/>
                  </a:cubicBezTo>
                  <a:cubicBezTo>
                    <a:pt x="45240" y="73918"/>
                    <a:pt x="36963" y="65641"/>
                    <a:pt x="36963" y="55441"/>
                  </a:cubicBezTo>
                  <a:cubicBezTo>
                    <a:pt x="36963" y="45238"/>
                    <a:pt x="45240" y="36960"/>
                    <a:pt x="55443" y="36960"/>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48" name="Freeform: Shape 2047">
              <a:extLst>
                <a:ext uri="{FF2B5EF4-FFF2-40B4-BE49-F238E27FC236}">
                  <a16:creationId xmlns:a16="http://schemas.microsoft.com/office/drawing/2014/main" id="{4C2C348A-1400-D9B2-808F-460BA86C61B8}"/>
                </a:ext>
              </a:extLst>
            </p:cNvPr>
            <p:cNvSpPr/>
            <p:nvPr/>
          </p:nvSpPr>
          <p:spPr>
            <a:xfrm>
              <a:off x="3191943" y="6425443"/>
              <a:ext cx="203284" cy="110884"/>
            </a:xfrm>
            <a:custGeom>
              <a:avLst/>
              <a:gdLst>
                <a:gd name="connsiteX0" fmla="*/ 147846 w 203284"/>
                <a:gd name="connsiteY0" fmla="*/ 6 h 110884"/>
                <a:gd name="connsiteX1" fmla="*/ 95604 w 203284"/>
                <a:gd name="connsiteY1" fmla="*/ 37613 h 110884"/>
                <a:gd name="connsiteX2" fmla="*/ 92407 w 203284"/>
                <a:gd name="connsiteY2" fmla="*/ 36965 h 110884"/>
                <a:gd name="connsiteX3" fmla="*/ 63096 w 203284"/>
                <a:gd name="connsiteY3" fmla="*/ 36965 h 110884"/>
                <a:gd name="connsiteX4" fmla="*/ 68509 w 203284"/>
                <a:gd name="connsiteY4" fmla="*/ 31552 h 110884"/>
                <a:gd name="connsiteX5" fmla="*/ 68509 w 203284"/>
                <a:gd name="connsiteY5" fmla="*/ 5420 h 110884"/>
                <a:gd name="connsiteX6" fmla="*/ 42377 w 203284"/>
                <a:gd name="connsiteY6" fmla="*/ 5420 h 110884"/>
                <a:gd name="connsiteX7" fmla="*/ 5419 w 203284"/>
                <a:gd name="connsiteY7" fmla="*/ 42378 h 110884"/>
                <a:gd name="connsiteX8" fmla="*/ 5419 w 203284"/>
                <a:gd name="connsiteY8" fmla="*/ 68510 h 110884"/>
                <a:gd name="connsiteX9" fmla="*/ 42377 w 203284"/>
                <a:gd name="connsiteY9" fmla="*/ 105468 h 110884"/>
                <a:gd name="connsiteX10" fmla="*/ 55448 w 203284"/>
                <a:gd name="connsiteY10" fmla="*/ 110885 h 110884"/>
                <a:gd name="connsiteX11" fmla="*/ 68512 w 203284"/>
                <a:gd name="connsiteY11" fmla="*/ 105471 h 110884"/>
                <a:gd name="connsiteX12" fmla="*/ 68512 w 203284"/>
                <a:gd name="connsiteY12" fmla="*/ 79339 h 110884"/>
                <a:gd name="connsiteX13" fmla="*/ 63098 w 203284"/>
                <a:gd name="connsiteY13" fmla="*/ 73926 h 110884"/>
                <a:gd name="connsiteX14" fmla="*/ 92406 w 203284"/>
                <a:gd name="connsiteY14" fmla="*/ 73926 h 110884"/>
                <a:gd name="connsiteX15" fmla="*/ 95603 w 203284"/>
                <a:gd name="connsiteY15" fmla="*/ 73278 h 110884"/>
                <a:gd name="connsiteX16" fmla="*/ 147845 w 203284"/>
                <a:gd name="connsiteY16" fmla="*/ 110885 h 110884"/>
                <a:gd name="connsiteX17" fmla="*/ 203285 w 203284"/>
                <a:gd name="connsiteY17" fmla="*/ 55445 h 110884"/>
                <a:gd name="connsiteX18" fmla="*/ 147845 w 203284"/>
                <a:gd name="connsiteY18" fmla="*/ 6 h 110884"/>
                <a:gd name="connsiteX19" fmla="*/ 147846 w 203284"/>
                <a:gd name="connsiteY19" fmla="*/ 73927 h 110884"/>
                <a:gd name="connsiteX20" fmla="*/ 129366 w 203284"/>
                <a:gd name="connsiteY20" fmla="*/ 55446 h 110884"/>
                <a:gd name="connsiteX21" fmla="*/ 147846 w 203284"/>
                <a:gd name="connsiteY21" fmla="*/ 36965 h 110884"/>
                <a:gd name="connsiteX22" fmla="*/ 166327 w 203284"/>
                <a:gd name="connsiteY22" fmla="*/ 55446 h 110884"/>
                <a:gd name="connsiteX23" fmla="*/ 147846 w 203284"/>
                <a:gd name="connsiteY23" fmla="*/ 73927 h 11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284" h="110884">
                  <a:moveTo>
                    <a:pt x="147846" y="6"/>
                  </a:moveTo>
                  <a:cubicBezTo>
                    <a:pt x="123545" y="6"/>
                    <a:pt x="103087" y="15825"/>
                    <a:pt x="95604" y="37613"/>
                  </a:cubicBezTo>
                  <a:cubicBezTo>
                    <a:pt x="94531" y="37408"/>
                    <a:pt x="93553" y="36965"/>
                    <a:pt x="92407" y="36965"/>
                  </a:cubicBezTo>
                  <a:lnTo>
                    <a:pt x="63096" y="36965"/>
                  </a:lnTo>
                  <a:lnTo>
                    <a:pt x="68509" y="31552"/>
                  </a:lnTo>
                  <a:cubicBezTo>
                    <a:pt x="75736" y="24325"/>
                    <a:pt x="75736" y="12646"/>
                    <a:pt x="68509" y="5420"/>
                  </a:cubicBezTo>
                  <a:cubicBezTo>
                    <a:pt x="61284" y="-1807"/>
                    <a:pt x="49604" y="-1807"/>
                    <a:pt x="42377" y="5420"/>
                  </a:cubicBezTo>
                  <a:lnTo>
                    <a:pt x="5419" y="42378"/>
                  </a:lnTo>
                  <a:cubicBezTo>
                    <a:pt x="-1806" y="49604"/>
                    <a:pt x="-1806" y="61284"/>
                    <a:pt x="5419" y="68510"/>
                  </a:cubicBezTo>
                  <a:lnTo>
                    <a:pt x="42377" y="105468"/>
                  </a:lnTo>
                  <a:cubicBezTo>
                    <a:pt x="45984" y="109075"/>
                    <a:pt x="50716" y="110885"/>
                    <a:pt x="55448" y="110885"/>
                  </a:cubicBezTo>
                  <a:cubicBezTo>
                    <a:pt x="60180" y="110885"/>
                    <a:pt x="64908" y="109075"/>
                    <a:pt x="68512" y="105471"/>
                  </a:cubicBezTo>
                  <a:cubicBezTo>
                    <a:pt x="75738" y="98245"/>
                    <a:pt x="75738" y="86566"/>
                    <a:pt x="68512" y="79339"/>
                  </a:cubicBezTo>
                  <a:lnTo>
                    <a:pt x="63098" y="73926"/>
                  </a:lnTo>
                  <a:lnTo>
                    <a:pt x="92406" y="73926"/>
                  </a:lnTo>
                  <a:cubicBezTo>
                    <a:pt x="93552" y="73926"/>
                    <a:pt x="94530" y="73482"/>
                    <a:pt x="95603" y="73278"/>
                  </a:cubicBezTo>
                  <a:cubicBezTo>
                    <a:pt x="103089" y="95066"/>
                    <a:pt x="123544" y="110885"/>
                    <a:pt x="147845" y="110885"/>
                  </a:cubicBezTo>
                  <a:cubicBezTo>
                    <a:pt x="178412" y="110885"/>
                    <a:pt x="203285" y="86009"/>
                    <a:pt x="203285" y="55445"/>
                  </a:cubicBezTo>
                  <a:cubicBezTo>
                    <a:pt x="203285" y="24879"/>
                    <a:pt x="178413" y="6"/>
                    <a:pt x="147845" y="6"/>
                  </a:cubicBezTo>
                  <a:close/>
                  <a:moveTo>
                    <a:pt x="147846" y="73927"/>
                  </a:moveTo>
                  <a:cubicBezTo>
                    <a:pt x="137646" y="73927"/>
                    <a:pt x="129366" y="65649"/>
                    <a:pt x="129366" y="55446"/>
                  </a:cubicBezTo>
                  <a:cubicBezTo>
                    <a:pt x="129366" y="45246"/>
                    <a:pt x="137643" y="36965"/>
                    <a:pt x="147846" y="36965"/>
                  </a:cubicBezTo>
                  <a:cubicBezTo>
                    <a:pt x="158046" y="36965"/>
                    <a:pt x="166327" y="45243"/>
                    <a:pt x="166327" y="55446"/>
                  </a:cubicBezTo>
                  <a:cubicBezTo>
                    <a:pt x="166327" y="65646"/>
                    <a:pt x="158049" y="73927"/>
                    <a:pt x="147846" y="73927"/>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49" name="Freeform: Shape 2048">
              <a:extLst>
                <a:ext uri="{FF2B5EF4-FFF2-40B4-BE49-F238E27FC236}">
                  <a16:creationId xmlns:a16="http://schemas.microsoft.com/office/drawing/2014/main" id="{AB76463A-4B66-D15E-9317-AEC566128915}"/>
                </a:ext>
              </a:extLst>
            </p:cNvPr>
            <p:cNvSpPr/>
            <p:nvPr/>
          </p:nvSpPr>
          <p:spPr>
            <a:xfrm>
              <a:off x="3044108" y="637001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3"/>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1" name="Freeform: Shape 2050">
              <a:extLst>
                <a:ext uri="{FF2B5EF4-FFF2-40B4-BE49-F238E27FC236}">
                  <a16:creationId xmlns:a16="http://schemas.microsoft.com/office/drawing/2014/main" id="{3E5B0772-6D9C-939C-8948-C0ADBBD70836}"/>
                </a:ext>
              </a:extLst>
            </p:cNvPr>
            <p:cNvSpPr/>
            <p:nvPr/>
          </p:nvSpPr>
          <p:spPr>
            <a:xfrm>
              <a:off x="3099549" y="637001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3"/>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2" name="Freeform: Shape 2051">
              <a:extLst>
                <a:ext uri="{FF2B5EF4-FFF2-40B4-BE49-F238E27FC236}">
                  <a16:creationId xmlns:a16="http://schemas.microsoft.com/office/drawing/2014/main" id="{89D96BC5-785E-5229-514E-A4A23DB4577B}"/>
                </a:ext>
              </a:extLst>
            </p:cNvPr>
            <p:cNvSpPr/>
            <p:nvPr/>
          </p:nvSpPr>
          <p:spPr>
            <a:xfrm>
              <a:off x="3154987" y="6370011"/>
              <a:ext cx="36961" cy="73919"/>
            </a:xfrm>
            <a:custGeom>
              <a:avLst/>
              <a:gdLst>
                <a:gd name="connsiteX0" fmla="*/ 36961 w 36961"/>
                <a:gd name="connsiteY0" fmla="*/ 18481 h 73919"/>
                <a:gd name="connsiteX1" fmla="*/ 18481 w 36961"/>
                <a:gd name="connsiteY1" fmla="*/ 0 h 73919"/>
                <a:gd name="connsiteX2" fmla="*/ 0 w 36961"/>
                <a:gd name="connsiteY2" fmla="*/ 18481 h 73919"/>
                <a:gd name="connsiteX3" fmla="*/ 0 w 36961"/>
                <a:gd name="connsiteY3" fmla="*/ 55439 h 73919"/>
                <a:gd name="connsiteX4" fmla="*/ 18481 w 36961"/>
                <a:gd name="connsiteY4" fmla="*/ 73919 h 73919"/>
                <a:gd name="connsiteX5" fmla="*/ 36961 w 36961"/>
                <a:gd name="connsiteY5" fmla="*/ 55439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61" h="73919">
                  <a:moveTo>
                    <a:pt x="36961" y="18481"/>
                  </a:moveTo>
                  <a:cubicBezTo>
                    <a:pt x="36961" y="8262"/>
                    <a:pt x="28702" y="0"/>
                    <a:pt x="18481" y="0"/>
                  </a:cubicBezTo>
                  <a:cubicBezTo>
                    <a:pt x="8262" y="0"/>
                    <a:pt x="0" y="8259"/>
                    <a:pt x="0" y="18481"/>
                  </a:cubicBezTo>
                  <a:lnTo>
                    <a:pt x="0" y="55439"/>
                  </a:lnTo>
                  <a:cubicBezTo>
                    <a:pt x="0" y="65658"/>
                    <a:pt x="8259" y="73919"/>
                    <a:pt x="18481" y="73919"/>
                  </a:cubicBezTo>
                  <a:cubicBezTo>
                    <a:pt x="28699" y="73919"/>
                    <a:pt x="36961" y="65660"/>
                    <a:pt x="36961" y="55439"/>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3" name="Freeform: Shape 2052">
              <a:extLst>
                <a:ext uri="{FF2B5EF4-FFF2-40B4-BE49-F238E27FC236}">
                  <a16:creationId xmlns:a16="http://schemas.microsoft.com/office/drawing/2014/main" id="{E0A69AA9-5DFF-A227-7A28-7B794F854E1C}"/>
                </a:ext>
              </a:extLst>
            </p:cNvPr>
            <p:cNvSpPr/>
            <p:nvPr/>
          </p:nvSpPr>
          <p:spPr>
            <a:xfrm>
              <a:off x="3044108" y="651785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0"/>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4" name="Freeform: Shape 2053">
              <a:extLst>
                <a:ext uri="{FF2B5EF4-FFF2-40B4-BE49-F238E27FC236}">
                  <a16:creationId xmlns:a16="http://schemas.microsoft.com/office/drawing/2014/main" id="{EFA106BF-12B0-B260-73A2-CA76B4E092A6}"/>
                </a:ext>
              </a:extLst>
            </p:cNvPr>
            <p:cNvSpPr/>
            <p:nvPr/>
          </p:nvSpPr>
          <p:spPr>
            <a:xfrm>
              <a:off x="3099549" y="6517851"/>
              <a:ext cx="36961" cy="73919"/>
            </a:xfrm>
            <a:custGeom>
              <a:avLst/>
              <a:gdLst>
                <a:gd name="connsiteX0" fmla="*/ 0 w 36961"/>
                <a:gd name="connsiteY0" fmla="*/ 18481 h 73919"/>
                <a:gd name="connsiteX1" fmla="*/ 0 w 36961"/>
                <a:gd name="connsiteY1" fmla="*/ 55439 h 73919"/>
                <a:gd name="connsiteX2" fmla="*/ 18481 w 36961"/>
                <a:gd name="connsiteY2" fmla="*/ 73919 h 73919"/>
                <a:gd name="connsiteX3" fmla="*/ 36961 w 36961"/>
                <a:gd name="connsiteY3" fmla="*/ 55439 h 73919"/>
                <a:gd name="connsiteX4" fmla="*/ 36961 w 36961"/>
                <a:gd name="connsiteY4" fmla="*/ 18481 h 73919"/>
                <a:gd name="connsiteX5" fmla="*/ 18481 w 36961"/>
                <a:gd name="connsiteY5" fmla="*/ 0 h 73919"/>
                <a:gd name="connsiteX6" fmla="*/ 0 w 36961"/>
                <a:gd name="connsiteY6" fmla="*/ 18481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0" y="18481"/>
                  </a:moveTo>
                  <a:lnTo>
                    <a:pt x="0" y="55439"/>
                  </a:lnTo>
                  <a:cubicBezTo>
                    <a:pt x="0" y="65658"/>
                    <a:pt x="8259" y="73919"/>
                    <a:pt x="18481" y="73919"/>
                  </a:cubicBezTo>
                  <a:cubicBezTo>
                    <a:pt x="28699" y="73919"/>
                    <a:pt x="36961" y="65660"/>
                    <a:pt x="36961" y="55439"/>
                  </a:cubicBezTo>
                  <a:lnTo>
                    <a:pt x="36961" y="18481"/>
                  </a:lnTo>
                  <a:cubicBezTo>
                    <a:pt x="36961" y="8262"/>
                    <a:pt x="28702" y="0"/>
                    <a:pt x="18481" y="0"/>
                  </a:cubicBezTo>
                  <a:cubicBezTo>
                    <a:pt x="8259" y="0"/>
                    <a:pt x="0" y="8263"/>
                    <a:pt x="0" y="18481"/>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5" name="Freeform: Shape 2054">
              <a:extLst>
                <a:ext uri="{FF2B5EF4-FFF2-40B4-BE49-F238E27FC236}">
                  <a16:creationId xmlns:a16="http://schemas.microsoft.com/office/drawing/2014/main" id="{269E16DC-303E-4B20-954A-BF030ED0B31E}"/>
                </a:ext>
              </a:extLst>
            </p:cNvPr>
            <p:cNvSpPr/>
            <p:nvPr/>
          </p:nvSpPr>
          <p:spPr>
            <a:xfrm>
              <a:off x="3154985" y="6517849"/>
              <a:ext cx="36961" cy="73919"/>
            </a:xfrm>
            <a:custGeom>
              <a:avLst/>
              <a:gdLst>
                <a:gd name="connsiteX0" fmla="*/ 18481 w 36961"/>
                <a:gd name="connsiteY0" fmla="*/ 0 h 73919"/>
                <a:gd name="connsiteX1" fmla="*/ 0 w 36961"/>
                <a:gd name="connsiteY1" fmla="*/ 18481 h 73919"/>
                <a:gd name="connsiteX2" fmla="*/ 0 w 36961"/>
                <a:gd name="connsiteY2" fmla="*/ 55439 h 73919"/>
                <a:gd name="connsiteX3" fmla="*/ 18481 w 36961"/>
                <a:gd name="connsiteY3" fmla="*/ 73919 h 73919"/>
                <a:gd name="connsiteX4" fmla="*/ 36961 w 36961"/>
                <a:gd name="connsiteY4" fmla="*/ 55439 h 73919"/>
                <a:gd name="connsiteX5" fmla="*/ 36961 w 36961"/>
                <a:gd name="connsiteY5" fmla="*/ 18481 h 73919"/>
                <a:gd name="connsiteX6" fmla="*/ 18481 w 36961"/>
                <a:gd name="connsiteY6" fmla="*/ 0 h 73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61" h="73919">
                  <a:moveTo>
                    <a:pt x="18481" y="0"/>
                  </a:moveTo>
                  <a:cubicBezTo>
                    <a:pt x="8262" y="0"/>
                    <a:pt x="0" y="8259"/>
                    <a:pt x="0" y="18481"/>
                  </a:cubicBezTo>
                  <a:lnTo>
                    <a:pt x="0" y="55439"/>
                  </a:lnTo>
                  <a:cubicBezTo>
                    <a:pt x="0" y="65658"/>
                    <a:pt x="8259" y="73919"/>
                    <a:pt x="18481" y="73919"/>
                  </a:cubicBezTo>
                  <a:cubicBezTo>
                    <a:pt x="28699" y="73919"/>
                    <a:pt x="36961" y="65660"/>
                    <a:pt x="36961" y="55439"/>
                  </a:cubicBezTo>
                  <a:lnTo>
                    <a:pt x="36961" y="18481"/>
                  </a:lnTo>
                  <a:cubicBezTo>
                    <a:pt x="36961" y="8262"/>
                    <a:pt x="28699" y="0"/>
                    <a:pt x="18481" y="0"/>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6" name="Freeform: Shape 2055">
              <a:extLst>
                <a:ext uri="{FF2B5EF4-FFF2-40B4-BE49-F238E27FC236}">
                  <a16:creationId xmlns:a16="http://schemas.microsoft.com/office/drawing/2014/main" id="{92036FF7-B7F0-73DD-B9B7-E55E55BC36C4}"/>
                </a:ext>
              </a:extLst>
            </p:cNvPr>
            <p:cNvSpPr/>
            <p:nvPr/>
          </p:nvSpPr>
          <p:spPr>
            <a:xfrm>
              <a:off x="2877786" y="6314571"/>
              <a:ext cx="369601" cy="332638"/>
            </a:xfrm>
            <a:custGeom>
              <a:avLst/>
              <a:gdLst>
                <a:gd name="connsiteX0" fmla="*/ 351121 w 369601"/>
                <a:gd name="connsiteY0" fmla="*/ 258718 h 332638"/>
                <a:gd name="connsiteX1" fmla="*/ 332640 w 369601"/>
                <a:gd name="connsiteY1" fmla="*/ 277199 h 332638"/>
                <a:gd name="connsiteX2" fmla="*/ 314160 w 369601"/>
                <a:gd name="connsiteY2" fmla="*/ 295680 h 332638"/>
                <a:gd name="connsiteX3" fmla="*/ 55445 w 369601"/>
                <a:gd name="connsiteY3" fmla="*/ 295677 h 332638"/>
                <a:gd name="connsiteX4" fmla="*/ 36964 w 369601"/>
                <a:gd name="connsiteY4" fmla="*/ 277196 h 332638"/>
                <a:gd name="connsiteX5" fmla="*/ 36964 w 369601"/>
                <a:gd name="connsiteY5" fmla="*/ 184797 h 332638"/>
                <a:gd name="connsiteX6" fmla="*/ 277204 w 369601"/>
                <a:gd name="connsiteY6" fmla="*/ 184797 h 332638"/>
                <a:gd name="connsiteX7" fmla="*/ 295684 w 369601"/>
                <a:gd name="connsiteY7" fmla="*/ 166316 h 332638"/>
                <a:gd name="connsiteX8" fmla="*/ 277204 w 369601"/>
                <a:gd name="connsiteY8" fmla="*/ 147836 h 332638"/>
                <a:gd name="connsiteX9" fmla="*/ 36964 w 369601"/>
                <a:gd name="connsiteY9" fmla="*/ 147839 h 332638"/>
                <a:gd name="connsiteX10" fmla="*/ 36964 w 369601"/>
                <a:gd name="connsiteY10" fmla="*/ 55440 h 332638"/>
                <a:gd name="connsiteX11" fmla="*/ 55445 w 369601"/>
                <a:gd name="connsiteY11" fmla="*/ 36959 h 332638"/>
                <a:gd name="connsiteX12" fmla="*/ 314160 w 369601"/>
                <a:gd name="connsiteY12" fmla="*/ 36959 h 332638"/>
                <a:gd name="connsiteX13" fmla="*/ 332640 w 369601"/>
                <a:gd name="connsiteY13" fmla="*/ 55440 h 332638"/>
                <a:gd name="connsiteX14" fmla="*/ 351121 w 369601"/>
                <a:gd name="connsiteY14" fmla="*/ 73920 h 332638"/>
                <a:gd name="connsiteX15" fmla="*/ 369601 w 369601"/>
                <a:gd name="connsiteY15" fmla="*/ 55440 h 332638"/>
                <a:gd name="connsiteX16" fmla="*/ 314162 w 369601"/>
                <a:gd name="connsiteY16" fmla="*/ 0 h 332638"/>
                <a:gd name="connsiteX17" fmla="*/ 55440 w 369601"/>
                <a:gd name="connsiteY17" fmla="*/ 3 h 332638"/>
                <a:gd name="connsiteX18" fmla="*/ 0 w 369601"/>
                <a:gd name="connsiteY18" fmla="*/ 55443 h 332638"/>
                <a:gd name="connsiteX19" fmla="*/ 0 w 369601"/>
                <a:gd name="connsiteY19" fmla="*/ 277199 h 332638"/>
                <a:gd name="connsiteX20" fmla="*/ 55440 w 369601"/>
                <a:gd name="connsiteY20" fmla="*/ 332639 h 332638"/>
                <a:gd name="connsiteX21" fmla="*/ 314154 w 369601"/>
                <a:gd name="connsiteY21" fmla="*/ 332639 h 332638"/>
                <a:gd name="connsiteX22" fmla="*/ 369594 w 369601"/>
                <a:gd name="connsiteY22" fmla="*/ 277199 h 332638"/>
                <a:gd name="connsiteX23" fmla="*/ 351113 w 369601"/>
                <a:gd name="connsiteY23" fmla="*/ 258718 h 33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9601" h="332638">
                  <a:moveTo>
                    <a:pt x="351121" y="258718"/>
                  </a:moveTo>
                  <a:cubicBezTo>
                    <a:pt x="340902" y="258718"/>
                    <a:pt x="332640" y="266978"/>
                    <a:pt x="332640" y="277199"/>
                  </a:cubicBezTo>
                  <a:cubicBezTo>
                    <a:pt x="332640" y="287399"/>
                    <a:pt x="324363" y="295680"/>
                    <a:pt x="314160" y="295680"/>
                  </a:cubicBezTo>
                  <a:lnTo>
                    <a:pt x="55445" y="295677"/>
                  </a:lnTo>
                  <a:cubicBezTo>
                    <a:pt x="45245" y="295677"/>
                    <a:pt x="36964" y="287399"/>
                    <a:pt x="36964" y="277196"/>
                  </a:cubicBezTo>
                  <a:lnTo>
                    <a:pt x="36964" y="184797"/>
                  </a:lnTo>
                  <a:lnTo>
                    <a:pt x="277204" y="184797"/>
                  </a:lnTo>
                  <a:cubicBezTo>
                    <a:pt x="287423" y="184797"/>
                    <a:pt x="295684" y="176537"/>
                    <a:pt x="295684" y="166316"/>
                  </a:cubicBezTo>
                  <a:cubicBezTo>
                    <a:pt x="295684" y="156097"/>
                    <a:pt x="287425" y="147836"/>
                    <a:pt x="277204" y="147836"/>
                  </a:cubicBezTo>
                  <a:lnTo>
                    <a:pt x="36964" y="147839"/>
                  </a:lnTo>
                  <a:lnTo>
                    <a:pt x="36964" y="55440"/>
                  </a:lnTo>
                  <a:cubicBezTo>
                    <a:pt x="36964" y="45239"/>
                    <a:pt x="45242" y="36959"/>
                    <a:pt x="55445" y="36959"/>
                  </a:cubicBezTo>
                  <a:lnTo>
                    <a:pt x="314160" y="36959"/>
                  </a:lnTo>
                  <a:cubicBezTo>
                    <a:pt x="324360" y="36959"/>
                    <a:pt x="332640" y="45236"/>
                    <a:pt x="332640" y="55440"/>
                  </a:cubicBezTo>
                  <a:cubicBezTo>
                    <a:pt x="332640" y="65658"/>
                    <a:pt x="340900" y="73920"/>
                    <a:pt x="351121" y="73920"/>
                  </a:cubicBezTo>
                  <a:cubicBezTo>
                    <a:pt x="361340" y="73920"/>
                    <a:pt x="369601" y="65661"/>
                    <a:pt x="369601" y="55440"/>
                  </a:cubicBezTo>
                  <a:cubicBezTo>
                    <a:pt x="369601" y="24873"/>
                    <a:pt x="344726" y="0"/>
                    <a:pt x="314162" y="0"/>
                  </a:cubicBezTo>
                  <a:lnTo>
                    <a:pt x="55440" y="3"/>
                  </a:lnTo>
                  <a:cubicBezTo>
                    <a:pt x="24873" y="3"/>
                    <a:pt x="0" y="24878"/>
                    <a:pt x="0" y="55443"/>
                  </a:cubicBezTo>
                  <a:lnTo>
                    <a:pt x="0" y="277199"/>
                  </a:lnTo>
                  <a:cubicBezTo>
                    <a:pt x="0" y="307766"/>
                    <a:pt x="24875" y="332639"/>
                    <a:pt x="55440" y="332639"/>
                  </a:cubicBezTo>
                  <a:lnTo>
                    <a:pt x="314154" y="332639"/>
                  </a:lnTo>
                  <a:cubicBezTo>
                    <a:pt x="344721" y="332639"/>
                    <a:pt x="369594" y="307763"/>
                    <a:pt x="369594" y="277199"/>
                  </a:cubicBezTo>
                  <a:cubicBezTo>
                    <a:pt x="369594" y="266978"/>
                    <a:pt x="361331" y="258718"/>
                    <a:pt x="351113" y="258718"/>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57" name="Freeform: Shape 2056">
              <a:extLst>
                <a:ext uri="{FF2B5EF4-FFF2-40B4-BE49-F238E27FC236}">
                  <a16:creationId xmlns:a16="http://schemas.microsoft.com/office/drawing/2014/main" id="{472821E6-3EBC-BC11-311B-F760DE5C6647}"/>
                </a:ext>
              </a:extLst>
            </p:cNvPr>
            <p:cNvSpPr/>
            <p:nvPr/>
          </p:nvSpPr>
          <p:spPr>
            <a:xfrm>
              <a:off x="3284338" y="6129769"/>
              <a:ext cx="110886" cy="277199"/>
            </a:xfrm>
            <a:custGeom>
              <a:avLst/>
              <a:gdLst>
                <a:gd name="connsiteX0" fmla="*/ 79341 w 110886"/>
                <a:gd name="connsiteY0" fmla="*/ 208696 h 277199"/>
                <a:gd name="connsiteX1" fmla="*/ 73928 w 110886"/>
                <a:gd name="connsiteY1" fmla="*/ 214110 h 277199"/>
                <a:gd name="connsiteX2" fmla="*/ 73928 w 110886"/>
                <a:gd name="connsiteY2" fmla="*/ 107477 h 277199"/>
                <a:gd name="connsiteX3" fmla="*/ 110886 w 110886"/>
                <a:gd name="connsiteY3" fmla="*/ 55440 h 277199"/>
                <a:gd name="connsiteX4" fmla="*/ 55446 w 110886"/>
                <a:gd name="connsiteY4" fmla="*/ 0 h 277199"/>
                <a:gd name="connsiteX5" fmla="*/ 7 w 110886"/>
                <a:gd name="connsiteY5" fmla="*/ 55440 h 277199"/>
                <a:gd name="connsiteX6" fmla="*/ 36965 w 110886"/>
                <a:gd name="connsiteY6" fmla="*/ 107480 h 277199"/>
                <a:gd name="connsiteX7" fmla="*/ 36965 w 110886"/>
                <a:gd name="connsiteY7" fmla="*/ 214113 h 277199"/>
                <a:gd name="connsiteX8" fmla="*/ 31552 w 110886"/>
                <a:gd name="connsiteY8" fmla="*/ 208699 h 277199"/>
                <a:gd name="connsiteX9" fmla="*/ 5420 w 110886"/>
                <a:gd name="connsiteY9" fmla="*/ 208699 h 277199"/>
                <a:gd name="connsiteX10" fmla="*/ 5420 w 110886"/>
                <a:gd name="connsiteY10" fmla="*/ 234831 h 277199"/>
                <a:gd name="connsiteX11" fmla="*/ 42378 w 110886"/>
                <a:gd name="connsiteY11" fmla="*/ 271790 h 277199"/>
                <a:gd name="connsiteX12" fmla="*/ 55445 w 110886"/>
                <a:gd name="connsiteY12" fmla="*/ 277200 h 277199"/>
                <a:gd name="connsiteX13" fmla="*/ 68509 w 110886"/>
                <a:gd name="connsiteY13" fmla="*/ 271786 h 277199"/>
                <a:gd name="connsiteX14" fmla="*/ 105467 w 110886"/>
                <a:gd name="connsiteY14" fmla="*/ 234828 h 277199"/>
                <a:gd name="connsiteX15" fmla="*/ 105467 w 110886"/>
                <a:gd name="connsiteY15" fmla="*/ 208696 h 277199"/>
                <a:gd name="connsiteX16" fmla="*/ 79338 w 110886"/>
                <a:gd name="connsiteY16" fmla="*/ 208696 h 277199"/>
                <a:gd name="connsiteX17" fmla="*/ 55447 w 110886"/>
                <a:gd name="connsiteY17" fmla="*/ 36966 h 277199"/>
                <a:gd name="connsiteX18" fmla="*/ 73928 w 110886"/>
                <a:gd name="connsiteY18" fmla="*/ 55447 h 277199"/>
                <a:gd name="connsiteX19" fmla="*/ 55447 w 110886"/>
                <a:gd name="connsiteY19" fmla="*/ 73927 h 277199"/>
                <a:gd name="connsiteX20" fmla="*/ 36967 w 110886"/>
                <a:gd name="connsiteY20" fmla="*/ 55447 h 277199"/>
                <a:gd name="connsiteX21" fmla="*/ 55447 w 110886"/>
                <a:gd name="connsiteY21" fmla="*/ 36966 h 27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886" h="277199">
                  <a:moveTo>
                    <a:pt x="79341" y="208696"/>
                  </a:moveTo>
                  <a:lnTo>
                    <a:pt x="73928" y="214110"/>
                  </a:lnTo>
                  <a:lnTo>
                    <a:pt x="73928" y="107477"/>
                  </a:lnTo>
                  <a:cubicBezTo>
                    <a:pt x="95383" y="99826"/>
                    <a:pt x="110886" y="79499"/>
                    <a:pt x="110886" y="55440"/>
                  </a:cubicBezTo>
                  <a:cubicBezTo>
                    <a:pt x="110886" y="24873"/>
                    <a:pt x="86011" y="0"/>
                    <a:pt x="55446" y="0"/>
                  </a:cubicBezTo>
                  <a:cubicBezTo>
                    <a:pt x="24880" y="0"/>
                    <a:pt x="7" y="24875"/>
                    <a:pt x="7" y="55440"/>
                  </a:cubicBezTo>
                  <a:cubicBezTo>
                    <a:pt x="7" y="79502"/>
                    <a:pt x="15510" y="99829"/>
                    <a:pt x="36965" y="107480"/>
                  </a:cubicBezTo>
                  <a:lnTo>
                    <a:pt x="36965" y="214113"/>
                  </a:lnTo>
                  <a:lnTo>
                    <a:pt x="31552" y="208699"/>
                  </a:lnTo>
                  <a:cubicBezTo>
                    <a:pt x="24326" y="201474"/>
                    <a:pt x="12646" y="201474"/>
                    <a:pt x="5420" y="208699"/>
                  </a:cubicBezTo>
                  <a:cubicBezTo>
                    <a:pt x="-1807" y="215925"/>
                    <a:pt x="-1806" y="227605"/>
                    <a:pt x="5420" y="234831"/>
                  </a:cubicBezTo>
                  <a:lnTo>
                    <a:pt x="42378" y="271790"/>
                  </a:lnTo>
                  <a:cubicBezTo>
                    <a:pt x="45984" y="275391"/>
                    <a:pt x="50716" y="277200"/>
                    <a:pt x="55445" y="277200"/>
                  </a:cubicBezTo>
                  <a:cubicBezTo>
                    <a:pt x="60177" y="277200"/>
                    <a:pt x="64905" y="275391"/>
                    <a:pt x="68509" y="271786"/>
                  </a:cubicBezTo>
                  <a:lnTo>
                    <a:pt x="105467" y="234828"/>
                  </a:lnTo>
                  <a:cubicBezTo>
                    <a:pt x="112693" y="227603"/>
                    <a:pt x="112693" y="215923"/>
                    <a:pt x="105467" y="208696"/>
                  </a:cubicBezTo>
                  <a:cubicBezTo>
                    <a:pt x="98244" y="201471"/>
                    <a:pt x="86565" y="201471"/>
                    <a:pt x="79338" y="208696"/>
                  </a:cubicBezTo>
                  <a:close/>
                  <a:moveTo>
                    <a:pt x="55447" y="36966"/>
                  </a:moveTo>
                  <a:cubicBezTo>
                    <a:pt x="65647" y="36966"/>
                    <a:pt x="73928" y="45243"/>
                    <a:pt x="73928" y="55447"/>
                  </a:cubicBezTo>
                  <a:cubicBezTo>
                    <a:pt x="73928" y="65647"/>
                    <a:pt x="65650" y="73927"/>
                    <a:pt x="55447" y="73927"/>
                  </a:cubicBezTo>
                  <a:cubicBezTo>
                    <a:pt x="45247" y="73927"/>
                    <a:pt x="36967" y="65650"/>
                    <a:pt x="36967" y="55447"/>
                  </a:cubicBezTo>
                  <a:cubicBezTo>
                    <a:pt x="36970" y="45243"/>
                    <a:pt x="45247" y="36966"/>
                    <a:pt x="55447" y="36966"/>
                  </a:cubicBezTo>
                  <a:close/>
                </a:path>
              </a:pathLst>
            </a:custGeom>
            <a:grpFill/>
            <a:ln w="778" cap="flat">
              <a:noFill/>
              <a:prstDash val="solid"/>
              <a:miter/>
            </a:ln>
          </p:spPr>
          <p:txBody>
            <a:bodyPr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grpSp>
      <p:sp>
        <p:nvSpPr>
          <p:cNvPr id="126" name="TextBox 1097">
            <a:extLst>
              <a:ext uri="{FF2B5EF4-FFF2-40B4-BE49-F238E27FC236}">
                <a16:creationId xmlns:a16="http://schemas.microsoft.com/office/drawing/2014/main" id="{E7373723-B017-4110-BAD2-371DC3937419}"/>
              </a:ext>
            </a:extLst>
          </p:cNvPr>
          <p:cNvSpPr txBox="1"/>
          <p:nvPr/>
        </p:nvSpPr>
        <p:spPr>
          <a:xfrm>
            <a:off x="10885969" y="3157941"/>
            <a:ext cx="1053754" cy="338554"/>
          </a:xfrm>
          <a:prstGeom prst="rect">
            <a:avLst/>
          </a:prstGeom>
          <a:noFill/>
        </p:spPr>
        <p:txBody>
          <a:bodyPr wrap="square" rtlCol="0">
            <a:spAutoFit/>
          </a:bodyPr>
          <a:lstStyle>
            <a:defPPr>
              <a:defRPr lang="en-US"/>
            </a:defPPr>
            <a:lvl1pPr marL="0" algn="l" defTabSz="914400" rtl="0" eaLnBrk="1" latinLnBrk="0" hangingPunct="1">
              <a:defRPr sz="1000" b="1" kern="1200">
                <a:solidFill>
                  <a:schemeClr val="accent2">
                    <a:lumMod val="60000"/>
                    <a:lumOff val="40000"/>
                  </a:schemeClr>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800" cap="all">
                <a:solidFill>
                  <a:srgbClr val="292936"/>
                </a:solidFill>
                <a:latin typeface="Josefin Sans SemiBold" pitchFamily="2" charset="77"/>
              </a:rPr>
              <a:t>Data engineering</a:t>
            </a:r>
          </a:p>
        </p:txBody>
      </p:sp>
      <p:sp>
        <p:nvSpPr>
          <p:cNvPr id="2112" name="TextBox 2111">
            <a:extLst>
              <a:ext uri="{FF2B5EF4-FFF2-40B4-BE49-F238E27FC236}">
                <a16:creationId xmlns:a16="http://schemas.microsoft.com/office/drawing/2014/main" id="{61E86C12-3387-E59F-F5E4-742CC223F464}"/>
              </a:ext>
            </a:extLst>
          </p:cNvPr>
          <p:cNvSpPr txBox="1"/>
          <p:nvPr/>
        </p:nvSpPr>
        <p:spPr>
          <a:xfrm>
            <a:off x="6277772" y="4222800"/>
            <a:ext cx="5715319" cy="1754326"/>
          </a:xfrm>
          <a:prstGeom prst="rect">
            <a:avLst/>
          </a:prstGeom>
          <a:noFill/>
        </p:spPr>
        <p:txBody>
          <a:bodyPr wrap="square">
            <a:spAutoFit/>
          </a:bodyPr>
          <a:lstStyle/>
          <a:p>
            <a:pPr algn="ctr"/>
            <a:r>
              <a:rPr lang="en-US" sz="1200" dirty="0">
                <a:latin typeface="Calibri Light" panose="020F0302020204030204" pitchFamily="34" charset="0"/>
              </a:rPr>
              <a:t>The primary objective of this phase is to create a robust data pipeline that enables near </a:t>
            </a:r>
            <a:r>
              <a:rPr lang="en-US" sz="1200" b="1" dirty="0">
                <a:solidFill>
                  <a:srgbClr val="208E9B"/>
                </a:solidFill>
                <a:latin typeface="Calibri Light" panose="020F0302020204030204" pitchFamily="34" charset="0"/>
              </a:rPr>
              <a:t>real-time data availability</a:t>
            </a:r>
            <a:r>
              <a:rPr lang="en-US" sz="1200" dirty="0">
                <a:latin typeface="Calibri Light" panose="020F0302020204030204" pitchFamily="34" charset="0"/>
              </a:rPr>
              <a:t>. To achieve this, we will implement APIs for seamless data integration between </a:t>
            </a:r>
            <a:r>
              <a:rPr lang="en-US" sz="1200" dirty="0" err="1">
                <a:latin typeface="Calibri Light" panose="020F0302020204030204" pitchFamily="34" charset="0"/>
              </a:rPr>
              <a:t>DealCloud</a:t>
            </a:r>
            <a:r>
              <a:rPr lang="en-US" sz="1200" dirty="0">
                <a:latin typeface="Calibri Light" panose="020F0302020204030204" pitchFamily="34" charset="0"/>
              </a:rPr>
              <a:t> and the Azure data environment. Initially, we will focus on ingestion of the data needed for Deal Team’s Pipeline and Funnel reports</a:t>
            </a:r>
          </a:p>
          <a:p>
            <a:pPr algn="ctr"/>
            <a:endParaRPr lang="en-US" sz="1200" dirty="0">
              <a:latin typeface="Calibri Light" panose="020F0302020204030204" pitchFamily="34" charset="0"/>
            </a:endParaRPr>
          </a:p>
          <a:p>
            <a:pPr algn="ctr"/>
            <a:r>
              <a:rPr lang="en-US" sz="1200" dirty="0">
                <a:latin typeface="Calibri Light" panose="020F0302020204030204" pitchFamily="34" charset="0"/>
              </a:rPr>
              <a:t>This technical setup ensures data can flow efficiently from </a:t>
            </a:r>
            <a:r>
              <a:rPr lang="en-US" sz="1200" dirty="0" err="1">
                <a:latin typeface="Calibri Light" panose="020F0302020204030204" pitchFamily="34" charset="0"/>
              </a:rPr>
              <a:t>DealCloud</a:t>
            </a:r>
            <a:r>
              <a:rPr lang="en-US" sz="1200" dirty="0">
                <a:latin typeface="Calibri Light" panose="020F0302020204030204" pitchFamily="34" charset="0"/>
              </a:rPr>
              <a:t> into the centralized architecture, supporting advanced reporting, analytics, and automation while laying the groundwork for future data initiatives. </a:t>
            </a:r>
            <a:endParaRPr lang="es-ES" sz="1200" dirty="0">
              <a:latin typeface="Calibri Light" panose="020F0302020204030204" pitchFamily="34" charset="0"/>
            </a:endParaRPr>
          </a:p>
          <a:p>
            <a:pPr algn="ctr"/>
            <a:endParaRPr lang="es-ES" sz="1200" dirty="0">
              <a:latin typeface="Calibri Light" panose="020F0302020204030204" pitchFamily="34" charset="0"/>
            </a:endParaRPr>
          </a:p>
        </p:txBody>
      </p:sp>
    </p:spTree>
    <p:extLst>
      <p:ext uri="{BB962C8B-B14F-4D97-AF65-F5344CB8AC3E}">
        <p14:creationId xmlns:p14="http://schemas.microsoft.com/office/powerpoint/2010/main" val="422143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786A0-2C83-98E4-1FB3-98F103F660DF}"/>
            </a:ext>
          </a:extLst>
        </p:cNvPr>
        <p:cNvGrpSpPr/>
        <p:nvPr/>
      </p:nvGrpSpPr>
      <p:grpSpPr>
        <a:xfrm>
          <a:off x="0" y="0"/>
          <a:ext cx="0" cy="0"/>
          <a:chOff x="0" y="0"/>
          <a:chExt cx="0" cy="0"/>
        </a:xfrm>
      </p:grpSpPr>
      <p:sp>
        <p:nvSpPr>
          <p:cNvPr id="50" name="Snip Diagonal Corner Rectangle 7">
            <a:extLst>
              <a:ext uri="{FF2B5EF4-FFF2-40B4-BE49-F238E27FC236}">
                <a16:creationId xmlns:a16="http://schemas.microsoft.com/office/drawing/2014/main" id="{B715AA7C-931B-4F81-9626-456646DAE821}"/>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D43E8C42-2D51-3D35-5794-4AB5F46F257F}"/>
              </a:ext>
            </a:extLst>
          </p:cNvPr>
          <p:cNvSpPr txBox="1"/>
          <p:nvPr/>
        </p:nvSpPr>
        <p:spPr>
          <a:xfrm>
            <a:off x="129857" y="361246"/>
            <a:ext cx="11932285" cy="430887"/>
          </a:xfrm>
          <a:prstGeom prst="rect">
            <a:avLst/>
          </a:prstGeom>
          <a:noFill/>
          <a:ln>
            <a:noFill/>
          </a:ln>
        </p:spPr>
        <p:txBody>
          <a:bodyPr wrap="square" lIns="0" tIns="0" rIns="0" bIns="0" rtlCol="0" anchor="t">
            <a:spAutoFit/>
          </a:bodyPr>
          <a:lstStyle/>
          <a:p>
            <a:pPr algn="ctr"/>
            <a:r>
              <a:rPr lang="en-US" sz="2800" cap="all" spc="600" dirty="0">
                <a:solidFill>
                  <a:schemeClr val="bg1"/>
                </a:solidFill>
                <a:latin typeface="Josefin Sans SemiBold"/>
              </a:rPr>
              <a:t>Project DETAILS</a:t>
            </a:r>
          </a:p>
        </p:txBody>
      </p:sp>
      <p:sp>
        <p:nvSpPr>
          <p:cNvPr id="4" name="Slide Number Placeholder 5">
            <a:extLst>
              <a:ext uri="{FF2B5EF4-FFF2-40B4-BE49-F238E27FC236}">
                <a16:creationId xmlns:a16="http://schemas.microsoft.com/office/drawing/2014/main" id="{54883824-5491-28EE-5EB3-ABFC9B249F5B}"/>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8" name="Rectangle 39">
            <a:extLst>
              <a:ext uri="{FF2B5EF4-FFF2-40B4-BE49-F238E27FC236}">
                <a16:creationId xmlns:a16="http://schemas.microsoft.com/office/drawing/2014/main" id="{AF1C3915-9395-D36B-E21C-8DDD57DBD217}"/>
              </a:ext>
            </a:extLst>
          </p:cNvPr>
          <p:cNvSpPr/>
          <p:nvPr/>
        </p:nvSpPr>
        <p:spPr>
          <a:xfrm>
            <a:off x="639385" y="1109790"/>
            <a:ext cx="5436000" cy="311024"/>
          </a:xfrm>
          <a:prstGeom prst="rect">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a:defRPr/>
            </a:pPr>
            <a:r>
              <a:rPr lang="es-ES" sz="1600" b="1" dirty="0">
                <a:solidFill>
                  <a:schemeClr val="bg1"/>
                </a:solidFill>
                <a:latin typeface="Josefin Sans SemiBold" pitchFamily="2" charset="0"/>
              </a:rPr>
              <a:t>2</a:t>
            </a:r>
            <a:r>
              <a:rPr kumimoji="0" lang="es-ES" sz="1600" b="1" i="0" u="none" strike="noStrike" kern="1200" cap="none" spc="0" normalizeH="0" baseline="0" dirty="0">
                <a:ln>
                  <a:noFill/>
                </a:ln>
                <a:solidFill>
                  <a:schemeClr val="bg1"/>
                </a:solidFill>
                <a:effectLst/>
                <a:uLnTx/>
                <a:uFillTx/>
                <a:latin typeface="Josefin Sans SemiBold" pitchFamily="2" charset="0"/>
              </a:rPr>
              <a:t>. </a:t>
            </a:r>
            <a:r>
              <a:rPr lang="en-US" sz="1600" b="1" dirty="0">
                <a:solidFill>
                  <a:schemeClr val="bg1"/>
                </a:solidFill>
                <a:latin typeface="Josefin Sans SemiBold" pitchFamily="2" charset="0"/>
                <a:sym typeface="Arial"/>
              </a:rPr>
              <a:t>DATA CLEANISNG FOR DEAL DATA</a:t>
            </a:r>
          </a:p>
        </p:txBody>
      </p:sp>
      <p:cxnSp>
        <p:nvCxnSpPr>
          <p:cNvPr id="2" name="Straight Connector 1">
            <a:extLst>
              <a:ext uri="{FF2B5EF4-FFF2-40B4-BE49-F238E27FC236}">
                <a16:creationId xmlns:a16="http://schemas.microsoft.com/office/drawing/2014/main" id="{DDBCD70B-ECF4-39B4-494D-58A8ABF8C346}"/>
              </a:ext>
            </a:extLst>
          </p:cNvPr>
          <p:cNvCxnSpPr>
            <a:cxnSpLocks/>
          </p:cNvCxnSpPr>
          <p:nvPr/>
        </p:nvCxnSpPr>
        <p:spPr>
          <a:xfrm>
            <a:off x="6166104" y="1556964"/>
            <a:ext cx="0" cy="4487220"/>
          </a:xfrm>
          <a:prstGeom prst="line">
            <a:avLst/>
          </a:prstGeom>
          <a:ln>
            <a:solidFill>
              <a:srgbClr val="208E9B"/>
            </a:solidFill>
          </a:ln>
        </p:spPr>
        <p:style>
          <a:lnRef idx="1">
            <a:schemeClr val="accent1"/>
          </a:lnRef>
          <a:fillRef idx="0">
            <a:schemeClr val="accent1"/>
          </a:fillRef>
          <a:effectRef idx="0">
            <a:schemeClr val="accent1"/>
          </a:effectRef>
          <a:fontRef idx="minor">
            <a:schemeClr val="tx1"/>
          </a:fontRef>
        </p:style>
      </p:cxnSp>
      <p:sp>
        <p:nvSpPr>
          <p:cNvPr id="3" name="Rectangle 39">
            <a:extLst>
              <a:ext uri="{FF2B5EF4-FFF2-40B4-BE49-F238E27FC236}">
                <a16:creationId xmlns:a16="http://schemas.microsoft.com/office/drawing/2014/main" id="{A8BBB71E-D867-5AA8-9914-360E87D4591D}"/>
              </a:ext>
            </a:extLst>
          </p:cNvPr>
          <p:cNvSpPr/>
          <p:nvPr/>
        </p:nvSpPr>
        <p:spPr>
          <a:xfrm>
            <a:off x="6266752" y="1109790"/>
            <a:ext cx="5795389" cy="311024"/>
          </a:xfrm>
          <a:prstGeom prst="rect">
            <a:avLst/>
          </a:prstGeom>
          <a:solidFill>
            <a:srgbClr val="208E9B"/>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a:defRPr/>
            </a:pPr>
            <a:r>
              <a:rPr kumimoji="0" lang="es-ES" sz="1400" b="1" i="0" u="none" strike="noStrike" kern="1200" cap="none" spc="0" normalizeH="0" baseline="0" dirty="0">
                <a:ln>
                  <a:noFill/>
                </a:ln>
                <a:solidFill>
                  <a:schemeClr val="bg1"/>
                </a:solidFill>
                <a:effectLst/>
                <a:uLnTx/>
                <a:uFillTx/>
                <a:latin typeface="Josefin Sans SemiBold" pitchFamily="2" charset="0"/>
              </a:rPr>
              <a:t>3. </a:t>
            </a:r>
            <a:r>
              <a:rPr lang="en-US" sz="1400" b="1" dirty="0">
                <a:solidFill>
                  <a:schemeClr val="bg1"/>
                </a:solidFill>
                <a:latin typeface="Josefin Sans SemiBold" pitchFamily="2" charset="0"/>
              </a:rPr>
              <a:t>DATA QUALITY MONITORING &amp; REPORTING DASHBOARD</a:t>
            </a:r>
            <a:endParaRPr lang="en-US" sz="1400" b="1" dirty="0">
              <a:solidFill>
                <a:schemeClr val="bg1"/>
              </a:solidFill>
            </a:endParaRPr>
          </a:p>
        </p:txBody>
      </p:sp>
      <p:graphicFrame>
        <p:nvGraphicFramePr>
          <p:cNvPr id="6" name="Table 5">
            <a:extLst>
              <a:ext uri="{FF2B5EF4-FFF2-40B4-BE49-F238E27FC236}">
                <a16:creationId xmlns:a16="http://schemas.microsoft.com/office/drawing/2014/main" id="{BABABBE4-415A-4E35-5F25-FBA3D7E46D91}"/>
              </a:ext>
            </a:extLst>
          </p:cNvPr>
          <p:cNvGraphicFramePr>
            <a:graphicFrameLocks noGrp="1"/>
          </p:cNvGraphicFramePr>
          <p:nvPr>
            <p:extLst>
              <p:ext uri="{D42A27DB-BD31-4B8C-83A1-F6EECF244321}">
                <p14:modId xmlns:p14="http://schemas.microsoft.com/office/powerpoint/2010/main" val="2012393325"/>
              </p:ext>
            </p:extLst>
          </p:nvPr>
        </p:nvGraphicFramePr>
        <p:xfrm>
          <a:off x="1164101" y="3024598"/>
          <a:ext cx="4644334" cy="1793318"/>
        </p:xfrm>
        <a:graphic>
          <a:graphicData uri="http://schemas.openxmlformats.org/drawingml/2006/table">
            <a:tbl>
              <a:tblPr firstRow="1" bandRow="1">
                <a:tableStyleId>{5C22544A-7EE6-4342-B048-85BDC9FD1C3A}</a:tableStyleId>
              </a:tblPr>
              <a:tblGrid>
                <a:gridCol w="2288105">
                  <a:extLst>
                    <a:ext uri="{9D8B030D-6E8A-4147-A177-3AD203B41FA5}">
                      <a16:colId xmlns:a16="http://schemas.microsoft.com/office/drawing/2014/main" val="2422257568"/>
                    </a:ext>
                  </a:extLst>
                </a:gridCol>
                <a:gridCol w="2356229">
                  <a:extLst>
                    <a:ext uri="{9D8B030D-6E8A-4147-A177-3AD203B41FA5}">
                      <a16:colId xmlns:a16="http://schemas.microsoft.com/office/drawing/2014/main" val="2826605370"/>
                    </a:ext>
                  </a:extLst>
                </a:gridCol>
              </a:tblGrid>
              <a:tr h="331893">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477841287"/>
                  </a:ext>
                </a:extLst>
              </a:tr>
              <a:tr h="465600">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Identify initial cleansing rules.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List of initial cleansing rules.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6653960"/>
                  </a:ext>
                </a:extLst>
              </a:tr>
              <a:tr h="465600">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Collaborate with the Deal Team to define and implement data quality enhancement rules.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List of agreed-upon business rules for handling inconsistencies, duplicates, missing data, etc.</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725512663"/>
                  </a:ext>
                </a:extLst>
              </a:tr>
              <a:tr h="465600">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Data cleansing</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"Deal Cloud Data Directory"</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88935657"/>
                  </a:ext>
                </a:extLst>
              </a:tr>
            </a:tbl>
          </a:graphicData>
        </a:graphic>
      </p:graphicFrame>
      <p:sp>
        <p:nvSpPr>
          <p:cNvPr id="7" name="TextBox 6">
            <a:extLst>
              <a:ext uri="{FF2B5EF4-FFF2-40B4-BE49-F238E27FC236}">
                <a16:creationId xmlns:a16="http://schemas.microsoft.com/office/drawing/2014/main" id="{2FE640C5-779B-105B-D969-292FD130883C}"/>
              </a:ext>
            </a:extLst>
          </p:cNvPr>
          <p:cNvSpPr txBox="1"/>
          <p:nvPr/>
        </p:nvSpPr>
        <p:spPr>
          <a:xfrm>
            <a:off x="569214" y="1535594"/>
            <a:ext cx="5506170" cy="523220"/>
          </a:xfrm>
          <a:prstGeom prst="rect">
            <a:avLst/>
          </a:prstGeom>
          <a:noFill/>
        </p:spPr>
        <p:txBody>
          <a:bodyPr wrap="square">
            <a:spAutoFit/>
          </a:bodyPr>
          <a:lstStyle/>
          <a:p>
            <a:pPr algn="just"/>
            <a:r>
              <a:rPr lang="en-US" sz="1400" dirty="0">
                <a:effectLst/>
                <a:latin typeface="Calibri Light" panose="020F0302020204030204" pitchFamily="34" charset="0"/>
                <a:ea typeface="Times New Roman" panose="02020603050405020304" pitchFamily="18" charset="0"/>
              </a:rPr>
              <a:t>During this phase Markman Group will lead the cleansing of data needed for Deal Team´s Pipeline and Funnel reports. </a:t>
            </a:r>
            <a:endParaRPr lang="es-ES" sz="16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5254AA8B-55DC-66CC-44D0-CD33652C634C}"/>
              </a:ext>
            </a:extLst>
          </p:cNvPr>
          <p:cNvSpPr txBox="1"/>
          <p:nvPr/>
        </p:nvSpPr>
        <p:spPr>
          <a:xfrm>
            <a:off x="604299" y="5062253"/>
            <a:ext cx="5204134" cy="874085"/>
          </a:xfrm>
          <a:prstGeom prst="rect">
            <a:avLst/>
          </a:prstGeom>
          <a:noFill/>
        </p:spPr>
        <p:txBody>
          <a:bodyPr wrap="square">
            <a:spAutoFit/>
          </a:bodyPr>
          <a:lstStyle/>
          <a:p>
            <a:pPr algn="just">
              <a:lnSpc>
                <a:spcPct val="107000"/>
              </a:lnSpc>
              <a:spcAft>
                <a:spcPts val="800"/>
              </a:spcAft>
            </a:pPr>
            <a:r>
              <a:rPr lang="en-US" sz="1200" dirty="0">
                <a:latin typeface="Calibri Light" panose="020F0302020204030204" pitchFamily="34" charset="0"/>
              </a:rPr>
              <a:t>The primary deliverable of this phase will be a comprehensive "</a:t>
            </a:r>
            <a:r>
              <a:rPr lang="en-US" sz="1200" b="1" dirty="0">
                <a:solidFill>
                  <a:srgbClr val="208E9B"/>
                </a:solidFill>
                <a:latin typeface="Calibri Light" panose="020F0302020204030204" pitchFamily="34" charset="0"/>
              </a:rPr>
              <a:t>Deal Cloud Data Directory</a:t>
            </a:r>
            <a:r>
              <a:rPr lang="en-US" sz="1200" dirty="0">
                <a:latin typeface="Calibri Light" panose="020F0302020204030204" pitchFamily="34" charset="0"/>
              </a:rPr>
              <a:t>" report. This document will provide a structured overview of key data elements, including the system of origin, field names, definitions, applied rules, and responsible teams for each data point.</a:t>
            </a:r>
            <a:endParaRPr lang="es-ES" sz="1200" dirty="0">
              <a:latin typeface="Calibri Light" panose="020F0302020204030204" pitchFamily="34" charset="0"/>
            </a:endParaRPr>
          </a:p>
        </p:txBody>
      </p:sp>
      <p:sp>
        <p:nvSpPr>
          <p:cNvPr id="11" name="Hexágono 115">
            <a:extLst>
              <a:ext uri="{FF2B5EF4-FFF2-40B4-BE49-F238E27FC236}">
                <a16:creationId xmlns:a16="http://schemas.microsoft.com/office/drawing/2014/main" id="{6B5746F3-A811-98A1-EC9E-D95F50DB32AE}"/>
              </a:ext>
            </a:extLst>
          </p:cNvPr>
          <p:cNvSpPr/>
          <p:nvPr/>
        </p:nvSpPr>
        <p:spPr>
          <a:xfrm>
            <a:off x="641381" y="3412526"/>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sp>
        <p:nvSpPr>
          <p:cNvPr id="12" name="Hexágono 115">
            <a:extLst>
              <a:ext uri="{FF2B5EF4-FFF2-40B4-BE49-F238E27FC236}">
                <a16:creationId xmlns:a16="http://schemas.microsoft.com/office/drawing/2014/main" id="{FFD21E56-192B-4E1E-86AB-6AB1ED3AEC6B}"/>
              </a:ext>
            </a:extLst>
          </p:cNvPr>
          <p:cNvSpPr/>
          <p:nvPr/>
        </p:nvSpPr>
        <p:spPr>
          <a:xfrm>
            <a:off x="641381" y="3881379"/>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13" name="Hexágono 115">
            <a:extLst>
              <a:ext uri="{FF2B5EF4-FFF2-40B4-BE49-F238E27FC236}">
                <a16:creationId xmlns:a16="http://schemas.microsoft.com/office/drawing/2014/main" id="{BBECF050-E4F9-7B19-87B4-CC4F040E634F}"/>
              </a:ext>
            </a:extLst>
          </p:cNvPr>
          <p:cNvSpPr/>
          <p:nvPr/>
        </p:nvSpPr>
        <p:spPr>
          <a:xfrm>
            <a:off x="641381" y="4350232"/>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15" name="TextBox 14">
            <a:extLst>
              <a:ext uri="{FF2B5EF4-FFF2-40B4-BE49-F238E27FC236}">
                <a16:creationId xmlns:a16="http://schemas.microsoft.com/office/drawing/2014/main" id="{93AFBC43-3DC2-D6F9-4A9F-9BE2FD854F06}"/>
              </a:ext>
            </a:extLst>
          </p:cNvPr>
          <p:cNvSpPr txBox="1"/>
          <p:nvPr/>
        </p:nvSpPr>
        <p:spPr>
          <a:xfrm>
            <a:off x="639385" y="2169249"/>
            <a:ext cx="5169050" cy="646331"/>
          </a:xfrm>
          <a:prstGeom prst="rect">
            <a:avLst/>
          </a:prstGeom>
          <a:noFill/>
        </p:spPr>
        <p:txBody>
          <a:bodyPr wrap="square">
            <a:spAutoFit/>
          </a:bodyPr>
          <a:lstStyle/>
          <a:p>
            <a:r>
              <a:rPr lang="en-US" sz="1200" dirty="0">
                <a:latin typeface="Calibri Light" panose="020F0302020204030204" pitchFamily="34" charset="0"/>
              </a:rPr>
              <a:t>The initial phase of the project will focus on establishing rules for data cleansing. Once this is done Markman Group will collaborate with the Deal Team to define and implement data quality enhancement rules</a:t>
            </a:r>
            <a:endParaRPr lang="es-ES" sz="1200" dirty="0">
              <a:latin typeface="Calibri Light" panose="020F0302020204030204" pitchFamily="34" charset="0"/>
            </a:endParaRPr>
          </a:p>
        </p:txBody>
      </p:sp>
      <p:graphicFrame>
        <p:nvGraphicFramePr>
          <p:cNvPr id="16" name="Table 15">
            <a:extLst>
              <a:ext uri="{FF2B5EF4-FFF2-40B4-BE49-F238E27FC236}">
                <a16:creationId xmlns:a16="http://schemas.microsoft.com/office/drawing/2014/main" id="{F8C11B89-BB02-8780-4D2B-58088CE5567C}"/>
              </a:ext>
            </a:extLst>
          </p:cNvPr>
          <p:cNvGraphicFramePr>
            <a:graphicFrameLocks noGrp="1"/>
          </p:cNvGraphicFramePr>
          <p:nvPr>
            <p:extLst>
              <p:ext uri="{D42A27DB-BD31-4B8C-83A1-F6EECF244321}">
                <p14:modId xmlns:p14="http://schemas.microsoft.com/office/powerpoint/2010/main" val="3692507664"/>
              </p:ext>
            </p:extLst>
          </p:nvPr>
        </p:nvGraphicFramePr>
        <p:xfrm>
          <a:off x="6908878" y="3023820"/>
          <a:ext cx="4981910" cy="2194293"/>
        </p:xfrm>
        <a:graphic>
          <a:graphicData uri="http://schemas.openxmlformats.org/drawingml/2006/table">
            <a:tbl>
              <a:tblPr firstRow="1" bandRow="1">
                <a:tableStyleId>{5C22544A-7EE6-4342-B048-85BDC9FD1C3A}</a:tableStyleId>
              </a:tblPr>
              <a:tblGrid>
                <a:gridCol w="2454417">
                  <a:extLst>
                    <a:ext uri="{9D8B030D-6E8A-4147-A177-3AD203B41FA5}">
                      <a16:colId xmlns:a16="http://schemas.microsoft.com/office/drawing/2014/main" val="2422257568"/>
                    </a:ext>
                  </a:extLst>
                </a:gridCol>
                <a:gridCol w="2527493">
                  <a:extLst>
                    <a:ext uri="{9D8B030D-6E8A-4147-A177-3AD203B41FA5}">
                      <a16:colId xmlns:a16="http://schemas.microsoft.com/office/drawing/2014/main" val="2826605370"/>
                    </a:ext>
                  </a:extLst>
                </a:gridCol>
              </a:tblGrid>
              <a:tr h="331893">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477841287"/>
                  </a:ext>
                </a:extLst>
              </a:tr>
              <a:tr h="465600">
                <a:tc>
                  <a:txBody>
                    <a:bodyPr/>
                    <a:lstStyle/>
                    <a:p>
                      <a:pPr>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Design Power BI dashboard to visualize data quality metrics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Dashboard Wireframes and Design Specifications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6653960"/>
                  </a:ext>
                </a:extLst>
              </a:tr>
              <a:tr h="465600">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Connect Power BI to Azure SQL Database for real-time monitoring</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Established Data Connection for Live Data Feeds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725512663"/>
                  </a:ext>
                </a:extLst>
              </a:tr>
              <a:tr h="465600">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Define dashboard KPIs (e.g., missing data fields, outdated records)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Documented List of Data Quality KPIs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88935657"/>
                  </a:ext>
                </a:extLst>
              </a:tr>
              <a:tr h="465600">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Develop Deal Cloud data quality report with drill-down features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Interactive Power BI Report with Drill-Down Capabilities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071673"/>
                  </a:ext>
                </a:extLst>
              </a:tr>
            </a:tbl>
          </a:graphicData>
        </a:graphic>
      </p:graphicFrame>
      <p:sp>
        <p:nvSpPr>
          <p:cNvPr id="18" name="TextBox 17">
            <a:extLst>
              <a:ext uri="{FF2B5EF4-FFF2-40B4-BE49-F238E27FC236}">
                <a16:creationId xmlns:a16="http://schemas.microsoft.com/office/drawing/2014/main" id="{53B503FC-B837-A9BE-5ADB-FC4C641F8190}"/>
              </a:ext>
            </a:extLst>
          </p:cNvPr>
          <p:cNvSpPr txBox="1"/>
          <p:nvPr/>
        </p:nvSpPr>
        <p:spPr>
          <a:xfrm>
            <a:off x="6195823" y="1542650"/>
            <a:ext cx="5866318" cy="523220"/>
          </a:xfrm>
          <a:prstGeom prst="rect">
            <a:avLst/>
          </a:prstGeom>
          <a:noFill/>
        </p:spPr>
        <p:txBody>
          <a:bodyPr wrap="square">
            <a:spAutoFit/>
          </a:bodyPr>
          <a:lstStyle/>
          <a:p>
            <a:pPr algn="just"/>
            <a:r>
              <a:rPr lang="en-US" sz="1400" dirty="0">
                <a:latin typeface="Calibri Light" panose="020F0302020204030204" pitchFamily="34" charset="0"/>
              </a:rPr>
              <a:t>Markman Group will develop a solution to monitor and improve the quality of data within </a:t>
            </a:r>
            <a:r>
              <a:rPr lang="en-US" sz="1400" dirty="0" err="1">
                <a:latin typeface="Calibri Light" panose="020F0302020204030204" pitchFamily="34" charset="0"/>
              </a:rPr>
              <a:t>DealCloud</a:t>
            </a:r>
            <a:r>
              <a:rPr lang="en-US" sz="1400" dirty="0">
                <a:latin typeface="Calibri Light" panose="020F0302020204030204" pitchFamily="34" charset="0"/>
              </a:rPr>
              <a:t>. </a:t>
            </a:r>
            <a:endParaRPr lang="es-ES" sz="1400" dirty="0">
              <a:latin typeface="Calibri Light" panose="020F0302020204030204" pitchFamily="34" charset="0"/>
            </a:endParaRPr>
          </a:p>
        </p:txBody>
      </p:sp>
      <p:sp>
        <p:nvSpPr>
          <p:cNvPr id="19" name="Hexágono 115">
            <a:extLst>
              <a:ext uri="{FF2B5EF4-FFF2-40B4-BE49-F238E27FC236}">
                <a16:creationId xmlns:a16="http://schemas.microsoft.com/office/drawing/2014/main" id="{36051058-09A0-8F39-2D84-168C844C7C8F}"/>
              </a:ext>
            </a:extLst>
          </p:cNvPr>
          <p:cNvSpPr/>
          <p:nvPr/>
        </p:nvSpPr>
        <p:spPr>
          <a:xfrm>
            <a:off x="6344350" y="3422760"/>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sp>
        <p:nvSpPr>
          <p:cNvPr id="23" name="Hexágono 115">
            <a:extLst>
              <a:ext uri="{FF2B5EF4-FFF2-40B4-BE49-F238E27FC236}">
                <a16:creationId xmlns:a16="http://schemas.microsoft.com/office/drawing/2014/main" id="{F033999A-3980-0D6C-FE14-B087DB149D25}"/>
              </a:ext>
            </a:extLst>
          </p:cNvPr>
          <p:cNvSpPr/>
          <p:nvPr/>
        </p:nvSpPr>
        <p:spPr>
          <a:xfrm>
            <a:off x="6344350" y="3891613"/>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4" name="Hexágono 115">
            <a:extLst>
              <a:ext uri="{FF2B5EF4-FFF2-40B4-BE49-F238E27FC236}">
                <a16:creationId xmlns:a16="http://schemas.microsoft.com/office/drawing/2014/main" id="{5F1CB9DE-4593-3230-A250-BB528853B466}"/>
              </a:ext>
            </a:extLst>
          </p:cNvPr>
          <p:cNvSpPr/>
          <p:nvPr/>
        </p:nvSpPr>
        <p:spPr>
          <a:xfrm>
            <a:off x="6344350" y="4360466"/>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5" name="Hexágono 115">
            <a:extLst>
              <a:ext uri="{FF2B5EF4-FFF2-40B4-BE49-F238E27FC236}">
                <a16:creationId xmlns:a16="http://schemas.microsoft.com/office/drawing/2014/main" id="{1E25F26A-65A2-2986-E918-5B9F79E71D15}"/>
              </a:ext>
            </a:extLst>
          </p:cNvPr>
          <p:cNvSpPr/>
          <p:nvPr/>
        </p:nvSpPr>
        <p:spPr>
          <a:xfrm>
            <a:off x="6344350" y="4829319"/>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4</a:t>
            </a:r>
          </a:p>
        </p:txBody>
      </p:sp>
      <p:sp>
        <p:nvSpPr>
          <p:cNvPr id="27" name="TextBox 26">
            <a:extLst>
              <a:ext uri="{FF2B5EF4-FFF2-40B4-BE49-F238E27FC236}">
                <a16:creationId xmlns:a16="http://schemas.microsoft.com/office/drawing/2014/main" id="{2026F96E-FF7D-479C-7A99-2939E9F53F0F}"/>
              </a:ext>
            </a:extLst>
          </p:cNvPr>
          <p:cNvSpPr txBox="1"/>
          <p:nvPr/>
        </p:nvSpPr>
        <p:spPr>
          <a:xfrm>
            <a:off x="6884091" y="5258576"/>
            <a:ext cx="5031483" cy="646331"/>
          </a:xfrm>
          <a:prstGeom prst="rect">
            <a:avLst/>
          </a:prstGeom>
          <a:noFill/>
        </p:spPr>
        <p:txBody>
          <a:bodyPr wrap="square">
            <a:spAutoFit/>
          </a:bodyPr>
          <a:lstStyle/>
          <a:p>
            <a:pPr algn="just"/>
            <a:r>
              <a:rPr lang="en-US" sz="900" dirty="0">
                <a:effectLst/>
                <a:latin typeface="Calibri Light" panose="020F0302020204030204" pitchFamily="34" charset="0"/>
                <a:ea typeface="Times New Roman" panose="02020603050405020304" pitchFamily="18" charset="0"/>
              </a:rPr>
              <a:t>* To ensure quick delivery and immediate value, the dashboard development will not be dependent on the Azure SQL Database setup. We will initially build the solution using direct data exports from </a:t>
            </a:r>
            <a:r>
              <a:rPr lang="en-US" sz="900" dirty="0" err="1">
                <a:effectLst/>
                <a:latin typeface="Calibri Light" panose="020F0302020204030204" pitchFamily="34" charset="0"/>
                <a:ea typeface="Times New Roman" panose="02020603050405020304" pitchFamily="18" charset="0"/>
              </a:rPr>
              <a:t>DealCloud</a:t>
            </a:r>
            <a:r>
              <a:rPr lang="en-US" sz="900" dirty="0">
                <a:effectLst/>
                <a:latin typeface="Calibri Light" panose="020F0302020204030204" pitchFamily="34" charset="0"/>
                <a:ea typeface="Times New Roman" panose="02020603050405020304" pitchFamily="18" charset="0"/>
              </a:rPr>
              <a:t>, following an agile approach to deliver early results. Once the Azure environment is fully established, the data connection will seamlessly switch to the SQL Database</a:t>
            </a:r>
            <a:endParaRPr lang="es-ES" sz="1000" dirty="0">
              <a:effectLst/>
              <a:latin typeface="Times New Roman" panose="02020603050405020304" pitchFamily="18" charset="0"/>
              <a:ea typeface="Times New Roman" panose="02020603050405020304" pitchFamily="18" charset="0"/>
            </a:endParaRPr>
          </a:p>
        </p:txBody>
      </p:sp>
      <p:sp>
        <p:nvSpPr>
          <p:cNvPr id="29" name="TextBox 28">
            <a:extLst>
              <a:ext uri="{FF2B5EF4-FFF2-40B4-BE49-F238E27FC236}">
                <a16:creationId xmlns:a16="http://schemas.microsoft.com/office/drawing/2014/main" id="{92238F6C-B638-7CB1-7449-5556FBACA86A}"/>
              </a:ext>
            </a:extLst>
          </p:cNvPr>
          <p:cNvSpPr txBox="1"/>
          <p:nvPr/>
        </p:nvSpPr>
        <p:spPr>
          <a:xfrm>
            <a:off x="6166104" y="2138500"/>
            <a:ext cx="5655453" cy="646331"/>
          </a:xfrm>
          <a:prstGeom prst="rect">
            <a:avLst/>
          </a:prstGeom>
          <a:noFill/>
        </p:spPr>
        <p:txBody>
          <a:bodyPr wrap="square">
            <a:spAutoFit/>
          </a:bodyPr>
          <a:lstStyle/>
          <a:p>
            <a:pPr algn="just"/>
            <a:r>
              <a:rPr lang="en-US" sz="1200" dirty="0">
                <a:latin typeface="Calibri Light" panose="020F0302020204030204" pitchFamily="34" charset="0"/>
              </a:rPr>
              <a:t>We will design and implement a Power BI dashboard that visualizes key data quality metrics. By defining critical KPIs and incorporating drill-down features, the dashboard will allow users to identify data gaps and track progress over time.</a:t>
            </a:r>
            <a:endParaRPr lang="es-ES" sz="1200" dirty="0">
              <a:latin typeface="Calibri Light" panose="020F0302020204030204" pitchFamily="34" charset="0"/>
            </a:endParaRPr>
          </a:p>
        </p:txBody>
      </p:sp>
    </p:spTree>
    <p:extLst>
      <p:ext uri="{BB962C8B-B14F-4D97-AF65-F5344CB8AC3E}">
        <p14:creationId xmlns:p14="http://schemas.microsoft.com/office/powerpoint/2010/main" val="318574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EB60-3F2D-1987-11F7-56206FC1E468}"/>
            </a:ext>
          </a:extLst>
        </p:cNvPr>
        <p:cNvGrpSpPr/>
        <p:nvPr/>
      </p:nvGrpSpPr>
      <p:grpSpPr>
        <a:xfrm>
          <a:off x="0" y="0"/>
          <a:ext cx="0" cy="0"/>
          <a:chOff x="0" y="0"/>
          <a:chExt cx="0" cy="0"/>
        </a:xfrm>
      </p:grpSpPr>
      <p:sp>
        <p:nvSpPr>
          <p:cNvPr id="50" name="Snip Diagonal Corner Rectangle 7">
            <a:extLst>
              <a:ext uri="{FF2B5EF4-FFF2-40B4-BE49-F238E27FC236}">
                <a16:creationId xmlns:a16="http://schemas.microsoft.com/office/drawing/2014/main" id="{91DEA34F-5BA2-A1F6-D8B3-2BFC99DAAB16}"/>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BC0D6E86-1668-6C53-6A2F-8ECEF9591408}"/>
              </a:ext>
            </a:extLst>
          </p:cNvPr>
          <p:cNvSpPr txBox="1"/>
          <p:nvPr/>
        </p:nvSpPr>
        <p:spPr>
          <a:xfrm>
            <a:off x="129857" y="361246"/>
            <a:ext cx="11932285" cy="430887"/>
          </a:xfrm>
          <a:prstGeom prst="rect">
            <a:avLst/>
          </a:prstGeom>
          <a:noFill/>
          <a:ln>
            <a:noFill/>
          </a:ln>
        </p:spPr>
        <p:txBody>
          <a:bodyPr wrap="square" lIns="0" tIns="0" rIns="0" bIns="0" rtlCol="0" anchor="t">
            <a:spAutoFit/>
          </a:bodyPr>
          <a:lstStyle/>
          <a:p>
            <a:pPr algn="ctr"/>
            <a:r>
              <a:rPr lang="en-US" sz="2800" cap="all" spc="600" dirty="0">
                <a:solidFill>
                  <a:schemeClr val="bg1"/>
                </a:solidFill>
                <a:latin typeface="Josefin Sans SemiBold"/>
              </a:rPr>
              <a:t>Project DETAILS</a:t>
            </a:r>
          </a:p>
        </p:txBody>
      </p:sp>
      <p:sp>
        <p:nvSpPr>
          <p:cNvPr id="4" name="Slide Number Placeholder 5">
            <a:extLst>
              <a:ext uri="{FF2B5EF4-FFF2-40B4-BE49-F238E27FC236}">
                <a16:creationId xmlns:a16="http://schemas.microsoft.com/office/drawing/2014/main" id="{22769FDA-953A-DCF2-0CD3-4980ED88EB77}"/>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8" name="Rectangle 39">
            <a:extLst>
              <a:ext uri="{FF2B5EF4-FFF2-40B4-BE49-F238E27FC236}">
                <a16:creationId xmlns:a16="http://schemas.microsoft.com/office/drawing/2014/main" id="{C6FF57B4-308E-72CA-397C-D2432E80C423}"/>
              </a:ext>
            </a:extLst>
          </p:cNvPr>
          <p:cNvSpPr/>
          <p:nvPr/>
        </p:nvSpPr>
        <p:spPr>
          <a:xfrm>
            <a:off x="639385" y="1109790"/>
            <a:ext cx="5436000" cy="311024"/>
          </a:xfrm>
          <a:prstGeom prst="rect">
            <a:avLst/>
          </a:prstGeom>
          <a:solidFill>
            <a:srgbClr val="112A48"/>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a:defRPr/>
            </a:pPr>
            <a:r>
              <a:rPr kumimoji="0" lang="es-ES" sz="1600" b="1" i="0" u="none" strike="noStrike" kern="1200" cap="none" spc="0" normalizeH="0" baseline="0" dirty="0">
                <a:ln>
                  <a:noFill/>
                </a:ln>
                <a:solidFill>
                  <a:schemeClr val="bg1"/>
                </a:solidFill>
                <a:effectLst/>
                <a:uLnTx/>
                <a:uFillTx/>
                <a:latin typeface="Josefin Sans SemiBold" pitchFamily="2" charset="0"/>
              </a:rPr>
              <a:t>4. </a:t>
            </a:r>
            <a:r>
              <a:rPr lang="es-ES" sz="1600" b="1" dirty="0">
                <a:solidFill>
                  <a:schemeClr val="bg1"/>
                </a:solidFill>
                <a:latin typeface="Josefin Sans SemiBold"/>
              </a:rPr>
              <a:t>AUTOMATED EMAIL NOTIFICATIONS</a:t>
            </a:r>
            <a:endParaRPr lang="en-US" sz="1600" b="1" dirty="0">
              <a:solidFill>
                <a:schemeClr val="bg1"/>
              </a:solidFill>
              <a:latin typeface="Josefin Sans SemiBold" pitchFamily="2" charset="0"/>
              <a:sym typeface="Arial"/>
            </a:endParaRPr>
          </a:p>
        </p:txBody>
      </p:sp>
      <p:cxnSp>
        <p:nvCxnSpPr>
          <p:cNvPr id="2" name="Straight Connector 1">
            <a:extLst>
              <a:ext uri="{FF2B5EF4-FFF2-40B4-BE49-F238E27FC236}">
                <a16:creationId xmlns:a16="http://schemas.microsoft.com/office/drawing/2014/main" id="{62E4E8B7-2987-9CEF-ABB1-B2E1E6AC12F8}"/>
              </a:ext>
            </a:extLst>
          </p:cNvPr>
          <p:cNvCxnSpPr>
            <a:cxnSpLocks/>
          </p:cNvCxnSpPr>
          <p:nvPr/>
        </p:nvCxnSpPr>
        <p:spPr>
          <a:xfrm>
            <a:off x="6166104" y="1556964"/>
            <a:ext cx="0" cy="4487220"/>
          </a:xfrm>
          <a:prstGeom prst="line">
            <a:avLst/>
          </a:prstGeom>
          <a:ln>
            <a:solidFill>
              <a:srgbClr val="208E9B"/>
            </a:solidFill>
          </a:ln>
        </p:spPr>
        <p:style>
          <a:lnRef idx="1">
            <a:schemeClr val="accent1"/>
          </a:lnRef>
          <a:fillRef idx="0">
            <a:schemeClr val="accent1"/>
          </a:fillRef>
          <a:effectRef idx="0">
            <a:schemeClr val="accent1"/>
          </a:effectRef>
          <a:fontRef idx="minor">
            <a:schemeClr val="tx1"/>
          </a:fontRef>
        </p:style>
      </p:cxnSp>
      <p:sp>
        <p:nvSpPr>
          <p:cNvPr id="3" name="Rectangle 39">
            <a:extLst>
              <a:ext uri="{FF2B5EF4-FFF2-40B4-BE49-F238E27FC236}">
                <a16:creationId xmlns:a16="http://schemas.microsoft.com/office/drawing/2014/main" id="{2DB4FE8F-20F4-FD6D-46E6-31E46EA8DB8A}"/>
              </a:ext>
            </a:extLst>
          </p:cNvPr>
          <p:cNvSpPr/>
          <p:nvPr/>
        </p:nvSpPr>
        <p:spPr>
          <a:xfrm>
            <a:off x="6266752" y="1109790"/>
            <a:ext cx="5795389" cy="311024"/>
          </a:xfrm>
          <a:prstGeom prst="rect">
            <a:avLst/>
          </a:prstGeom>
          <a:solidFill>
            <a:srgbClr val="208E9B"/>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a:defRPr/>
            </a:pPr>
            <a:r>
              <a:rPr lang="es-ES" sz="1400" b="1" dirty="0">
                <a:solidFill>
                  <a:schemeClr val="bg1"/>
                </a:solidFill>
                <a:latin typeface="Josefin Sans SemiBold" pitchFamily="2" charset="0"/>
              </a:rPr>
              <a:t>5</a:t>
            </a:r>
            <a:r>
              <a:rPr kumimoji="0" lang="es-ES" sz="1400" b="1" i="0" u="none" strike="noStrike" kern="1200" cap="none" spc="0" normalizeH="0" baseline="0" dirty="0">
                <a:ln>
                  <a:noFill/>
                </a:ln>
                <a:solidFill>
                  <a:schemeClr val="bg1"/>
                </a:solidFill>
                <a:effectLst/>
                <a:uLnTx/>
                <a:uFillTx/>
                <a:latin typeface="Josefin Sans SemiBold" pitchFamily="2" charset="0"/>
              </a:rPr>
              <a:t>. </a:t>
            </a:r>
            <a:r>
              <a:rPr lang="en-US" sz="1400" b="1" dirty="0">
                <a:solidFill>
                  <a:schemeClr val="bg1"/>
                </a:solidFill>
                <a:latin typeface="Josefin Sans SemiBold" pitchFamily="2" charset="0"/>
              </a:rPr>
              <a:t>AUTOMATION OF PIPELINE AND FUNNEL REPORTS</a:t>
            </a:r>
          </a:p>
        </p:txBody>
      </p:sp>
      <p:graphicFrame>
        <p:nvGraphicFramePr>
          <p:cNvPr id="6" name="Table 5">
            <a:extLst>
              <a:ext uri="{FF2B5EF4-FFF2-40B4-BE49-F238E27FC236}">
                <a16:creationId xmlns:a16="http://schemas.microsoft.com/office/drawing/2014/main" id="{9261A262-1973-A378-0AE3-CBEDD793C944}"/>
              </a:ext>
            </a:extLst>
          </p:cNvPr>
          <p:cNvGraphicFramePr>
            <a:graphicFrameLocks noGrp="1"/>
          </p:cNvGraphicFramePr>
          <p:nvPr>
            <p:extLst>
              <p:ext uri="{D42A27DB-BD31-4B8C-83A1-F6EECF244321}">
                <p14:modId xmlns:p14="http://schemas.microsoft.com/office/powerpoint/2010/main" val="101048746"/>
              </p:ext>
            </p:extLst>
          </p:nvPr>
        </p:nvGraphicFramePr>
        <p:xfrm>
          <a:off x="1129016" y="3190785"/>
          <a:ext cx="4644334" cy="2258918"/>
        </p:xfrm>
        <a:graphic>
          <a:graphicData uri="http://schemas.openxmlformats.org/drawingml/2006/table">
            <a:tbl>
              <a:tblPr firstRow="1" bandRow="1">
                <a:tableStyleId>{5C22544A-7EE6-4342-B048-85BDC9FD1C3A}</a:tableStyleId>
              </a:tblPr>
              <a:tblGrid>
                <a:gridCol w="2288105">
                  <a:extLst>
                    <a:ext uri="{9D8B030D-6E8A-4147-A177-3AD203B41FA5}">
                      <a16:colId xmlns:a16="http://schemas.microsoft.com/office/drawing/2014/main" val="2422257568"/>
                    </a:ext>
                  </a:extLst>
                </a:gridCol>
                <a:gridCol w="2356229">
                  <a:extLst>
                    <a:ext uri="{9D8B030D-6E8A-4147-A177-3AD203B41FA5}">
                      <a16:colId xmlns:a16="http://schemas.microsoft.com/office/drawing/2014/main" val="2826605370"/>
                    </a:ext>
                  </a:extLst>
                </a:gridCol>
              </a:tblGrid>
              <a:tr h="331893">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477841287"/>
                  </a:ext>
                </a:extLst>
              </a:tr>
              <a:tr h="465600">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Design workflows to identify data quality issues automatically.</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Workflow Design Documents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6653960"/>
                  </a:ext>
                </a:extLst>
              </a:tr>
              <a:tr h="465600">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Set up automated email notifications for data owners with pending data issues.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Automated Notification System for Data Quality Alerts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725512663"/>
                  </a:ext>
                </a:extLst>
              </a:tr>
              <a:tr h="465600">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Schedule regular scheduled jobs for continuous monitoring.</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Scheduled Jobs for Automated Data Quality Checks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88935657"/>
                  </a:ext>
                </a:extLst>
              </a:tr>
              <a:tr h="465600">
                <a:tc>
                  <a:txBody>
                    <a:bodyPr/>
                    <a:lstStyle/>
                    <a:p>
                      <a:pPr algn="l">
                        <a:lnSpc>
                          <a:spcPct val="107000"/>
                        </a:lnSpc>
                        <a:spcAft>
                          <a:spcPts val="800"/>
                        </a:spcAft>
                      </a:pPr>
                      <a:r>
                        <a:rPr lang="en-US" sz="1100" kern="100">
                          <a:effectLst/>
                          <a:latin typeface="Calibri Light" panose="020F0302020204030204" pitchFamily="34" charset="0"/>
                          <a:ea typeface="Calibri" panose="020F0502020204030204" pitchFamily="34" charset="0"/>
                          <a:cs typeface="Arial" panose="020B0604020202020204" pitchFamily="34" charset="0"/>
                        </a:rPr>
                        <a:t>Test automation workflows to ensure timely and accurate notifications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100" kern="100" dirty="0">
                          <a:effectLst/>
                          <a:latin typeface="Calibri Light" panose="020F0302020204030204" pitchFamily="34" charset="0"/>
                          <a:ea typeface="Calibri" panose="020F0502020204030204" pitchFamily="34" charset="0"/>
                          <a:cs typeface="Arial" panose="020B0604020202020204" pitchFamily="34" charset="0"/>
                        </a:rPr>
                        <a:t>Test Results and Adjusted Workflows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851551551"/>
                  </a:ext>
                </a:extLst>
              </a:tr>
            </a:tbl>
          </a:graphicData>
        </a:graphic>
      </p:graphicFrame>
      <p:sp>
        <p:nvSpPr>
          <p:cNvPr id="7" name="TextBox 6">
            <a:extLst>
              <a:ext uri="{FF2B5EF4-FFF2-40B4-BE49-F238E27FC236}">
                <a16:creationId xmlns:a16="http://schemas.microsoft.com/office/drawing/2014/main" id="{7E739003-2697-6BFC-C35F-34CC0EDB7111}"/>
              </a:ext>
            </a:extLst>
          </p:cNvPr>
          <p:cNvSpPr txBox="1"/>
          <p:nvPr/>
        </p:nvSpPr>
        <p:spPr>
          <a:xfrm>
            <a:off x="569214" y="1535594"/>
            <a:ext cx="5506170" cy="523220"/>
          </a:xfrm>
          <a:prstGeom prst="rect">
            <a:avLst/>
          </a:prstGeom>
          <a:noFill/>
        </p:spPr>
        <p:txBody>
          <a:bodyPr wrap="square">
            <a:spAutoFit/>
          </a:bodyPr>
          <a:lstStyle/>
          <a:p>
            <a:pPr algn="just"/>
            <a:r>
              <a:rPr lang="en-US" sz="1400" dirty="0">
                <a:effectLst/>
                <a:latin typeface="Calibri Light" panose="020F0302020204030204" pitchFamily="34" charset="0"/>
                <a:ea typeface="Times New Roman" panose="02020603050405020304" pitchFamily="18" charset="0"/>
              </a:rPr>
              <a:t>Markman Group will design and implement an automated notification system to enhance data quality maintenance within </a:t>
            </a:r>
            <a:r>
              <a:rPr lang="en-US" sz="1400" dirty="0" err="1">
                <a:effectLst/>
                <a:latin typeface="Calibri Light" panose="020F0302020204030204" pitchFamily="34" charset="0"/>
                <a:ea typeface="Times New Roman" panose="02020603050405020304" pitchFamily="18" charset="0"/>
              </a:rPr>
              <a:t>DealCloud</a:t>
            </a:r>
            <a:r>
              <a:rPr lang="en-US" sz="1400" dirty="0">
                <a:effectLst/>
                <a:latin typeface="Calibri Light" panose="020F0302020204030204" pitchFamily="34" charset="0"/>
                <a:ea typeface="Times New Roman" panose="02020603050405020304" pitchFamily="18" charset="0"/>
              </a:rPr>
              <a:t>. </a:t>
            </a:r>
            <a:endParaRPr lang="es-ES" sz="16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4F8E8854-DA03-179A-3110-F0F659137D45}"/>
              </a:ext>
            </a:extLst>
          </p:cNvPr>
          <p:cNvSpPr txBox="1"/>
          <p:nvPr/>
        </p:nvSpPr>
        <p:spPr>
          <a:xfrm>
            <a:off x="639385" y="5566673"/>
            <a:ext cx="5204134" cy="676467"/>
          </a:xfrm>
          <a:prstGeom prst="rect">
            <a:avLst/>
          </a:prstGeom>
          <a:noFill/>
        </p:spPr>
        <p:txBody>
          <a:bodyPr wrap="square">
            <a:spAutoFit/>
          </a:bodyPr>
          <a:lstStyle/>
          <a:p>
            <a:pPr algn="just">
              <a:lnSpc>
                <a:spcPct val="107000"/>
              </a:lnSpc>
              <a:spcAft>
                <a:spcPts val="800"/>
              </a:spcAft>
            </a:pPr>
            <a:r>
              <a:rPr lang="en-US" sz="1200" dirty="0">
                <a:latin typeface="Calibri Light" panose="020F0302020204030204" pitchFamily="34" charset="0"/>
              </a:rPr>
              <a:t>This phase will significantly improve the data cleansing process, reduce manual effort, and help maintain high data quality standards, ensuring that users receive clear, actionable tasks tailored to their responsibilities.</a:t>
            </a:r>
            <a:endParaRPr lang="es-ES" sz="1200" dirty="0">
              <a:latin typeface="Calibri Light" panose="020F0302020204030204" pitchFamily="34" charset="0"/>
            </a:endParaRPr>
          </a:p>
        </p:txBody>
      </p:sp>
      <p:sp>
        <p:nvSpPr>
          <p:cNvPr id="11" name="Hexágono 115">
            <a:extLst>
              <a:ext uri="{FF2B5EF4-FFF2-40B4-BE49-F238E27FC236}">
                <a16:creationId xmlns:a16="http://schemas.microsoft.com/office/drawing/2014/main" id="{FE7AFE79-4752-5A74-C00D-30256EF84CDA}"/>
              </a:ext>
            </a:extLst>
          </p:cNvPr>
          <p:cNvSpPr/>
          <p:nvPr/>
        </p:nvSpPr>
        <p:spPr>
          <a:xfrm>
            <a:off x="606296" y="3578713"/>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sp>
        <p:nvSpPr>
          <p:cNvPr id="12" name="Hexágono 115">
            <a:extLst>
              <a:ext uri="{FF2B5EF4-FFF2-40B4-BE49-F238E27FC236}">
                <a16:creationId xmlns:a16="http://schemas.microsoft.com/office/drawing/2014/main" id="{2CA34E92-C881-E07A-C62D-3163A834D97E}"/>
              </a:ext>
            </a:extLst>
          </p:cNvPr>
          <p:cNvSpPr/>
          <p:nvPr/>
        </p:nvSpPr>
        <p:spPr>
          <a:xfrm>
            <a:off x="606296" y="4047566"/>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13" name="Hexágono 115">
            <a:extLst>
              <a:ext uri="{FF2B5EF4-FFF2-40B4-BE49-F238E27FC236}">
                <a16:creationId xmlns:a16="http://schemas.microsoft.com/office/drawing/2014/main" id="{3A57C9A1-E41C-EAE4-B2CF-15EF1C7F9DFB}"/>
              </a:ext>
            </a:extLst>
          </p:cNvPr>
          <p:cNvSpPr/>
          <p:nvPr/>
        </p:nvSpPr>
        <p:spPr>
          <a:xfrm>
            <a:off x="606296" y="4516419"/>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15" name="TextBox 14">
            <a:extLst>
              <a:ext uri="{FF2B5EF4-FFF2-40B4-BE49-F238E27FC236}">
                <a16:creationId xmlns:a16="http://schemas.microsoft.com/office/drawing/2014/main" id="{69B8B9B0-DC32-0693-0E5A-0B657E842A4A}"/>
              </a:ext>
            </a:extLst>
          </p:cNvPr>
          <p:cNvSpPr txBox="1"/>
          <p:nvPr/>
        </p:nvSpPr>
        <p:spPr>
          <a:xfrm>
            <a:off x="639385" y="2169249"/>
            <a:ext cx="5169050" cy="830997"/>
          </a:xfrm>
          <a:prstGeom prst="rect">
            <a:avLst/>
          </a:prstGeom>
          <a:noFill/>
        </p:spPr>
        <p:txBody>
          <a:bodyPr wrap="square">
            <a:spAutoFit/>
          </a:bodyPr>
          <a:lstStyle/>
          <a:p>
            <a:pPr algn="just"/>
            <a:r>
              <a:rPr lang="en-US" sz="1200" dirty="0">
                <a:latin typeface="Calibri Light" panose="020F0302020204030204" pitchFamily="34" charset="0"/>
              </a:rPr>
              <a:t>We will develop workflows that automatically identify data quality issues, such as missing fields, outdated information, or inconsistent entries. The system will send personalized email notifications to each responsible user, consolidating all required updates into a single, easy-to-navigate message. </a:t>
            </a:r>
            <a:endParaRPr lang="es-ES" sz="1200" dirty="0">
              <a:latin typeface="Calibri Light" panose="020F0302020204030204" pitchFamily="34" charset="0"/>
            </a:endParaRPr>
          </a:p>
        </p:txBody>
      </p:sp>
      <p:graphicFrame>
        <p:nvGraphicFramePr>
          <p:cNvPr id="16" name="Table 15">
            <a:extLst>
              <a:ext uri="{FF2B5EF4-FFF2-40B4-BE49-F238E27FC236}">
                <a16:creationId xmlns:a16="http://schemas.microsoft.com/office/drawing/2014/main" id="{3ADD9F4E-DB78-AFD8-908E-BBBBB637C576}"/>
              </a:ext>
            </a:extLst>
          </p:cNvPr>
          <p:cNvGraphicFramePr>
            <a:graphicFrameLocks noGrp="1"/>
          </p:cNvGraphicFramePr>
          <p:nvPr>
            <p:extLst>
              <p:ext uri="{D42A27DB-BD31-4B8C-83A1-F6EECF244321}">
                <p14:modId xmlns:p14="http://schemas.microsoft.com/office/powerpoint/2010/main" val="2070294382"/>
              </p:ext>
            </p:extLst>
          </p:nvPr>
        </p:nvGraphicFramePr>
        <p:xfrm>
          <a:off x="6908878" y="3023820"/>
          <a:ext cx="4981910" cy="3166668"/>
        </p:xfrm>
        <a:graphic>
          <a:graphicData uri="http://schemas.openxmlformats.org/drawingml/2006/table">
            <a:tbl>
              <a:tblPr firstRow="1" bandRow="1">
                <a:tableStyleId>{5C22544A-7EE6-4342-B048-85BDC9FD1C3A}</a:tableStyleId>
              </a:tblPr>
              <a:tblGrid>
                <a:gridCol w="2454417">
                  <a:extLst>
                    <a:ext uri="{9D8B030D-6E8A-4147-A177-3AD203B41FA5}">
                      <a16:colId xmlns:a16="http://schemas.microsoft.com/office/drawing/2014/main" val="2422257568"/>
                    </a:ext>
                  </a:extLst>
                </a:gridCol>
                <a:gridCol w="2527493">
                  <a:extLst>
                    <a:ext uri="{9D8B030D-6E8A-4147-A177-3AD203B41FA5}">
                      <a16:colId xmlns:a16="http://schemas.microsoft.com/office/drawing/2014/main" val="2826605370"/>
                    </a:ext>
                  </a:extLst>
                </a:gridCol>
              </a:tblGrid>
              <a:tr h="331893">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477841287"/>
                  </a:ext>
                </a:extLst>
              </a:tr>
              <a:tr h="465600">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PowerBI Architecture Technical Set Up</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Establish PowerBI environment/Ensure the existing environment is ready to be used.</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6653960"/>
                  </a:ext>
                </a:extLst>
              </a:tr>
              <a:tr h="465600">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Planning Phase</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Business requirements</a:t>
                      </a:r>
                    </a:p>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Establish Access levels and user roles</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725512663"/>
                  </a:ext>
                </a:extLst>
              </a:tr>
              <a:tr h="465600">
                <a:tc>
                  <a:txBody>
                    <a:bodyPr/>
                    <a:lstStyle/>
                    <a:p>
                      <a:pPr marL="0" algn="l" defTabSz="914400" rtl="0" eaLnBrk="1" latinLnBrk="0" hangingPunct="1">
                        <a:lnSpc>
                          <a:spcPct val="107000"/>
                        </a:lnSpc>
                        <a:spcBef>
                          <a:spcPts val="1200"/>
                        </a:spcBef>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Automation of data extraction and transformation</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Data used for reports Will be the one that has been cleansed as part of step 2</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892707950"/>
                  </a:ext>
                </a:extLst>
              </a:tr>
              <a:tr h="465600">
                <a:tc>
                  <a:txBody>
                    <a:bodyPr/>
                    <a:lstStyle/>
                    <a:p>
                      <a:pPr marL="0" algn="l" defTabSz="914400" rtl="0" eaLnBrk="1" latinLnBrk="0" hangingPunct="1">
                        <a:lnSpc>
                          <a:spcPct val="107000"/>
                        </a:lnSpc>
                        <a:spcBef>
                          <a:spcPts val="1200"/>
                        </a:spcBef>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Dashboard Design &amp; Prototyping</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Initial mock-up</a:t>
                      </a:r>
                    </a:p>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Prototype with basic visualization elements</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88935657"/>
                  </a:ext>
                </a:extLst>
              </a:tr>
              <a:tr h="465600">
                <a:tc>
                  <a:txBody>
                    <a:bodyPr/>
                    <a:lstStyle/>
                    <a:p>
                      <a:pPr marL="0" algn="l" defTabSz="914400" rtl="0" eaLnBrk="1" latinLnBrk="0" hangingPunct="1">
                        <a:lnSpc>
                          <a:spcPct val="107000"/>
                        </a:lnSpc>
                        <a:spcBef>
                          <a:spcPts val="1200"/>
                        </a:spcBef>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Development &amp; Implementation </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Interactive Power BI Dashboards with real-time data integration</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071673"/>
                  </a:ext>
                </a:extLst>
              </a:tr>
              <a:tr h="442150">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Deployment &amp; Training</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l" defTabSz="914400" rtl="0" eaLnBrk="1" latinLnBrk="0" hangingPunct="1">
                        <a:lnSpc>
                          <a:spcPct val="107000"/>
                        </a:lnSpc>
                        <a:spcAft>
                          <a:spcPts val="0"/>
                        </a:spcAft>
                      </a:pPr>
                      <a:r>
                        <a:rPr lang="en-AU" sz="1100" kern="100" noProof="1">
                          <a:solidFill>
                            <a:schemeClr val="dk1"/>
                          </a:solidFill>
                          <a:effectLst/>
                          <a:latin typeface="Calibri Light" panose="020F0302020204030204" pitchFamily="34" charset="0"/>
                          <a:ea typeface="Calibri" panose="020F0502020204030204" pitchFamily="34" charset="0"/>
                          <a:cs typeface="Arial" panose="020B0604020202020204" pitchFamily="34" charset="0"/>
                        </a:rPr>
                        <a:t>Training sessions and user guides for business users</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4072891277"/>
                  </a:ext>
                </a:extLst>
              </a:tr>
            </a:tbl>
          </a:graphicData>
        </a:graphic>
      </p:graphicFrame>
      <p:sp>
        <p:nvSpPr>
          <p:cNvPr id="18" name="TextBox 17">
            <a:extLst>
              <a:ext uri="{FF2B5EF4-FFF2-40B4-BE49-F238E27FC236}">
                <a16:creationId xmlns:a16="http://schemas.microsoft.com/office/drawing/2014/main" id="{43AA9C1B-80AB-0E44-F146-972E1285061B}"/>
              </a:ext>
            </a:extLst>
          </p:cNvPr>
          <p:cNvSpPr txBox="1"/>
          <p:nvPr/>
        </p:nvSpPr>
        <p:spPr>
          <a:xfrm>
            <a:off x="6195823" y="1542650"/>
            <a:ext cx="5866318" cy="523220"/>
          </a:xfrm>
          <a:prstGeom prst="rect">
            <a:avLst/>
          </a:prstGeom>
          <a:noFill/>
        </p:spPr>
        <p:txBody>
          <a:bodyPr wrap="square">
            <a:spAutoFit/>
          </a:bodyPr>
          <a:lstStyle/>
          <a:p>
            <a:pPr algn="just"/>
            <a:r>
              <a:rPr lang="en-US" sz="1400" dirty="0">
                <a:latin typeface="Calibri Light" panose="020F0302020204030204" pitchFamily="34" charset="0"/>
              </a:rPr>
              <a:t>The automation of these reports using Power BI aims to improve efficiency, accuracy, and accessibility while reducing the time spent on report generation. </a:t>
            </a:r>
            <a:endParaRPr lang="es-ES" sz="1400" dirty="0">
              <a:latin typeface="Calibri Light" panose="020F0302020204030204" pitchFamily="34" charset="0"/>
            </a:endParaRPr>
          </a:p>
        </p:txBody>
      </p:sp>
      <p:sp>
        <p:nvSpPr>
          <p:cNvPr id="19" name="Hexágono 115">
            <a:extLst>
              <a:ext uri="{FF2B5EF4-FFF2-40B4-BE49-F238E27FC236}">
                <a16:creationId xmlns:a16="http://schemas.microsoft.com/office/drawing/2014/main" id="{BB6438F2-BA47-9D70-EA95-63BC7387CCF8}"/>
              </a:ext>
            </a:extLst>
          </p:cNvPr>
          <p:cNvSpPr/>
          <p:nvPr/>
        </p:nvSpPr>
        <p:spPr>
          <a:xfrm>
            <a:off x="6344350" y="3422760"/>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sp>
        <p:nvSpPr>
          <p:cNvPr id="23" name="Hexágono 115">
            <a:extLst>
              <a:ext uri="{FF2B5EF4-FFF2-40B4-BE49-F238E27FC236}">
                <a16:creationId xmlns:a16="http://schemas.microsoft.com/office/drawing/2014/main" id="{D103E48D-6B64-5DE7-3B95-24C3A2066371}"/>
              </a:ext>
            </a:extLst>
          </p:cNvPr>
          <p:cNvSpPr/>
          <p:nvPr/>
        </p:nvSpPr>
        <p:spPr>
          <a:xfrm>
            <a:off x="6344350" y="3891613"/>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4" name="Hexágono 115">
            <a:extLst>
              <a:ext uri="{FF2B5EF4-FFF2-40B4-BE49-F238E27FC236}">
                <a16:creationId xmlns:a16="http://schemas.microsoft.com/office/drawing/2014/main" id="{D1619E8F-B27D-E37A-D2F5-9EFD464CA9D3}"/>
              </a:ext>
            </a:extLst>
          </p:cNvPr>
          <p:cNvSpPr/>
          <p:nvPr/>
        </p:nvSpPr>
        <p:spPr>
          <a:xfrm>
            <a:off x="6344350" y="4360466"/>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5" name="Hexágono 115">
            <a:extLst>
              <a:ext uri="{FF2B5EF4-FFF2-40B4-BE49-F238E27FC236}">
                <a16:creationId xmlns:a16="http://schemas.microsoft.com/office/drawing/2014/main" id="{77440634-1D34-056D-9DE8-D72A7FA6D4EB}"/>
              </a:ext>
            </a:extLst>
          </p:cNvPr>
          <p:cNvSpPr/>
          <p:nvPr/>
        </p:nvSpPr>
        <p:spPr>
          <a:xfrm>
            <a:off x="6344350" y="4829319"/>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4</a:t>
            </a:r>
          </a:p>
        </p:txBody>
      </p:sp>
      <p:sp>
        <p:nvSpPr>
          <p:cNvPr id="29" name="TextBox 28">
            <a:extLst>
              <a:ext uri="{FF2B5EF4-FFF2-40B4-BE49-F238E27FC236}">
                <a16:creationId xmlns:a16="http://schemas.microsoft.com/office/drawing/2014/main" id="{D5F7BFDF-CFED-6300-FDCF-A507CADB1076}"/>
              </a:ext>
            </a:extLst>
          </p:cNvPr>
          <p:cNvSpPr txBox="1"/>
          <p:nvPr/>
        </p:nvSpPr>
        <p:spPr>
          <a:xfrm>
            <a:off x="6195823" y="2210579"/>
            <a:ext cx="5655453" cy="646331"/>
          </a:xfrm>
          <a:prstGeom prst="rect">
            <a:avLst/>
          </a:prstGeom>
          <a:noFill/>
        </p:spPr>
        <p:txBody>
          <a:bodyPr wrap="square">
            <a:spAutoFit/>
          </a:bodyPr>
          <a:lstStyle/>
          <a:p>
            <a:pPr algn="just"/>
            <a:r>
              <a:rPr lang="en-US" sz="1200" dirty="0">
                <a:latin typeface="Calibri Light" panose="020F0302020204030204" pitchFamily="34" charset="0"/>
              </a:rPr>
              <a:t>This automation will enhance data accuracy by reducing human errors, ensuring that stakeholders always have access to the latest insights. Interactive dashboards will replace static reports, allowing users to drill down into key metrics and analyze trends. </a:t>
            </a:r>
            <a:endParaRPr lang="es-ES" sz="1200" dirty="0">
              <a:latin typeface="Calibri Light" panose="020F0302020204030204" pitchFamily="34" charset="0"/>
            </a:endParaRPr>
          </a:p>
        </p:txBody>
      </p:sp>
      <p:sp>
        <p:nvSpPr>
          <p:cNvPr id="5" name="Hexágono 115">
            <a:extLst>
              <a:ext uri="{FF2B5EF4-FFF2-40B4-BE49-F238E27FC236}">
                <a16:creationId xmlns:a16="http://schemas.microsoft.com/office/drawing/2014/main" id="{8F8C5B1F-2DD1-A21A-C43D-E25C6CB94900}"/>
              </a:ext>
            </a:extLst>
          </p:cNvPr>
          <p:cNvSpPr/>
          <p:nvPr/>
        </p:nvSpPr>
        <p:spPr>
          <a:xfrm>
            <a:off x="606296" y="5032673"/>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4</a:t>
            </a:r>
          </a:p>
        </p:txBody>
      </p:sp>
      <p:sp>
        <p:nvSpPr>
          <p:cNvPr id="9" name="Hexágono 115">
            <a:extLst>
              <a:ext uri="{FF2B5EF4-FFF2-40B4-BE49-F238E27FC236}">
                <a16:creationId xmlns:a16="http://schemas.microsoft.com/office/drawing/2014/main" id="{FB4C03FA-7356-44D6-F424-5D156E2C1AB5}"/>
              </a:ext>
            </a:extLst>
          </p:cNvPr>
          <p:cNvSpPr/>
          <p:nvPr/>
        </p:nvSpPr>
        <p:spPr>
          <a:xfrm>
            <a:off x="6342859" y="5315350"/>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5</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14" name="Hexágono 115">
            <a:extLst>
              <a:ext uri="{FF2B5EF4-FFF2-40B4-BE49-F238E27FC236}">
                <a16:creationId xmlns:a16="http://schemas.microsoft.com/office/drawing/2014/main" id="{F5620769-E844-E94F-86DE-EC7F0F99F3FF}"/>
              </a:ext>
            </a:extLst>
          </p:cNvPr>
          <p:cNvSpPr/>
          <p:nvPr/>
        </p:nvSpPr>
        <p:spPr>
          <a:xfrm>
            <a:off x="6342859" y="5784203"/>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6</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0" name="TextBox 19">
            <a:extLst>
              <a:ext uri="{FF2B5EF4-FFF2-40B4-BE49-F238E27FC236}">
                <a16:creationId xmlns:a16="http://schemas.microsoft.com/office/drawing/2014/main" id="{31221405-A1D0-9E27-F365-7F210B16C174}"/>
              </a:ext>
            </a:extLst>
          </p:cNvPr>
          <p:cNvSpPr txBox="1"/>
          <p:nvPr/>
        </p:nvSpPr>
        <p:spPr>
          <a:xfrm>
            <a:off x="6890723" y="6172254"/>
            <a:ext cx="5000065" cy="400110"/>
          </a:xfrm>
          <a:prstGeom prst="rect">
            <a:avLst/>
          </a:prstGeom>
          <a:noFill/>
        </p:spPr>
        <p:txBody>
          <a:bodyPr wrap="square">
            <a:spAutoFit/>
          </a:bodyPr>
          <a:lstStyle/>
          <a:p>
            <a:r>
              <a:rPr lang="en-US" sz="1000" i="1" kern="0" dirty="0">
                <a:effectLst/>
                <a:latin typeface="Calibri Light" panose="020F0302020204030204" pitchFamily="34" charset="0"/>
                <a:ea typeface="Times New Roman" panose="02020603050405020304" pitchFamily="18" charset="0"/>
              </a:rPr>
              <a:t>Dashboard Design and Prototyping is dependent on </a:t>
            </a:r>
            <a:r>
              <a:rPr lang="en-US" sz="1000" i="1" kern="0" dirty="0" err="1">
                <a:effectLst/>
                <a:latin typeface="Calibri Light" panose="020F0302020204030204" pitchFamily="34" charset="0"/>
                <a:ea typeface="Times New Roman" panose="02020603050405020304" pitchFamily="18" charset="0"/>
              </a:rPr>
              <a:t>PowerBI</a:t>
            </a:r>
            <a:r>
              <a:rPr lang="en-US" sz="1000" i="1" kern="0" dirty="0">
                <a:effectLst/>
                <a:latin typeface="Calibri Light" panose="020F0302020204030204" pitchFamily="34" charset="0"/>
                <a:ea typeface="Times New Roman" panose="02020603050405020304" pitchFamily="18" charset="0"/>
              </a:rPr>
              <a:t> Architecture Technical Set. Once the infrastructure is ready, the dashboard design can kick off.</a:t>
            </a:r>
            <a:endParaRPr lang="es-ES" sz="1000" i="1" dirty="0"/>
          </a:p>
        </p:txBody>
      </p:sp>
    </p:spTree>
    <p:extLst>
      <p:ext uri="{BB962C8B-B14F-4D97-AF65-F5344CB8AC3E}">
        <p14:creationId xmlns:p14="http://schemas.microsoft.com/office/powerpoint/2010/main" val="1477247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8F17-1EF6-1BDE-F993-201BED154E1E}"/>
            </a:ext>
          </a:extLst>
        </p:cNvPr>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A5EF4423-0274-CB26-86F4-3A48B045A877}"/>
              </a:ext>
            </a:extLst>
          </p:cNvPr>
          <p:cNvSpPr/>
          <p:nvPr/>
        </p:nvSpPr>
        <p:spPr>
          <a:xfrm>
            <a:off x="6948184" y="3217827"/>
            <a:ext cx="4261104" cy="1180781"/>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Snip Diagonal Corner Rectangle 7">
            <a:extLst>
              <a:ext uri="{FF2B5EF4-FFF2-40B4-BE49-F238E27FC236}">
                <a16:creationId xmlns:a16="http://schemas.microsoft.com/office/drawing/2014/main" id="{14F4C5CB-E514-954D-A850-300C1C43647A}"/>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4B5648EE-7C05-8B05-A850-79749F77B07C}"/>
              </a:ext>
            </a:extLst>
          </p:cNvPr>
          <p:cNvSpPr txBox="1"/>
          <p:nvPr/>
        </p:nvSpPr>
        <p:spPr>
          <a:xfrm>
            <a:off x="129857" y="361246"/>
            <a:ext cx="11932285" cy="492443"/>
          </a:xfrm>
          <a:prstGeom prst="rect">
            <a:avLst/>
          </a:prstGeom>
          <a:noFill/>
          <a:ln>
            <a:noFill/>
          </a:ln>
        </p:spPr>
        <p:txBody>
          <a:bodyPr wrap="square" lIns="0" tIns="0" rIns="0" bIns="0" rtlCol="0" anchor="t">
            <a:spAutoFit/>
          </a:bodyPr>
          <a:lstStyle/>
          <a:p>
            <a:pPr algn="ctr"/>
            <a:r>
              <a:rPr lang="en-US" sz="3200" cap="all" spc="600" dirty="0">
                <a:solidFill>
                  <a:schemeClr val="bg1"/>
                </a:solidFill>
                <a:latin typeface="Josefin Sans SemiBold"/>
              </a:rPr>
              <a:t>Project DETAILS</a:t>
            </a:r>
          </a:p>
        </p:txBody>
      </p:sp>
      <p:sp>
        <p:nvSpPr>
          <p:cNvPr id="4" name="Slide Number Placeholder 5">
            <a:extLst>
              <a:ext uri="{FF2B5EF4-FFF2-40B4-BE49-F238E27FC236}">
                <a16:creationId xmlns:a16="http://schemas.microsoft.com/office/drawing/2014/main" id="{C69CAFB7-5E6A-55B6-DB64-666F4648AF0A}"/>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8" name="Rectangle 39">
            <a:extLst>
              <a:ext uri="{FF2B5EF4-FFF2-40B4-BE49-F238E27FC236}">
                <a16:creationId xmlns:a16="http://schemas.microsoft.com/office/drawing/2014/main" id="{EB217CE1-6A94-280D-A7DE-1010198255E0}"/>
              </a:ext>
            </a:extLst>
          </p:cNvPr>
          <p:cNvSpPr/>
          <p:nvPr/>
        </p:nvSpPr>
        <p:spPr>
          <a:xfrm>
            <a:off x="639384" y="1109790"/>
            <a:ext cx="11422757" cy="311024"/>
          </a:xfrm>
          <a:prstGeom prst="rect">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a:defRPr/>
            </a:pPr>
            <a:r>
              <a:rPr lang="es-ES" sz="1600" b="1" dirty="0">
                <a:solidFill>
                  <a:schemeClr val="bg1"/>
                </a:solidFill>
                <a:latin typeface="Josefin Sans SemiBold" pitchFamily="2" charset="0"/>
              </a:rPr>
              <a:t>6</a:t>
            </a:r>
            <a:r>
              <a:rPr kumimoji="0" lang="es-ES" sz="1600" b="1" i="0" u="none" strike="noStrike" kern="1200" cap="none" spc="0" normalizeH="0" baseline="0" dirty="0">
                <a:ln>
                  <a:noFill/>
                </a:ln>
                <a:solidFill>
                  <a:schemeClr val="bg1"/>
                </a:solidFill>
                <a:effectLst/>
                <a:uLnTx/>
                <a:uFillTx/>
                <a:latin typeface="Josefin Sans SemiBold" pitchFamily="2" charset="0"/>
              </a:rPr>
              <a:t>. </a:t>
            </a:r>
            <a:r>
              <a:rPr lang="es-ES" sz="1600" b="1" dirty="0">
                <a:solidFill>
                  <a:schemeClr val="bg1"/>
                </a:solidFill>
                <a:latin typeface="Josefin Sans SemiBold"/>
              </a:rPr>
              <a:t>TRAINING &amp; CHANGE MANAGEMENT</a:t>
            </a:r>
            <a:endParaRPr lang="en-US" sz="1600" b="1" dirty="0">
              <a:solidFill>
                <a:schemeClr val="bg1"/>
              </a:solidFill>
              <a:latin typeface="Josefin Sans SemiBold" pitchFamily="2" charset="0"/>
              <a:sym typeface="Arial"/>
            </a:endParaRPr>
          </a:p>
        </p:txBody>
      </p:sp>
      <p:sp>
        <p:nvSpPr>
          <p:cNvPr id="17" name="TextBox 16">
            <a:extLst>
              <a:ext uri="{FF2B5EF4-FFF2-40B4-BE49-F238E27FC236}">
                <a16:creationId xmlns:a16="http://schemas.microsoft.com/office/drawing/2014/main" id="{F967A35F-21E5-4FBD-AA0F-EAF1800BCBB9}"/>
              </a:ext>
            </a:extLst>
          </p:cNvPr>
          <p:cNvSpPr txBox="1"/>
          <p:nvPr/>
        </p:nvSpPr>
        <p:spPr>
          <a:xfrm>
            <a:off x="639384" y="1535594"/>
            <a:ext cx="11352586" cy="523220"/>
          </a:xfrm>
          <a:prstGeom prst="rect">
            <a:avLst/>
          </a:prstGeom>
          <a:noFill/>
        </p:spPr>
        <p:txBody>
          <a:bodyPr wrap="square">
            <a:spAutoFit/>
          </a:bodyPr>
          <a:lstStyle/>
          <a:p>
            <a:pPr algn="just"/>
            <a:r>
              <a:rPr lang="en-US" sz="1400" dirty="0">
                <a:effectLst/>
                <a:latin typeface="Calibri Light" panose="020F0302020204030204" pitchFamily="34" charset="0"/>
                <a:ea typeface="Times New Roman" panose="02020603050405020304" pitchFamily="18" charset="0"/>
              </a:rPr>
              <a:t>Markman Group will provide targeted training to help users effectively work with the new data quality dashboard, automated email notifications, Pipeline and Funnel dashboards</a:t>
            </a:r>
            <a:endParaRPr lang="es-ES" sz="1600" dirty="0">
              <a:effectLst/>
              <a:latin typeface="Times New Roman" panose="02020603050405020304" pitchFamily="18" charset="0"/>
              <a:ea typeface="Times New Roman" panose="02020603050405020304" pitchFamily="18" charset="0"/>
            </a:endParaRPr>
          </a:p>
        </p:txBody>
      </p:sp>
      <p:graphicFrame>
        <p:nvGraphicFramePr>
          <p:cNvPr id="21" name="Table 20">
            <a:extLst>
              <a:ext uri="{FF2B5EF4-FFF2-40B4-BE49-F238E27FC236}">
                <a16:creationId xmlns:a16="http://schemas.microsoft.com/office/drawing/2014/main" id="{3253370C-8D69-F3C4-1573-DD34EFCA0DD3}"/>
              </a:ext>
            </a:extLst>
          </p:cNvPr>
          <p:cNvGraphicFramePr>
            <a:graphicFrameLocks noGrp="1"/>
          </p:cNvGraphicFramePr>
          <p:nvPr>
            <p:extLst>
              <p:ext uri="{D42A27DB-BD31-4B8C-83A1-F6EECF244321}">
                <p14:modId xmlns:p14="http://schemas.microsoft.com/office/powerpoint/2010/main" val="1541271224"/>
              </p:ext>
            </p:extLst>
          </p:nvPr>
        </p:nvGraphicFramePr>
        <p:xfrm>
          <a:off x="1266176" y="2374762"/>
          <a:ext cx="4644334" cy="2791597"/>
        </p:xfrm>
        <a:graphic>
          <a:graphicData uri="http://schemas.openxmlformats.org/drawingml/2006/table">
            <a:tbl>
              <a:tblPr firstRow="1" bandRow="1">
                <a:tableStyleId>{5C22544A-7EE6-4342-B048-85BDC9FD1C3A}</a:tableStyleId>
              </a:tblPr>
              <a:tblGrid>
                <a:gridCol w="2288105">
                  <a:extLst>
                    <a:ext uri="{9D8B030D-6E8A-4147-A177-3AD203B41FA5}">
                      <a16:colId xmlns:a16="http://schemas.microsoft.com/office/drawing/2014/main" val="2422257568"/>
                    </a:ext>
                  </a:extLst>
                </a:gridCol>
                <a:gridCol w="2356229">
                  <a:extLst>
                    <a:ext uri="{9D8B030D-6E8A-4147-A177-3AD203B41FA5}">
                      <a16:colId xmlns:a16="http://schemas.microsoft.com/office/drawing/2014/main" val="2826605370"/>
                    </a:ext>
                  </a:extLst>
                </a:gridCol>
              </a:tblGrid>
              <a:tr h="422237">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477841287"/>
                  </a:ext>
                </a:extLst>
              </a:tr>
              <a:tr h="59234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Develop user training materials for new workflows and dashboards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Training Manuals &amp; Guides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96653960"/>
                  </a:ext>
                </a:extLst>
              </a:tr>
              <a:tr h="592340">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Conduct training sessions for </a:t>
                      </a:r>
                      <a:r>
                        <a:rPr lang="en-US" sz="1100" kern="0" dirty="0" err="1">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DealCloud</a:t>
                      </a: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 and reports users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Training Sessions</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725512663"/>
                  </a:ext>
                </a:extLst>
              </a:tr>
              <a:tr h="59234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Provide documentation for API workflows and dashboard usage</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Technical Documentation for APIs, Dashboards, and Processes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88935657"/>
                  </a:ext>
                </a:extLst>
              </a:tr>
              <a:tr h="592340">
                <a:tc>
                  <a:txBody>
                    <a:bodyPr/>
                    <a:lstStyle/>
                    <a:p>
                      <a:pPr>
                        <a:lnSpc>
                          <a:spcPct val="107000"/>
                        </a:lnSpc>
                        <a:spcAft>
                          <a:spcPts val="800"/>
                        </a:spcAft>
                      </a:pPr>
                      <a:r>
                        <a:rPr lang="en-US" sz="110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Post-implementation support</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Defined Support Channels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851551551"/>
                  </a:ext>
                </a:extLst>
              </a:tr>
            </a:tbl>
          </a:graphicData>
        </a:graphic>
      </p:graphicFrame>
      <p:sp>
        <p:nvSpPr>
          <p:cNvPr id="22" name="Hexágono 115">
            <a:extLst>
              <a:ext uri="{FF2B5EF4-FFF2-40B4-BE49-F238E27FC236}">
                <a16:creationId xmlns:a16="http://schemas.microsoft.com/office/drawing/2014/main" id="{3314285C-A03C-CFF6-BDC5-90ADDD92E471}"/>
              </a:ext>
            </a:extLst>
          </p:cNvPr>
          <p:cNvSpPr/>
          <p:nvPr/>
        </p:nvSpPr>
        <p:spPr>
          <a:xfrm>
            <a:off x="743456" y="2893827"/>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sp>
        <p:nvSpPr>
          <p:cNvPr id="26" name="Hexágono 115">
            <a:extLst>
              <a:ext uri="{FF2B5EF4-FFF2-40B4-BE49-F238E27FC236}">
                <a16:creationId xmlns:a16="http://schemas.microsoft.com/office/drawing/2014/main" id="{19B4BBE4-1987-5792-95E0-2B6D5E2DFDFC}"/>
              </a:ext>
            </a:extLst>
          </p:cNvPr>
          <p:cNvSpPr/>
          <p:nvPr/>
        </p:nvSpPr>
        <p:spPr>
          <a:xfrm>
            <a:off x="743456" y="3512140"/>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7" name="Hexágono 115">
            <a:extLst>
              <a:ext uri="{FF2B5EF4-FFF2-40B4-BE49-F238E27FC236}">
                <a16:creationId xmlns:a16="http://schemas.microsoft.com/office/drawing/2014/main" id="{418D53AC-059F-F4A1-9F45-14E431CAFF3A}"/>
              </a:ext>
            </a:extLst>
          </p:cNvPr>
          <p:cNvSpPr/>
          <p:nvPr/>
        </p:nvSpPr>
        <p:spPr>
          <a:xfrm>
            <a:off x="743456" y="4079199"/>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8" name="Hexágono 115">
            <a:extLst>
              <a:ext uri="{FF2B5EF4-FFF2-40B4-BE49-F238E27FC236}">
                <a16:creationId xmlns:a16="http://schemas.microsoft.com/office/drawing/2014/main" id="{B175B197-4EF5-A529-76D7-86EEA781B81B}"/>
              </a:ext>
            </a:extLst>
          </p:cNvPr>
          <p:cNvSpPr/>
          <p:nvPr/>
        </p:nvSpPr>
        <p:spPr>
          <a:xfrm>
            <a:off x="743456" y="4705870"/>
            <a:ext cx="432000" cy="324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4</a:t>
            </a:r>
          </a:p>
        </p:txBody>
      </p:sp>
      <p:sp>
        <p:nvSpPr>
          <p:cNvPr id="31" name="TextBox 30">
            <a:extLst>
              <a:ext uri="{FF2B5EF4-FFF2-40B4-BE49-F238E27FC236}">
                <a16:creationId xmlns:a16="http://schemas.microsoft.com/office/drawing/2014/main" id="{C867A84B-5501-6A04-C5C3-8B079D2BF05E}"/>
              </a:ext>
            </a:extLst>
          </p:cNvPr>
          <p:cNvSpPr txBox="1"/>
          <p:nvPr/>
        </p:nvSpPr>
        <p:spPr>
          <a:xfrm>
            <a:off x="639384" y="5311212"/>
            <a:ext cx="5271126" cy="646331"/>
          </a:xfrm>
          <a:prstGeom prst="rect">
            <a:avLst/>
          </a:prstGeom>
          <a:noFill/>
        </p:spPr>
        <p:txBody>
          <a:bodyPr wrap="square">
            <a:spAutoFit/>
          </a:bodyPr>
          <a:lstStyle/>
          <a:p>
            <a:pPr algn="just"/>
            <a:r>
              <a:rPr lang="en-US" sz="1200" dirty="0">
                <a:latin typeface="Calibri Light" panose="020F0302020204030204" pitchFamily="34" charset="0"/>
              </a:rPr>
              <a:t>Markman Group will also deliver technical documentation for all implemented processes to support ongoing use. This phase ensures users are comfortable with the tools and processes, with continued support available as needed.</a:t>
            </a:r>
            <a:endParaRPr lang="es-ES" sz="1200" dirty="0">
              <a:latin typeface="Calibri Light" panose="020F0302020204030204" pitchFamily="34" charset="0"/>
            </a:endParaRPr>
          </a:p>
        </p:txBody>
      </p:sp>
      <p:sp>
        <p:nvSpPr>
          <p:cNvPr id="32" name="TextBox 31">
            <a:extLst>
              <a:ext uri="{FF2B5EF4-FFF2-40B4-BE49-F238E27FC236}">
                <a16:creationId xmlns:a16="http://schemas.microsoft.com/office/drawing/2014/main" id="{6FD264B8-B383-2630-7A3E-A82C85D2AA46}"/>
              </a:ext>
            </a:extLst>
          </p:cNvPr>
          <p:cNvSpPr txBox="1"/>
          <p:nvPr/>
        </p:nvSpPr>
        <p:spPr>
          <a:xfrm>
            <a:off x="7030480" y="3333409"/>
            <a:ext cx="4023360" cy="954107"/>
          </a:xfrm>
          <a:prstGeom prst="rect">
            <a:avLst/>
          </a:prstGeom>
          <a:noFill/>
        </p:spPr>
        <p:txBody>
          <a:bodyPr wrap="square" rtlCol="0">
            <a:spAutoFit/>
          </a:bodyPr>
          <a:lstStyle/>
          <a:p>
            <a:r>
              <a:rPr lang="es-ES" sz="1400" b="1" dirty="0">
                <a:solidFill>
                  <a:srgbClr val="208E9B"/>
                </a:solidFill>
                <a:latin typeface="+mj-lt"/>
              </a:rPr>
              <a:t>Training </a:t>
            </a:r>
            <a:r>
              <a:rPr lang="es-ES" sz="1400" b="1" dirty="0" err="1">
                <a:solidFill>
                  <a:srgbClr val="208E9B"/>
                </a:solidFill>
                <a:latin typeface="+mj-lt"/>
              </a:rPr>
              <a:t>Scope</a:t>
            </a:r>
            <a:r>
              <a:rPr lang="es-ES" sz="1400" b="1" dirty="0">
                <a:solidFill>
                  <a:srgbClr val="208E9B"/>
                </a:solidFill>
                <a:latin typeface="+mj-lt"/>
              </a:rPr>
              <a:t>: </a:t>
            </a:r>
            <a:r>
              <a:rPr lang="en-US" sz="1400" kern="0" dirty="0">
                <a:effectLst/>
                <a:latin typeface="+mj-lt"/>
                <a:ea typeface="Times New Roman" panose="02020603050405020304" pitchFamily="18" charset="0"/>
                <a:cs typeface="Arial" panose="020B0604020202020204" pitchFamily="34" charset="0"/>
              </a:rPr>
              <a:t>Markman Group will develop training materials related to developments and deliverables performed. Metropolitan will handle </a:t>
            </a:r>
            <a:r>
              <a:rPr lang="en-US" sz="1400" kern="0" dirty="0" err="1">
                <a:effectLst/>
                <a:latin typeface="+mj-lt"/>
                <a:ea typeface="Times New Roman" panose="02020603050405020304" pitchFamily="18" charset="0"/>
                <a:cs typeface="Arial" panose="020B0604020202020204" pitchFamily="34" charset="0"/>
              </a:rPr>
              <a:t>DealCloud</a:t>
            </a:r>
            <a:r>
              <a:rPr lang="en-US" sz="1400" kern="0" dirty="0">
                <a:effectLst/>
                <a:latin typeface="+mj-lt"/>
                <a:ea typeface="Times New Roman" panose="02020603050405020304" pitchFamily="18" charset="0"/>
                <a:cs typeface="Arial" panose="020B0604020202020204" pitchFamily="34" charset="0"/>
              </a:rPr>
              <a:t> process training.</a:t>
            </a:r>
            <a:endParaRPr lang="es-ES" sz="1400" kern="100" dirty="0">
              <a:effectLst/>
              <a:latin typeface="+mj-lt"/>
              <a:ea typeface="Calibri" panose="020F0502020204030204" pitchFamily="34" charset="0"/>
              <a:cs typeface="Arial" panose="020B0604020202020204" pitchFamily="34" charset="0"/>
            </a:endParaRPr>
          </a:p>
        </p:txBody>
      </p:sp>
      <p:sp>
        <p:nvSpPr>
          <p:cNvPr id="34" name="Triangle 8">
            <a:extLst>
              <a:ext uri="{FF2B5EF4-FFF2-40B4-BE49-F238E27FC236}">
                <a16:creationId xmlns:a16="http://schemas.microsoft.com/office/drawing/2014/main" id="{A5AFDA2E-9559-DB5A-7442-AA0228A3DAF5}"/>
              </a:ext>
            </a:extLst>
          </p:cNvPr>
          <p:cNvSpPr/>
          <p:nvPr/>
        </p:nvSpPr>
        <p:spPr>
          <a:xfrm>
            <a:off x="6853646" y="5166359"/>
            <a:ext cx="3682469" cy="1678579"/>
          </a:xfrm>
          <a:prstGeom prst="triangle">
            <a:avLst>
              <a:gd name="adj" fmla="val 50495"/>
            </a:avLst>
          </a:prstGeom>
          <a:solidFill>
            <a:srgbClr val="208E9B">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3" name="Graphic 2" descr="Teacher with solid fill">
            <a:extLst>
              <a:ext uri="{FF2B5EF4-FFF2-40B4-BE49-F238E27FC236}">
                <a16:creationId xmlns:a16="http://schemas.microsoft.com/office/drawing/2014/main" id="{195F1B8E-F114-C0A0-A815-7D4F1A8E1B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36115" y="4009999"/>
            <a:ext cx="779417" cy="779417"/>
          </a:xfrm>
          <a:prstGeom prst="rect">
            <a:avLst/>
          </a:prstGeom>
        </p:spPr>
      </p:pic>
    </p:spTree>
    <p:extLst>
      <p:ext uri="{BB962C8B-B14F-4D97-AF65-F5344CB8AC3E}">
        <p14:creationId xmlns:p14="http://schemas.microsoft.com/office/powerpoint/2010/main" val="198285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E6EF6-D80E-A63B-C03B-79419603EA5C}"/>
            </a:ext>
          </a:extLst>
        </p:cNvPr>
        <p:cNvGrpSpPr/>
        <p:nvPr/>
      </p:nvGrpSpPr>
      <p:grpSpPr>
        <a:xfrm>
          <a:off x="0" y="0"/>
          <a:ext cx="0" cy="0"/>
          <a:chOff x="0" y="0"/>
          <a:chExt cx="0" cy="0"/>
        </a:xfrm>
      </p:grpSpPr>
      <p:sp>
        <p:nvSpPr>
          <p:cNvPr id="289" name="Snip Diagonal Corner Rectangle 7">
            <a:extLst>
              <a:ext uri="{FF2B5EF4-FFF2-40B4-BE49-F238E27FC236}">
                <a16:creationId xmlns:a16="http://schemas.microsoft.com/office/drawing/2014/main" id="{52607213-C1DD-39E3-D518-850246592B51}"/>
              </a:ext>
            </a:extLst>
          </p:cNvPr>
          <p:cNvSpPr/>
          <p:nvPr/>
        </p:nvSpPr>
        <p:spPr>
          <a:xfrm>
            <a:off x="170558" y="105635"/>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21" name="TextBox 220">
            <a:extLst>
              <a:ext uri="{FF2B5EF4-FFF2-40B4-BE49-F238E27FC236}">
                <a16:creationId xmlns:a16="http://schemas.microsoft.com/office/drawing/2014/main" id="{FF8012BB-0AEC-BD87-EF39-97F32E0B88C7}"/>
              </a:ext>
            </a:extLst>
          </p:cNvPr>
          <p:cNvSpPr txBox="1"/>
          <p:nvPr/>
        </p:nvSpPr>
        <p:spPr>
          <a:xfrm>
            <a:off x="156601" y="378661"/>
            <a:ext cx="11932285" cy="430887"/>
          </a:xfrm>
          <a:prstGeom prst="rect">
            <a:avLst/>
          </a:prstGeom>
          <a:noFill/>
          <a:ln>
            <a:noFill/>
          </a:ln>
        </p:spPr>
        <p:txBody>
          <a:bodyPr wrap="square" lIns="0" tIns="0" rIns="0" bIns="0" rtlCol="0">
            <a:spAutoFit/>
          </a:bodyPr>
          <a:lstStyle/>
          <a:p>
            <a:pPr algn="ctr"/>
            <a:r>
              <a:rPr lang="en-US" sz="2800" cap="all" spc="600" dirty="0">
                <a:solidFill>
                  <a:schemeClr val="bg1"/>
                </a:solidFill>
                <a:latin typeface="Josefin Sans SemiBold" pitchFamily="2" charset="77"/>
              </a:rPr>
              <a:t>PROJECT WIDE ACTIVITIES</a:t>
            </a:r>
          </a:p>
        </p:txBody>
      </p:sp>
      <p:sp>
        <p:nvSpPr>
          <p:cNvPr id="2" name="Slide Number Placeholder 5">
            <a:extLst>
              <a:ext uri="{FF2B5EF4-FFF2-40B4-BE49-F238E27FC236}">
                <a16:creationId xmlns:a16="http://schemas.microsoft.com/office/drawing/2014/main" id="{89395BD3-4513-7424-55B2-AC4954E82CAB}"/>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3" name="TextBox 2">
            <a:extLst>
              <a:ext uri="{FF2B5EF4-FFF2-40B4-BE49-F238E27FC236}">
                <a16:creationId xmlns:a16="http://schemas.microsoft.com/office/drawing/2014/main" id="{E8A08130-D8A9-0EF7-71E4-B7EA70364130}"/>
              </a:ext>
            </a:extLst>
          </p:cNvPr>
          <p:cNvSpPr txBox="1"/>
          <p:nvPr/>
        </p:nvSpPr>
        <p:spPr>
          <a:xfrm>
            <a:off x="685800" y="1243584"/>
            <a:ext cx="11403086" cy="738664"/>
          </a:xfrm>
          <a:prstGeom prst="rect">
            <a:avLst/>
          </a:prstGeom>
          <a:noFill/>
        </p:spPr>
        <p:txBody>
          <a:bodyPr wrap="square" rtlCol="0">
            <a:spAutoFit/>
          </a:bodyPr>
          <a:lstStyle/>
          <a:p>
            <a:pPr algn="just"/>
            <a:r>
              <a:rPr lang="en-GB" sz="1400" noProof="0" dirty="0">
                <a:latin typeface="Calibri Light" panose="020F0302020204030204" pitchFamily="34" charset="0"/>
              </a:rPr>
              <a:t>In parallel, with a broader timeline, there are some activities such as the implementation of governance structures and policies to establish a consistent and standardized usage of </a:t>
            </a:r>
            <a:r>
              <a:rPr lang="en-GB" sz="1400" noProof="0" dirty="0" err="1">
                <a:latin typeface="Calibri Light" panose="020F0302020204030204" pitchFamily="34" charset="0"/>
              </a:rPr>
              <a:t>DealCloud</a:t>
            </a:r>
            <a:r>
              <a:rPr lang="en-GB" sz="1400" noProof="0" dirty="0">
                <a:latin typeface="Calibri Light" panose="020F0302020204030204" pitchFamily="34" charset="0"/>
              </a:rPr>
              <a:t> that need to happen to lay the foundation for long term data management. </a:t>
            </a:r>
            <a:r>
              <a:rPr lang="en-US" sz="1400" b="1" noProof="0" dirty="0">
                <a:solidFill>
                  <a:srgbClr val="208E9B"/>
                </a:solidFill>
                <a:latin typeface="Calibri Light" panose="020F0302020204030204" pitchFamily="34" charset="0"/>
              </a:rPr>
              <a:t>While Markman Group will provide consultation on some of these, the POC work will be instrumental in enabling and accelerating their completion.</a:t>
            </a:r>
            <a:endParaRPr lang="en-GB" sz="1400" b="1" noProof="0" dirty="0">
              <a:solidFill>
                <a:srgbClr val="208E9B"/>
              </a:solidFill>
              <a:latin typeface="Calibri Light" panose="020F0302020204030204" pitchFamily="34" charset="0"/>
            </a:endParaRPr>
          </a:p>
        </p:txBody>
      </p:sp>
      <p:cxnSp>
        <p:nvCxnSpPr>
          <p:cNvPr id="5" name="Straight Connector 4">
            <a:extLst>
              <a:ext uri="{FF2B5EF4-FFF2-40B4-BE49-F238E27FC236}">
                <a16:creationId xmlns:a16="http://schemas.microsoft.com/office/drawing/2014/main" id="{433124A4-F550-D42C-80CF-0840C8C59E4F}"/>
              </a:ext>
            </a:extLst>
          </p:cNvPr>
          <p:cNvCxnSpPr>
            <a:cxnSpLocks/>
          </p:cNvCxnSpPr>
          <p:nvPr/>
        </p:nvCxnSpPr>
        <p:spPr>
          <a:xfrm>
            <a:off x="6096000" y="2362291"/>
            <a:ext cx="0" cy="4129949"/>
          </a:xfrm>
          <a:prstGeom prst="line">
            <a:avLst/>
          </a:prstGeom>
          <a:ln>
            <a:solidFill>
              <a:srgbClr val="208E9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DFD99F1-9CD8-B039-7D4C-D6BF5D7B78D2}"/>
              </a:ext>
            </a:extLst>
          </p:cNvPr>
          <p:cNvSpPr txBox="1"/>
          <p:nvPr/>
        </p:nvSpPr>
        <p:spPr>
          <a:xfrm>
            <a:off x="810320" y="1988852"/>
            <a:ext cx="5047488" cy="338554"/>
          </a:xfrm>
          <a:prstGeom prst="rect">
            <a:avLst/>
          </a:prstGeom>
          <a:noFill/>
        </p:spPr>
        <p:txBody>
          <a:bodyPr wrap="square" rtlCol="0">
            <a:spAutoFit/>
          </a:bodyPr>
          <a:lstStyle/>
          <a:p>
            <a:r>
              <a:rPr lang="es-ES" sz="1600" b="1" dirty="0" err="1">
                <a:solidFill>
                  <a:srgbClr val="208E9B"/>
                </a:solidFill>
                <a:latin typeface="Calibri Light" panose="020F0302020204030204" pitchFamily="34" charset="0"/>
              </a:rPr>
              <a:t>Governance</a:t>
            </a:r>
            <a:r>
              <a:rPr lang="es-ES" sz="1600" b="1" dirty="0">
                <a:solidFill>
                  <a:srgbClr val="208E9B"/>
                </a:solidFill>
                <a:latin typeface="Calibri Light" panose="020F0302020204030204" pitchFamily="34" charset="0"/>
              </a:rPr>
              <a:t> Framework</a:t>
            </a:r>
          </a:p>
        </p:txBody>
      </p:sp>
      <p:sp>
        <p:nvSpPr>
          <p:cNvPr id="8" name="Hexágono 115">
            <a:extLst>
              <a:ext uri="{FF2B5EF4-FFF2-40B4-BE49-F238E27FC236}">
                <a16:creationId xmlns:a16="http://schemas.microsoft.com/office/drawing/2014/main" id="{0051529C-3F30-DCDD-0757-A9917B18271D}"/>
              </a:ext>
            </a:extLst>
          </p:cNvPr>
          <p:cNvSpPr/>
          <p:nvPr/>
        </p:nvSpPr>
        <p:spPr>
          <a:xfrm>
            <a:off x="275392" y="2839423"/>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graphicFrame>
        <p:nvGraphicFramePr>
          <p:cNvPr id="15" name="Table 14">
            <a:extLst>
              <a:ext uri="{FF2B5EF4-FFF2-40B4-BE49-F238E27FC236}">
                <a16:creationId xmlns:a16="http://schemas.microsoft.com/office/drawing/2014/main" id="{39C969E3-0B85-BA4B-9469-081BE8721606}"/>
              </a:ext>
            </a:extLst>
          </p:cNvPr>
          <p:cNvGraphicFramePr>
            <a:graphicFrameLocks noGrp="1"/>
          </p:cNvGraphicFramePr>
          <p:nvPr>
            <p:extLst>
              <p:ext uri="{D42A27DB-BD31-4B8C-83A1-F6EECF244321}">
                <p14:modId xmlns:p14="http://schemas.microsoft.com/office/powerpoint/2010/main" val="3101954613"/>
              </p:ext>
            </p:extLst>
          </p:nvPr>
        </p:nvGraphicFramePr>
        <p:xfrm>
          <a:off x="875404" y="2371435"/>
          <a:ext cx="4982404" cy="3739254"/>
        </p:xfrm>
        <a:graphic>
          <a:graphicData uri="http://schemas.openxmlformats.org/drawingml/2006/table">
            <a:tbl>
              <a:tblPr firstRow="1" bandRow="1">
                <a:tableStyleId>{5C22544A-7EE6-4342-B048-85BDC9FD1C3A}</a:tableStyleId>
              </a:tblPr>
              <a:tblGrid>
                <a:gridCol w="1571692">
                  <a:extLst>
                    <a:ext uri="{9D8B030D-6E8A-4147-A177-3AD203B41FA5}">
                      <a16:colId xmlns:a16="http://schemas.microsoft.com/office/drawing/2014/main" val="773525726"/>
                    </a:ext>
                  </a:extLst>
                </a:gridCol>
                <a:gridCol w="1618488">
                  <a:extLst>
                    <a:ext uri="{9D8B030D-6E8A-4147-A177-3AD203B41FA5}">
                      <a16:colId xmlns:a16="http://schemas.microsoft.com/office/drawing/2014/main" val="1466932052"/>
                    </a:ext>
                  </a:extLst>
                </a:gridCol>
                <a:gridCol w="905256">
                  <a:extLst>
                    <a:ext uri="{9D8B030D-6E8A-4147-A177-3AD203B41FA5}">
                      <a16:colId xmlns:a16="http://schemas.microsoft.com/office/drawing/2014/main" val="400400973"/>
                    </a:ext>
                  </a:extLst>
                </a:gridCol>
                <a:gridCol w="886968">
                  <a:extLst>
                    <a:ext uri="{9D8B030D-6E8A-4147-A177-3AD203B41FA5}">
                      <a16:colId xmlns:a16="http://schemas.microsoft.com/office/drawing/2014/main" val="2475714945"/>
                    </a:ext>
                  </a:extLst>
                </a:gridCol>
              </a:tblGrid>
              <a:tr h="397068">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err="1">
                          <a:latin typeface="+mj-lt"/>
                        </a:rPr>
                        <a:t>Markman</a:t>
                      </a:r>
                      <a:endParaRPr lang="es-ES" sz="1200" b="1" dirty="0">
                        <a:latin typeface="+mj-lt"/>
                      </a:endParaRP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MET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2341054394"/>
                  </a:ext>
                </a:extLst>
              </a:tr>
              <a:tr h="557031">
                <a:tc>
                  <a:txBody>
                    <a:bodyPr/>
                    <a:lstStyle/>
                    <a:p>
                      <a:r>
                        <a:rPr lang="en-AU" sz="1100" kern="1200" noProof="0" dirty="0">
                          <a:solidFill>
                            <a:schemeClr val="tx1"/>
                          </a:solidFill>
                          <a:latin typeface="Calibri Light" panose="020F0302020204030204" pitchFamily="34" charset="0"/>
                          <a:ea typeface="+mn-ea"/>
                          <a:cs typeface="+mn-cs"/>
                        </a:rPr>
                        <a:t>Identify </a:t>
                      </a:r>
                      <a:r>
                        <a:rPr lang="en-AU" sz="1100" kern="1200" noProof="0" dirty="0" err="1">
                          <a:solidFill>
                            <a:schemeClr val="tx1"/>
                          </a:solidFill>
                          <a:latin typeface="Calibri Light" panose="020F0302020204030204" pitchFamily="34" charset="0"/>
                          <a:ea typeface="+mn-ea"/>
                          <a:cs typeface="+mn-cs"/>
                        </a:rPr>
                        <a:t>DealCloud</a:t>
                      </a:r>
                      <a:r>
                        <a:rPr lang="en-AU" sz="1100" kern="1200" noProof="0" dirty="0">
                          <a:solidFill>
                            <a:schemeClr val="tx1"/>
                          </a:solidFill>
                          <a:latin typeface="Calibri Light" panose="020F0302020204030204" pitchFamily="34" charset="0"/>
                          <a:ea typeface="+mn-ea"/>
                          <a:cs typeface="+mn-cs"/>
                        </a:rPr>
                        <a:t> Data Fields &amp; Structure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Detailed Data Inventory (fields, data types, usage)</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574225574"/>
                  </a:ext>
                </a:extLst>
              </a:tr>
              <a:tr h="557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Identify Data Ownership &amp; Responsibilities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Data Ownership Matrix (RACI)</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598340403"/>
                  </a:ext>
                </a:extLst>
              </a:tr>
              <a:tr h="557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Define Roles &amp; Responsibilities (RACI)</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RACI Matrix (Data Owners, Data Stewards, </a:t>
                      </a:r>
                      <a:r>
                        <a:rPr lang="en-AU" sz="1100" kern="1200" noProof="0" dirty="0" err="1">
                          <a:solidFill>
                            <a:schemeClr val="tx1"/>
                          </a:solidFill>
                          <a:latin typeface="Calibri Light" panose="020F0302020204030204" pitchFamily="34" charset="0"/>
                          <a:ea typeface="+mn-ea"/>
                          <a:cs typeface="+mn-cs"/>
                        </a:rPr>
                        <a:t>DealCloud</a:t>
                      </a:r>
                      <a:r>
                        <a:rPr lang="en-AU" sz="1100" kern="1200" noProof="0" dirty="0">
                          <a:solidFill>
                            <a:schemeClr val="tx1"/>
                          </a:solidFill>
                          <a:latin typeface="Calibri Light" panose="020F0302020204030204" pitchFamily="34" charset="0"/>
                          <a:ea typeface="+mn-ea"/>
                          <a:cs typeface="+mn-cs"/>
                        </a:rPr>
                        <a:t> Support Team)</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90413840"/>
                  </a:ext>
                </a:extLst>
              </a:tr>
              <a:tr h="557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Establish Data Governance Framework</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Data Governance Policy Document (roles, data stewardship processes)</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10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699649706"/>
                  </a:ext>
                </a:extLst>
              </a:tr>
              <a:tr h="557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Develop Data Quality Management Process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Data Quality Framework (checks, issue resolution process)</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89475340"/>
                  </a:ext>
                </a:extLst>
              </a:tr>
              <a:tr h="557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Define Reporting &amp; Dashboard Strategy</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Reporting Framework (standard reports, dashboards, KPIs to track)</a:t>
                      </a: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699932493"/>
                  </a:ext>
                </a:extLst>
              </a:tr>
            </a:tbl>
          </a:graphicData>
        </a:graphic>
      </p:graphicFrame>
      <p:sp>
        <p:nvSpPr>
          <p:cNvPr id="22" name="Hexágono 115">
            <a:extLst>
              <a:ext uri="{FF2B5EF4-FFF2-40B4-BE49-F238E27FC236}">
                <a16:creationId xmlns:a16="http://schemas.microsoft.com/office/drawing/2014/main" id="{F69F3B3B-DFAC-B422-7D0E-41BCFC248A12}"/>
              </a:ext>
            </a:extLst>
          </p:cNvPr>
          <p:cNvSpPr/>
          <p:nvPr/>
        </p:nvSpPr>
        <p:spPr>
          <a:xfrm>
            <a:off x="275392" y="3396530"/>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3" name="Hexágono 115">
            <a:extLst>
              <a:ext uri="{FF2B5EF4-FFF2-40B4-BE49-F238E27FC236}">
                <a16:creationId xmlns:a16="http://schemas.microsoft.com/office/drawing/2014/main" id="{A35451A0-64DE-4A74-E28E-3328AA58EC86}"/>
              </a:ext>
            </a:extLst>
          </p:cNvPr>
          <p:cNvSpPr/>
          <p:nvPr/>
        </p:nvSpPr>
        <p:spPr>
          <a:xfrm>
            <a:off x="275392" y="3953637"/>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4" name="Hexágono 115">
            <a:extLst>
              <a:ext uri="{FF2B5EF4-FFF2-40B4-BE49-F238E27FC236}">
                <a16:creationId xmlns:a16="http://schemas.microsoft.com/office/drawing/2014/main" id="{F7F64BF6-131F-9F6E-3B70-179F37135082}"/>
              </a:ext>
            </a:extLst>
          </p:cNvPr>
          <p:cNvSpPr/>
          <p:nvPr/>
        </p:nvSpPr>
        <p:spPr>
          <a:xfrm>
            <a:off x="275392" y="4510744"/>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4</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5" name="Hexágono 115">
            <a:extLst>
              <a:ext uri="{FF2B5EF4-FFF2-40B4-BE49-F238E27FC236}">
                <a16:creationId xmlns:a16="http://schemas.microsoft.com/office/drawing/2014/main" id="{7D6D42B4-BDFD-B15E-5A5A-C9455EBEA73F}"/>
              </a:ext>
            </a:extLst>
          </p:cNvPr>
          <p:cNvSpPr/>
          <p:nvPr/>
        </p:nvSpPr>
        <p:spPr>
          <a:xfrm>
            <a:off x="275392" y="5624956"/>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6</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6" name="Hexágono 115">
            <a:extLst>
              <a:ext uri="{FF2B5EF4-FFF2-40B4-BE49-F238E27FC236}">
                <a16:creationId xmlns:a16="http://schemas.microsoft.com/office/drawing/2014/main" id="{CB7B1A5B-9FB9-3C72-DFA2-22B31EE1DD51}"/>
              </a:ext>
            </a:extLst>
          </p:cNvPr>
          <p:cNvSpPr/>
          <p:nvPr/>
        </p:nvSpPr>
        <p:spPr>
          <a:xfrm>
            <a:off x="275392" y="5067851"/>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5</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29" name="TextBox 28">
            <a:extLst>
              <a:ext uri="{FF2B5EF4-FFF2-40B4-BE49-F238E27FC236}">
                <a16:creationId xmlns:a16="http://schemas.microsoft.com/office/drawing/2014/main" id="{773B52C1-6F4A-D7E4-74DC-C195BE457C4B}"/>
              </a:ext>
            </a:extLst>
          </p:cNvPr>
          <p:cNvSpPr txBox="1"/>
          <p:nvPr/>
        </p:nvSpPr>
        <p:spPr>
          <a:xfrm>
            <a:off x="875404" y="6182671"/>
            <a:ext cx="4982404" cy="414344"/>
          </a:xfrm>
          <a:prstGeom prst="rect">
            <a:avLst/>
          </a:prstGeom>
          <a:noFill/>
        </p:spPr>
        <p:txBody>
          <a:bodyPr wrap="square">
            <a:spAutoFit/>
          </a:bodyPr>
          <a:lstStyle/>
          <a:p>
            <a:pPr>
              <a:lnSpc>
                <a:spcPct val="107000"/>
              </a:lnSpc>
              <a:spcAft>
                <a:spcPts val="800"/>
              </a:spcAft>
            </a:pPr>
            <a:r>
              <a:rPr lang="en-US" sz="1000" i="1" kern="100" dirty="0">
                <a:effectLst/>
                <a:latin typeface="+mj-lt"/>
                <a:ea typeface="Calibri" panose="020F0502020204030204" pitchFamily="34" charset="0"/>
                <a:cs typeface="Arial" panose="020B0604020202020204" pitchFamily="34" charset="0"/>
              </a:rPr>
              <a:t>*Metropolitan is responsible for aligning and designing process and Markman Group is responsible for developing the compliance check and rules. </a:t>
            </a:r>
            <a:endParaRPr lang="es-ES" sz="1000" i="1" kern="100" dirty="0">
              <a:effectLst/>
              <a:latin typeface="+mj-lt"/>
              <a:ea typeface="Calibri" panose="020F050202020403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052718F2-3092-8F19-2877-0A32D36DAFDC}"/>
              </a:ext>
            </a:extLst>
          </p:cNvPr>
          <p:cNvSpPr txBox="1"/>
          <p:nvPr/>
        </p:nvSpPr>
        <p:spPr>
          <a:xfrm>
            <a:off x="6522272" y="1988852"/>
            <a:ext cx="5047488" cy="338554"/>
          </a:xfrm>
          <a:prstGeom prst="rect">
            <a:avLst/>
          </a:prstGeom>
          <a:noFill/>
        </p:spPr>
        <p:txBody>
          <a:bodyPr wrap="square" rtlCol="0">
            <a:spAutoFit/>
          </a:bodyPr>
          <a:lstStyle/>
          <a:p>
            <a:r>
              <a:rPr lang="en-AU" sz="1600" b="1" noProof="0" dirty="0">
                <a:solidFill>
                  <a:srgbClr val="208E9B"/>
                </a:solidFill>
                <a:latin typeface="Calibri Light" panose="020F0302020204030204" pitchFamily="34" charset="0"/>
              </a:rPr>
              <a:t>Deal Cloud Customization </a:t>
            </a:r>
            <a:r>
              <a:rPr lang="en-AU" sz="1600" b="1" i="1" noProof="0" dirty="0">
                <a:solidFill>
                  <a:srgbClr val="208E9B"/>
                </a:solidFill>
                <a:latin typeface="Calibri Light" panose="020F0302020204030204" pitchFamily="34" charset="0"/>
              </a:rPr>
              <a:t>(Upon Demand)</a:t>
            </a:r>
          </a:p>
        </p:txBody>
      </p:sp>
      <p:sp>
        <p:nvSpPr>
          <p:cNvPr id="33" name="TextBox 32">
            <a:extLst>
              <a:ext uri="{FF2B5EF4-FFF2-40B4-BE49-F238E27FC236}">
                <a16:creationId xmlns:a16="http://schemas.microsoft.com/office/drawing/2014/main" id="{4950806D-C5FA-9ACB-EB24-157A2EE41DA0}"/>
              </a:ext>
            </a:extLst>
          </p:cNvPr>
          <p:cNvSpPr txBox="1"/>
          <p:nvPr/>
        </p:nvSpPr>
        <p:spPr>
          <a:xfrm>
            <a:off x="6215065" y="2389388"/>
            <a:ext cx="5781861" cy="461665"/>
          </a:xfrm>
          <a:prstGeom prst="rect">
            <a:avLst/>
          </a:prstGeom>
          <a:noFill/>
        </p:spPr>
        <p:txBody>
          <a:bodyPr wrap="square" rtlCol="0">
            <a:spAutoFit/>
          </a:bodyPr>
          <a:lstStyle/>
          <a:p>
            <a:pPr algn="just"/>
            <a:r>
              <a:rPr lang="en-US" sz="1200" noProof="0" dirty="0">
                <a:latin typeface="Calibri Light" panose="020F0302020204030204" pitchFamily="34" charset="0"/>
              </a:rPr>
              <a:t>The </a:t>
            </a:r>
            <a:r>
              <a:rPr lang="en-US" sz="1200" noProof="0" dirty="0" err="1">
                <a:latin typeface="Calibri Light" panose="020F0302020204030204" pitchFamily="34" charset="0"/>
              </a:rPr>
              <a:t>DealCloud</a:t>
            </a:r>
            <a:r>
              <a:rPr lang="en-US" sz="1200" noProof="0" dirty="0">
                <a:latin typeface="Calibri Light" panose="020F0302020204030204" pitchFamily="34" charset="0"/>
              </a:rPr>
              <a:t> Customization phase focuses on implementing system changes to align the platform with the firm’s defined workflows, data requirements, and business processes. </a:t>
            </a:r>
            <a:endParaRPr lang="en-GB" sz="1200" noProof="0" dirty="0">
              <a:latin typeface="Calibri Light" panose="020F0302020204030204" pitchFamily="34" charset="0"/>
            </a:endParaRPr>
          </a:p>
        </p:txBody>
      </p:sp>
      <p:sp>
        <p:nvSpPr>
          <p:cNvPr id="34" name="Hexágono 115">
            <a:extLst>
              <a:ext uri="{FF2B5EF4-FFF2-40B4-BE49-F238E27FC236}">
                <a16:creationId xmlns:a16="http://schemas.microsoft.com/office/drawing/2014/main" id="{4877A5D0-1939-AB53-1970-4FA3A1294AB6}"/>
              </a:ext>
            </a:extLst>
          </p:cNvPr>
          <p:cNvSpPr/>
          <p:nvPr/>
        </p:nvSpPr>
        <p:spPr>
          <a:xfrm>
            <a:off x="6334192" y="3001056"/>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1600" b="1" i="0" u="none" strike="noStrike" kern="0" cap="none" spc="0" normalizeH="0" baseline="0" noProof="0" dirty="0">
                <a:ln>
                  <a:noFill/>
                </a:ln>
                <a:solidFill>
                  <a:srgbClr val="208E9B"/>
                </a:solidFill>
                <a:effectLst/>
                <a:uLnTx/>
                <a:uFillTx/>
                <a:latin typeface="Arial"/>
                <a:ea typeface="+mn-ea"/>
                <a:cs typeface="+mn-cs"/>
              </a:rPr>
              <a:t>1</a:t>
            </a:r>
          </a:p>
        </p:txBody>
      </p:sp>
      <p:sp>
        <p:nvSpPr>
          <p:cNvPr id="35" name="Hexágono 115">
            <a:extLst>
              <a:ext uri="{FF2B5EF4-FFF2-40B4-BE49-F238E27FC236}">
                <a16:creationId xmlns:a16="http://schemas.microsoft.com/office/drawing/2014/main" id="{312DEDC2-1B7A-834C-BB82-7BD236F6F444}"/>
              </a:ext>
            </a:extLst>
          </p:cNvPr>
          <p:cNvSpPr/>
          <p:nvPr/>
        </p:nvSpPr>
        <p:spPr>
          <a:xfrm>
            <a:off x="6334192" y="3670495"/>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2</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36" name="Hexágono 115">
            <a:extLst>
              <a:ext uri="{FF2B5EF4-FFF2-40B4-BE49-F238E27FC236}">
                <a16:creationId xmlns:a16="http://schemas.microsoft.com/office/drawing/2014/main" id="{22C1D7C6-2742-737D-C773-3EEFE9B16DF4}"/>
              </a:ext>
            </a:extLst>
          </p:cNvPr>
          <p:cNvSpPr/>
          <p:nvPr/>
        </p:nvSpPr>
        <p:spPr>
          <a:xfrm>
            <a:off x="6334192" y="4617633"/>
            <a:ext cx="504000" cy="396000"/>
          </a:xfrm>
          <a:prstGeom prst="hexagon">
            <a:avLst>
              <a:gd name="adj" fmla="val 28821"/>
              <a:gd name="vf" fmla="val 115470"/>
            </a:avLst>
          </a:prstGeom>
          <a:solidFill>
            <a:schemeClr val="bg1"/>
          </a:solidFill>
          <a:ln w="1905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1" kern="0" dirty="0">
                <a:solidFill>
                  <a:srgbClr val="208E9B"/>
                </a:solidFill>
                <a:latin typeface="Arial"/>
              </a:rPr>
              <a:t>3</a:t>
            </a:r>
            <a:endParaRPr kumimoji="0" lang="es-ES" sz="1600" b="1" i="0" u="none" strike="noStrike" kern="0" cap="none" spc="0" normalizeH="0" baseline="0" noProof="0" dirty="0">
              <a:ln>
                <a:noFill/>
              </a:ln>
              <a:solidFill>
                <a:srgbClr val="208E9B"/>
              </a:solidFill>
              <a:effectLst/>
              <a:uLnTx/>
              <a:uFillTx/>
              <a:latin typeface="Arial"/>
              <a:ea typeface="+mn-ea"/>
              <a:cs typeface="+mn-cs"/>
            </a:endParaRPr>
          </a:p>
        </p:txBody>
      </p:sp>
      <p:sp>
        <p:nvSpPr>
          <p:cNvPr id="37" name="TextBox 36">
            <a:extLst>
              <a:ext uri="{FF2B5EF4-FFF2-40B4-BE49-F238E27FC236}">
                <a16:creationId xmlns:a16="http://schemas.microsoft.com/office/drawing/2014/main" id="{A925D54F-F8B6-329F-3CCF-46C6702256EF}"/>
              </a:ext>
            </a:extLst>
          </p:cNvPr>
          <p:cNvSpPr txBox="1"/>
          <p:nvPr/>
        </p:nvSpPr>
        <p:spPr>
          <a:xfrm>
            <a:off x="6838194" y="2968223"/>
            <a:ext cx="5158732" cy="461665"/>
          </a:xfrm>
          <a:prstGeom prst="rect">
            <a:avLst/>
          </a:prstGeom>
          <a:noFill/>
        </p:spPr>
        <p:txBody>
          <a:bodyPr wrap="square" rtlCol="0">
            <a:spAutoFit/>
          </a:bodyPr>
          <a:lstStyle/>
          <a:p>
            <a:pPr algn="just"/>
            <a:r>
              <a:rPr lang="en-US" sz="1200" b="1" noProof="0" dirty="0">
                <a:solidFill>
                  <a:srgbClr val="208E9B"/>
                </a:solidFill>
                <a:latin typeface="Calibri Light" panose="020F0302020204030204" pitchFamily="34" charset="0"/>
              </a:rPr>
              <a:t>Markman Group </a:t>
            </a:r>
            <a:r>
              <a:rPr lang="en-US" sz="1200" noProof="0" dirty="0">
                <a:latin typeface="Calibri Light" panose="020F0302020204030204" pitchFamily="34" charset="0"/>
              </a:rPr>
              <a:t>would be responsible of analyzing current integration points and delivering integration map (efforts started during assessment phase)</a:t>
            </a:r>
            <a:endParaRPr lang="en-GB" sz="1200" noProof="0" dirty="0">
              <a:latin typeface="Calibri Light" panose="020F0302020204030204" pitchFamily="34" charset="0"/>
            </a:endParaRPr>
          </a:p>
        </p:txBody>
      </p:sp>
      <p:sp>
        <p:nvSpPr>
          <p:cNvPr id="38" name="TextBox 37">
            <a:extLst>
              <a:ext uri="{FF2B5EF4-FFF2-40B4-BE49-F238E27FC236}">
                <a16:creationId xmlns:a16="http://schemas.microsoft.com/office/drawing/2014/main" id="{F780AEA8-B993-E9FE-3FF4-FAE574B8CCA3}"/>
              </a:ext>
            </a:extLst>
          </p:cNvPr>
          <p:cNvSpPr txBox="1"/>
          <p:nvPr/>
        </p:nvSpPr>
        <p:spPr>
          <a:xfrm>
            <a:off x="6838193" y="3670495"/>
            <a:ext cx="5158732" cy="830997"/>
          </a:xfrm>
          <a:prstGeom prst="rect">
            <a:avLst/>
          </a:prstGeom>
          <a:noFill/>
        </p:spPr>
        <p:txBody>
          <a:bodyPr wrap="square" rtlCol="0">
            <a:spAutoFit/>
          </a:bodyPr>
          <a:lstStyle/>
          <a:p>
            <a:pPr algn="just"/>
            <a:r>
              <a:rPr lang="en-US" sz="1200" b="1" noProof="0" dirty="0">
                <a:solidFill>
                  <a:srgbClr val="208E9B"/>
                </a:solidFill>
                <a:latin typeface="Calibri Light" panose="020F0302020204030204" pitchFamily="34" charset="0"/>
              </a:rPr>
              <a:t>Metropolitan </a:t>
            </a:r>
            <a:r>
              <a:rPr lang="en-US" sz="1200" dirty="0">
                <a:latin typeface="Calibri Light" panose="020F0302020204030204" pitchFamily="34" charset="0"/>
              </a:rPr>
              <a:t>would be responsible of designing optimized workflows for each team. Standardize fields and structures and onboarding teams to </a:t>
            </a:r>
            <a:r>
              <a:rPr lang="en-US" sz="1200" dirty="0" err="1">
                <a:latin typeface="Calibri Light" panose="020F0302020204030204" pitchFamily="34" charset="0"/>
              </a:rPr>
              <a:t>DealCloud</a:t>
            </a:r>
            <a:r>
              <a:rPr lang="en-US" sz="1200" dirty="0">
                <a:latin typeface="Calibri Light" panose="020F0302020204030204" pitchFamily="34" charset="0"/>
              </a:rPr>
              <a:t>. Once Deal Cloud customizes the system Metropolitan would be responsible of testing and leading training efforts.  </a:t>
            </a:r>
            <a:endParaRPr lang="en-GB" sz="1200" dirty="0">
              <a:latin typeface="Calibri Light" panose="020F0302020204030204" pitchFamily="34" charset="0"/>
            </a:endParaRPr>
          </a:p>
        </p:txBody>
      </p:sp>
      <p:sp>
        <p:nvSpPr>
          <p:cNvPr id="40" name="TextBox 39">
            <a:extLst>
              <a:ext uri="{FF2B5EF4-FFF2-40B4-BE49-F238E27FC236}">
                <a16:creationId xmlns:a16="http://schemas.microsoft.com/office/drawing/2014/main" id="{BA588C07-55EA-3F2B-E670-8C672C78751A}"/>
              </a:ext>
            </a:extLst>
          </p:cNvPr>
          <p:cNvSpPr txBox="1"/>
          <p:nvPr/>
        </p:nvSpPr>
        <p:spPr>
          <a:xfrm>
            <a:off x="6838193" y="4592930"/>
            <a:ext cx="5158732" cy="461665"/>
          </a:xfrm>
          <a:prstGeom prst="rect">
            <a:avLst/>
          </a:prstGeom>
          <a:noFill/>
        </p:spPr>
        <p:txBody>
          <a:bodyPr wrap="square" rtlCol="0">
            <a:spAutoFit/>
          </a:bodyPr>
          <a:lstStyle/>
          <a:p>
            <a:pPr algn="just"/>
            <a:r>
              <a:rPr lang="en-US" sz="1200" b="1" noProof="0" dirty="0" err="1">
                <a:solidFill>
                  <a:srgbClr val="208E9B"/>
                </a:solidFill>
                <a:latin typeface="Calibri Light" panose="020F0302020204030204" pitchFamily="34" charset="0"/>
              </a:rPr>
              <a:t>DealCloud</a:t>
            </a:r>
            <a:r>
              <a:rPr lang="en-US" sz="1200" b="1" noProof="0" dirty="0">
                <a:solidFill>
                  <a:srgbClr val="208E9B"/>
                </a:solidFill>
                <a:latin typeface="Calibri Light" panose="020F0302020204030204" pitchFamily="34" charset="0"/>
              </a:rPr>
              <a:t> </a:t>
            </a:r>
            <a:r>
              <a:rPr lang="en-US" sz="1200" dirty="0">
                <a:latin typeface="Calibri Light" panose="020F0302020204030204" pitchFamily="34" charset="0"/>
              </a:rPr>
              <a:t>would be responsible of configuring fields &amp; structures in system. Customizing workflows and implementing role-based access controls</a:t>
            </a:r>
            <a:endParaRPr lang="en-GB" sz="1200" dirty="0">
              <a:latin typeface="Calibri Light" panose="020F0302020204030204" pitchFamily="34" charset="0"/>
            </a:endParaRPr>
          </a:p>
        </p:txBody>
      </p:sp>
      <p:sp>
        <p:nvSpPr>
          <p:cNvPr id="42" name="TextBox 41">
            <a:extLst>
              <a:ext uri="{FF2B5EF4-FFF2-40B4-BE49-F238E27FC236}">
                <a16:creationId xmlns:a16="http://schemas.microsoft.com/office/drawing/2014/main" id="{9F7CFC47-50CE-0327-253B-4E2567AF2870}"/>
              </a:ext>
            </a:extLst>
          </p:cNvPr>
          <p:cNvSpPr txBox="1"/>
          <p:nvPr/>
        </p:nvSpPr>
        <p:spPr>
          <a:xfrm>
            <a:off x="6215064" y="5970545"/>
            <a:ext cx="5781861" cy="461665"/>
          </a:xfrm>
          <a:prstGeom prst="rect">
            <a:avLst/>
          </a:prstGeom>
          <a:noFill/>
        </p:spPr>
        <p:txBody>
          <a:bodyPr wrap="square" rtlCol="0">
            <a:spAutoFit/>
          </a:bodyPr>
          <a:lstStyle/>
          <a:p>
            <a:pPr algn="just"/>
            <a:r>
              <a:rPr lang="en-US" sz="1200" noProof="0" dirty="0">
                <a:latin typeface="Calibri Light" panose="020F0302020204030204" pitchFamily="34" charset="0"/>
              </a:rPr>
              <a:t>This phase will be executed in parallel with governance efforts, ensuring a structured yet flexible approach to improving </a:t>
            </a:r>
            <a:r>
              <a:rPr lang="en-US" sz="1200" noProof="0" dirty="0" err="1">
                <a:latin typeface="Calibri Light" panose="020F0302020204030204" pitchFamily="34" charset="0"/>
              </a:rPr>
              <a:t>DealCloud’s</a:t>
            </a:r>
            <a:r>
              <a:rPr lang="en-US" sz="1200" noProof="0" dirty="0">
                <a:latin typeface="Calibri Light" panose="020F0302020204030204" pitchFamily="34" charset="0"/>
              </a:rPr>
              <a:t> usability and effectiveness.</a:t>
            </a:r>
            <a:endParaRPr lang="en-GB" sz="1200" noProof="0" dirty="0">
              <a:latin typeface="Calibri Light" panose="020F0302020204030204" pitchFamily="34" charset="0"/>
            </a:endParaRPr>
          </a:p>
        </p:txBody>
      </p:sp>
      <p:sp>
        <p:nvSpPr>
          <p:cNvPr id="44" name="TextBox 43">
            <a:extLst>
              <a:ext uri="{FF2B5EF4-FFF2-40B4-BE49-F238E27FC236}">
                <a16:creationId xmlns:a16="http://schemas.microsoft.com/office/drawing/2014/main" id="{85DF5E4B-548D-A65B-5C98-A577BBA7A0EE}"/>
              </a:ext>
            </a:extLst>
          </p:cNvPr>
          <p:cNvSpPr txBox="1"/>
          <p:nvPr/>
        </p:nvSpPr>
        <p:spPr>
          <a:xfrm>
            <a:off x="6215065" y="5172780"/>
            <a:ext cx="5781860" cy="579005"/>
          </a:xfrm>
          <a:prstGeom prst="rect">
            <a:avLst/>
          </a:prstGeom>
          <a:noFill/>
        </p:spPr>
        <p:txBody>
          <a:bodyPr wrap="square">
            <a:spAutoFit/>
          </a:bodyPr>
          <a:lstStyle/>
          <a:p>
            <a:pPr>
              <a:lnSpc>
                <a:spcPct val="107000"/>
              </a:lnSpc>
            </a:pPr>
            <a:r>
              <a:rPr lang="en-US" sz="1000" i="1" kern="100" dirty="0">
                <a:effectLst/>
                <a:latin typeface="+mj-lt"/>
                <a:ea typeface="Calibri" panose="020F0502020204030204" pitchFamily="34" charset="0"/>
                <a:cs typeface="Arial" panose="020B0604020202020204" pitchFamily="34" charset="0"/>
              </a:rPr>
              <a:t>*Additional detail in the Annex</a:t>
            </a:r>
          </a:p>
          <a:p>
            <a:pPr>
              <a:lnSpc>
                <a:spcPct val="107000"/>
              </a:lnSpc>
              <a:spcAft>
                <a:spcPts val="800"/>
              </a:spcAft>
            </a:pPr>
            <a:r>
              <a:rPr lang="en-US" sz="1000" i="1" kern="100" dirty="0">
                <a:latin typeface="+mj-lt"/>
                <a:ea typeface="Calibri" panose="020F0502020204030204" pitchFamily="34" charset="0"/>
                <a:cs typeface="Arial" panose="020B0604020202020204" pitchFamily="34" charset="0"/>
              </a:rPr>
              <a:t>** Consultancy hours have not been included in all activities because we understand that will be managed by Metropolitan, however if required additional hours can be budgeted and included for this purpose. </a:t>
            </a:r>
            <a:endParaRPr lang="es-ES" sz="1000" i="1" kern="100" dirty="0">
              <a:effectLst/>
              <a:latin typeface="+mj-l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45041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E764-A35F-59FD-62B2-9025C4EBCDA2}"/>
            </a:ext>
          </a:extLst>
        </p:cNvPr>
        <p:cNvGrpSpPr/>
        <p:nvPr/>
      </p:nvGrpSpPr>
      <p:grpSpPr>
        <a:xfrm>
          <a:off x="0" y="0"/>
          <a:ext cx="0" cy="0"/>
          <a:chOff x="0" y="0"/>
          <a:chExt cx="0" cy="0"/>
        </a:xfrm>
      </p:grpSpPr>
      <p:sp>
        <p:nvSpPr>
          <p:cNvPr id="50" name="Snip Diagonal Corner Rectangle 7">
            <a:extLst>
              <a:ext uri="{FF2B5EF4-FFF2-40B4-BE49-F238E27FC236}">
                <a16:creationId xmlns:a16="http://schemas.microsoft.com/office/drawing/2014/main" id="{5BEA989B-1C99-5AB7-D1E5-9EA5391F2FA4}"/>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4A9C2B21-8A18-35B7-31D7-21C59D38D722}"/>
              </a:ext>
            </a:extLst>
          </p:cNvPr>
          <p:cNvSpPr txBox="1"/>
          <p:nvPr/>
        </p:nvSpPr>
        <p:spPr>
          <a:xfrm>
            <a:off x="129857" y="361246"/>
            <a:ext cx="11932285" cy="430887"/>
          </a:xfrm>
          <a:prstGeom prst="rect">
            <a:avLst/>
          </a:prstGeom>
          <a:noFill/>
          <a:ln>
            <a:noFill/>
          </a:ln>
        </p:spPr>
        <p:txBody>
          <a:bodyPr wrap="square" lIns="0" tIns="0" rIns="0" bIns="0" rtlCol="0" anchor="t">
            <a:spAutoFit/>
          </a:bodyPr>
          <a:lstStyle/>
          <a:p>
            <a:pPr algn="ctr"/>
            <a:r>
              <a:rPr lang="en-US" sz="2800" cap="all" spc="600" dirty="0">
                <a:solidFill>
                  <a:schemeClr val="bg1"/>
                </a:solidFill>
                <a:latin typeface="Josefin Sans SemiBold"/>
              </a:rPr>
              <a:t>Main DELIVERABLES &amp; BENEFITS</a:t>
            </a:r>
          </a:p>
        </p:txBody>
      </p:sp>
      <p:sp>
        <p:nvSpPr>
          <p:cNvPr id="4" name="Slide Number Placeholder 5">
            <a:extLst>
              <a:ext uri="{FF2B5EF4-FFF2-40B4-BE49-F238E27FC236}">
                <a16:creationId xmlns:a16="http://schemas.microsoft.com/office/drawing/2014/main" id="{EB945FCF-16F2-E0FD-751B-34042282DCD6}"/>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 sz="750" b="0" i="0" u="none" strike="noStrike" kern="1200" cap="none" spc="0" normalizeH="0" baseline="0">
              <a:ln>
                <a:noFill/>
              </a:ln>
              <a:solidFill>
                <a:srgbClr val="000000"/>
              </a:solidFill>
              <a:effectLst/>
              <a:uLnTx/>
              <a:uFillTx/>
              <a:ea typeface="+mn-ea"/>
              <a:cs typeface="+mn-cs"/>
            </a:endParaRPr>
          </a:p>
        </p:txBody>
      </p:sp>
      <p:pic>
        <p:nvPicPr>
          <p:cNvPr id="2" name="Picture 1">
            <a:extLst>
              <a:ext uri="{FF2B5EF4-FFF2-40B4-BE49-F238E27FC236}">
                <a16:creationId xmlns:a16="http://schemas.microsoft.com/office/drawing/2014/main" id="{A13636AE-88F1-1F2D-3E3C-E8E624E2F026}"/>
              </a:ext>
            </a:extLst>
          </p:cNvPr>
          <p:cNvPicPr>
            <a:picLocks noChangeAspect="1"/>
          </p:cNvPicPr>
          <p:nvPr/>
        </p:nvPicPr>
        <p:blipFill>
          <a:blip r:embed="rId2"/>
          <a:stretch>
            <a:fillRect/>
          </a:stretch>
        </p:blipFill>
        <p:spPr>
          <a:xfrm>
            <a:off x="725367" y="1736139"/>
            <a:ext cx="789190" cy="756000"/>
          </a:xfrm>
          <a:prstGeom prst="rect">
            <a:avLst/>
          </a:prstGeom>
        </p:spPr>
      </p:pic>
      <p:sp>
        <p:nvSpPr>
          <p:cNvPr id="3" name="TextBox 2">
            <a:extLst>
              <a:ext uri="{FF2B5EF4-FFF2-40B4-BE49-F238E27FC236}">
                <a16:creationId xmlns:a16="http://schemas.microsoft.com/office/drawing/2014/main" id="{8DE7D611-AE0C-DC1C-1700-8580F46670BE}"/>
              </a:ext>
            </a:extLst>
          </p:cNvPr>
          <p:cNvSpPr txBox="1"/>
          <p:nvPr/>
        </p:nvSpPr>
        <p:spPr>
          <a:xfrm>
            <a:off x="725367" y="1270757"/>
            <a:ext cx="4770177" cy="338554"/>
          </a:xfrm>
          <a:prstGeom prst="rect">
            <a:avLst/>
          </a:prstGeom>
          <a:noFill/>
        </p:spPr>
        <p:txBody>
          <a:bodyPr wrap="square" rtlCol="0">
            <a:spAutoFit/>
          </a:bodyPr>
          <a:lstStyle/>
          <a:p>
            <a:r>
              <a:rPr lang="en-AU" sz="1600" b="1" noProof="0">
                <a:solidFill>
                  <a:srgbClr val="208E9B"/>
                </a:solidFill>
                <a:latin typeface="Calibri Light" panose="020F0302020204030204" pitchFamily="34" charset="0"/>
              </a:rPr>
              <a:t>Quick Wins Main Deliverables</a:t>
            </a:r>
          </a:p>
        </p:txBody>
      </p:sp>
      <p:pic>
        <p:nvPicPr>
          <p:cNvPr id="9" name="Picture 8">
            <a:extLst>
              <a:ext uri="{FF2B5EF4-FFF2-40B4-BE49-F238E27FC236}">
                <a16:creationId xmlns:a16="http://schemas.microsoft.com/office/drawing/2014/main" id="{B9619B66-04AB-A62B-307E-C5BF90EB118B}"/>
              </a:ext>
            </a:extLst>
          </p:cNvPr>
          <p:cNvPicPr>
            <a:picLocks noChangeAspect="1"/>
          </p:cNvPicPr>
          <p:nvPr/>
        </p:nvPicPr>
        <p:blipFill>
          <a:blip r:embed="rId3"/>
          <a:stretch>
            <a:fillRect/>
          </a:stretch>
        </p:blipFill>
        <p:spPr>
          <a:xfrm>
            <a:off x="725366" y="2589051"/>
            <a:ext cx="789191" cy="756000"/>
          </a:xfrm>
          <a:prstGeom prst="rect">
            <a:avLst/>
          </a:prstGeom>
        </p:spPr>
      </p:pic>
      <p:pic>
        <p:nvPicPr>
          <p:cNvPr id="10" name="Picture 9">
            <a:extLst>
              <a:ext uri="{FF2B5EF4-FFF2-40B4-BE49-F238E27FC236}">
                <a16:creationId xmlns:a16="http://schemas.microsoft.com/office/drawing/2014/main" id="{FC2307FC-59D3-AA12-0148-0BFA6A3B2D8D}"/>
              </a:ext>
            </a:extLst>
          </p:cNvPr>
          <p:cNvPicPr>
            <a:picLocks noChangeAspect="1"/>
          </p:cNvPicPr>
          <p:nvPr/>
        </p:nvPicPr>
        <p:blipFill>
          <a:blip r:embed="rId4"/>
          <a:stretch>
            <a:fillRect/>
          </a:stretch>
        </p:blipFill>
        <p:spPr>
          <a:xfrm>
            <a:off x="725366" y="3432806"/>
            <a:ext cx="789191" cy="756000"/>
          </a:xfrm>
          <a:prstGeom prst="rect">
            <a:avLst/>
          </a:prstGeom>
        </p:spPr>
      </p:pic>
      <p:pic>
        <p:nvPicPr>
          <p:cNvPr id="18" name="Picture 17">
            <a:extLst>
              <a:ext uri="{FF2B5EF4-FFF2-40B4-BE49-F238E27FC236}">
                <a16:creationId xmlns:a16="http://schemas.microsoft.com/office/drawing/2014/main" id="{351EEED3-6E0C-6366-9AB1-03E62B7C2942}"/>
              </a:ext>
            </a:extLst>
          </p:cNvPr>
          <p:cNvPicPr>
            <a:picLocks noChangeAspect="1"/>
          </p:cNvPicPr>
          <p:nvPr/>
        </p:nvPicPr>
        <p:blipFill>
          <a:blip r:embed="rId5"/>
          <a:stretch>
            <a:fillRect/>
          </a:stretch>
        </p:blipFill>
        <p:spPr>
          <a:xfrm>
            <a:off x="725366" y="4270774"/>
            <a:ext cx="789191" cy="756307"/>
          </a:xfrm>
          <a:prstGeom prst="rect">
            <a:avLst/>
          </a:prstGeom>
        </p:spPr>
      </p:pic>
      <p:pic>
        <p:nvPicPr>
          <p:cNvPr id="19" name="Picture 18">
            <a:extLst>
              <a:ext uri="{FF2B5EF4-FFF2-40B4-BE49-F238E27FC236}">
                <a16:creationId xmlns:a16="http://schemas.microsoft.com/office/drawing/2014/main" id="{23976B15-6F84-7DE0-24EE-F7E9B8080DF0}"/>
              </a:ext>
            </a:extLst>
          </p:cNvPr>
          <p:cNvPicPr>
            <a:picLocks noChangeAspect="1"/>
          </p:cNvPicPr>
          <p:nvPr/>
        </p:nvPicPr>
        <p:blipFill>
          <a:blip r:embed="rId6"/>
          <a:stretch>
            <a:fillRect/>
          </a:stretch>
        </p:blipFill>
        <p:spPr>
          <a:xfrm>
            <a:off x="725366" y="5109049"/>
            <a:ext cx="789191" cy="756001"/>
          </a:xfrm>
          <a:prstGeom prst="rect">
            <a:avLst/>
          </a:prstGeom>
        </p:spPr>
      </p:pic>
      <p:pic>
        <p:nvPicPr>
          <p:cNvPr id="20" name="Picture 19">
            <a:extLst>
              <a:ext uri="{FF2B5EF4-FFF2-40B4-BE49-F238E27FC236}">
                <a16:creationId xmlns:a16="http://schemas.microsoft.com/office/drawing/2014/main" id="{979D5EA9-75CE-9518-617C-A50FDA4B964B}"/>
              </a:ext>
            </a:extLst>
          </p:cNvPr>
          <p:cNvPicPr>
            <a:picLocks noChangeAspect="1"/>
          </p:cNvPicPr>
          <p:nvPr/>
        </p:nvPicPr>
        <p:blipFill>
          <a:blip r:embed="rId7"/>
          <a:stretch>
            <a:fillRect/>
          </a:stretch>
        </p:blipFill>
        <p:spPr>
          <a:xfrm>
            <a:off x="725366" y="5947018"/>
            <a:ext cx="789191" cy="756001"/>
          </a:xfrm>
          <a:prstGeom prst="rect">
            <a:avLst/>
          </a:prstGeom>
        </p:spPr>
      </p:pic>
      <p:sp>
        <p:nvSpPr>
          <p:cNvPr id="23" name="TextBox 22">
            <a:extLst>
              <a:ext uri="{FF2B5EF4-FFF2-40B4-BE49-F238E27FC236}">
                <a16:creationId xmlns:a16="http://schemas.microsoft.com/office/drawing/2014/main" id="{6089BE28-096E-D8E6-A133-E61271D80925}"/>
              </a:ext>
            </a:extLst>
          </p:cNvPr>
          <p:cNvSpPr txBox="1"/>
          <p:nvPr/>
        </p:nvSpPr>
        <p:spPr>
          <a:xfrm>
            <a:off x="1645919" y="1690061"/>
            <a:ext cx="3849625" cy="830997"/>
          </a:xfrm>
          <a:prstGeom prst="rect">
            <a:avLst/>
          </a:prstGeom>
          <a:noFill/>
        </p:spPr>
        <p:txBody>
          <a:bodyPr wrap="square" rtlCol="0">
            <a:spAutoFit/>
          </a:bodyPr>
          <a:lstStyle/>
          <a:p>
            <a:r>
              <a:rPr lang="en-US" sz="1200" b="1" dirty="0">
                <a:solidFill>
                  <a:schemeClr val="accent6">
                    <a:lumMod val="40000"/>
                    <a:lumOff val="60000"/>
                  </a:schemeClr>
                </a:solidFill>
                <a:latin typeface="Josefin Sans SemiBold" pitchFamily="2" charset="0"/>
                <a:sym typeface="Arial"/>
              </a:rPr>
              <a:t>METDATA ARCHITECTURE TECHNICAL SET UP </a:t>
            </a:r>
            <a:endParaRPr lang="en-AU" sz="1200" noProof="1">
              <a:latin typeface="+mj-lt"/>
            </a:endParaRPr>
          </a:p>
          <a:p>
            <a:pPr marL="285750" indent="-285750">
              <a:buFont typeface="Arial" panose="020B0604020202020204" pitchFamily="34" charset="0"/>
              <a:buChar char="•"/>
            </a:pPr>
            <a:r>
              <a:rPr lang="en-AU" sz="1200" noProof="1">
                <a:latin typeface="+mj-lt"/>
              </a:rPr>
              <a:t>Infrastructure Setup with API connection and automated data flows</a:t>
            </a:r>
          </a:p>
          <a:p>
            <a:pPr marL="285750" indent="-285750">
              <a:buFont typeface="Arial" panose="020B0604020202020204" pitchFamily="34" charset="0"/>
              <a:buChar char="•"/>
            </a:pPr>
            <a:r>
              <a:rPr lang="en-AU" sz="1200" noProof="1">
                <a:latin typeface="+mj-lt"/>
              </a:rPr>
              <a:t>Architecture Blueprint</a:t>
            </a:r>
          </a:p>
        </p:txBody>
      </p:sp>
      <p:sp>
        <p:nvSpPr>
          <p:cNvPr id="24" name="TextBox 23">
            <a:extLst>
              <a:ext uri="{FF2B5EF4-FFF2-40B4-BE49-F238E27FC236}">
                <a16:creationId xmlns:a16="http://schemas.microsoft.com/office/drawing/2014/main" id="{9D0E93AA-DD2F-6BF0-F50E-522E2186D5AA}"/>
              </a:ext>
            </a:extLst>
          </p:cNvPr>
          <p:cNvSpPr txBox="1"/>
          <p:nvPr/>
        </p:nvSpPr>
        <p:spPr>
          <a:xfrm>
            <a:off x="1645919" y="2736218"/>
            <a:ext cx="3849625" cy="461665"/>
          </a:xfrm>
          <a:prstGeom prst="rect">
            <a:avLst/>
          </a:prstGeom>
          <a:noFill/>
        </p:spPr>
        <p:txBody>
          <a:bodyPr wrap="square" rtlCol="0">
            <a:spAutoFit/>
          </a:bodyPr>
          <a:lstStyle/>
          <a:p>
            <a:pPr marR="0" lvl="0" algn="just">
              <a:buClr>
                <a:srgbClr val="2F5496"/>
              </a:buClr>
            </a:pPr>
            <a:r>
              <a:rPr lang="en-US" sz="1200" b="1" dirty="0">
                <a:solidFill>
                  <a:srgbClr val="1A7B73"/>
                </a:solidFill>
                <a:latin typeface="Josefin Sans SemiBold" pitchFamily="2" charset="0"/>
              </a:rPr>
              <a:t>DATA CLEANSING FOR DEAL DATA</a:t>
            </a:r>
          </a:p>
          <a:p>
            <a:pPr marL="285750" indent="-285750">
              <a:buFont typeface="Arial" panose="020B0604020202020204" pitchFamily="34" charset="0"/>
              <a:buChar char="•"/>
            </a:pPr>
            <a:r>
              <a:rPr lang="en-AU" sz="1200" noProof="1">
                <a:latin typeface="+mj-lt"/>
              </a:rPr>
              <a:t>Deal Cloud Data Directory</a:t>
            </a:r>
          </a:p>
        </p:txBody>
      </p:sp>
      <p:sp>
        <p:nvSpPr>
          <p:cNvPr id="25" name="TextBox 24">
            <a:extLst>
              <a:ext uri="{FF2B5EF4-FFF2-40B4-BE49-F238E27FC236}">
                <a16:creationId xmlns:a16="http://schemas.microsoft.com/office/drawing/2014/main" id="{3E316F81-8205-490B-14A3-A7E24C865597}"/>
              </a:ext>
            </a:extLst>
          </p:cNvPr>
          <p:cNvSpPr txBox="1"/>
          <p:nvPr/>
        </p:nvSpPr>
        <p:spPr>
          <a:xfrm>
            <a:off x="1645919" y="3475574"/>
            <a:ext cx="4770176" cy="646331"/>
          </a:xfrm>
          <a:prstGeom prst="rect">
            <a:avLst/>
          </a:prstGeom>
          <a:noFill/>
        </p:spPr>
        <p:txBody>
          <a:bodyPr wrap="square" rtlCol="0">
            <a:spAutoFit/>
          </a:bodyPr>
          <a:lstStyle/>
          <a:p>
            <a:pPr>
              <a:buClr>
                <a:srgbClr val="2F5496"/>
              </a:buClr>
            </a:pPr>
            <a:r>
              <a:rPr lang="en-US" sz="1200" b="1" dirty="0">
                <a:solidFill>
                  <a:srgbClr val="208E9B"/>
                </a:solidFill>
                <a:latin typeface="Josefin Sans SemiBold" pitchFamily="2" charset="0"/>
              </a:rPr>
              <a:t>DATA QUALITY MONITORING &amp; REPORTING DASHBOARD</a:t>
            </a:r>
            <a:endParaRPr lang="en-US" sz="1200" b="1" dirty="0">
              <a:solidFill>
                <a:srgbClr val="208E9B"/>
              </a:solidFill>
            </a:endParaRPr>
          </a:p>
          <a:p>
            <a:pPr marL="285750" indent="-285750">
              <a:buFont typeface="Arial" panose="020B0604020202020204" pitchFamily="34" charset="0"/>
              <a:buChar char="•"/>
            </a:pPr>
            <a:r>
              <a:rPr lang="en-AU" sz="1200" noProof="1">
                <a:latin typeface="+mj-lt"/>
              </a:rPr>
              <a:t>List of Data Quality KPIs</a:t>
            </a:r>
          </a:p>
          <a:p>
            <a:pPr marL="285750" indent="-285750">
              <a:buFont typeface="Arial" panose="020B0604020202020204" pitchFamily="34" charset="0"/>
              <a:buChar char="•"/>
            </a:pPr>
            <a:r>
              <a:rPr lang="en-AU" sz="1200" noProof="1">
                <a:latin typeface="+mj-lt"/>
              </a:rPr>
              <a:t>Interactive PowerBI Data Quality Report with Drill-Down capabilities</a:t>
            </a:r>
          </a:p>
        </p:txBody>
      </p:sp>
      <p:sp>
        <p:nvSpPr>
          <p:cNvPr id="29" name="TextBox 28">
            <a:extLst>
              <a:ext uri="{FF2B5EF4-FFF2-40B4-BE49-F238E27FC236}">
                <a16:creationId xmlns:a16="http://schemas.microsoft.com/office/drawing/2014/main" id="{933B66FA-EACB-9BA6-7A14-2122A3DD0163}"/>
              </a:ext>
            </a:extLst>
          </p:cNvPr>
          <p:cNvSpPr txBox="1"/>
          <p:nvPr/>
        </p:nvSpPr>
        <p:spPr>
          <a:xfrm>
            <a:off x="1645919" y="4325761"/>
            <a:ext cx="4770176" cy="646331"/>
          </a:xfrm>
          <a:prstGeom prst="rect">
            <a:avLst/>
          </a:prstGeom>
          <a:noFill/>
        </p:spPr>
        <p:txBody>
          <a:bodyPr wrap="square" rtlCol="0">
            <a:spAutoFit/>
          </a:bodyPr>
          <a:lstStyle/>
          <a:p>
            <a:pPr>
              <a:buClr>
                <a:srgbClr val="2F5496"/>
              </a:buClr>
            </a:pPr>
            <a:r>
              <a:rPr lang="es-ES" sz="1200" b="1" dirty="0">
                <a:solidFill>
                  <a:srgbClr val="112A48"/>
                </a:solidFill>
                <a:latin typeface="Josefin Sans SemiBold"/>
              </a:rPr>
              <a:t>AUTOMATED EMAIL NOTIFICATIONS</a:t>
            </a:r>
            <a:endParaRPr lang="en-US" sz="1200" b="1" dirty="0">
              <a:solidFill>
                <a:srgbClr val="208E9B"/>
              </a:solidFill>
            </a:endParaRPr>
          </a:p>
          <a:p>
            <a:pPr marL="285750" indent="-285750">
              <a:buFont typeface="Arial" panose="020B0604020202020204" pitchFamily="34" charset="0"/>
              <a:buChar char="•"/>
            </a:pPr>
            <a:r>
              <a:rPr lang="en-AU" sz="1200" noProof="1">
                <a:latin typeface="+mj-lt"/>
              </a:rPr>
              <a:t>Workflow Design documents</a:t>
            </a:r>
          </a:p>
          <a:p>
            <a:pPr marL="285750" indent="-285750">
              <a:buFont typeface="Arial" panose="020B0604020202020204" pitchFamily="34" charset="0"/>
              <a:buChar char="•"/>
            </a:pPr>
            <a:r>
              <a:rPr lang="en-AU" sz="1200" noProof="1">
                <a:latin typeface="+mj-lt"/>
              </a:rPr>
              <a:t>Automated emails for data quality alerts</a:t>
            </a:r>
          </a:p>
        </p:txBody>
      </p:sp>
      <p:sp>
        <p:nvSpPr>
          <p:cNvPr id="30" name="TextBox 29">
            <a:extLst>
              <a:ext uri="{FF2B5EF4-FFF2-40B4-BE49-F238E27FC236}">
                <a16:creationId xmlns:a16="http://schemas.microsoft.com/office/drawing/2014/main" id="{D33426E8-CFEE-30BA-CD6F-0A31E303EE09}"/>
              </a:ext>
            </a:extLst>
          </p:cNvPr>
          <p:cNvSpPr txBox="1"/>
          <p:nvPr/>
        </p:nvSpPr>
        <p:spPr>
          <a:xfrm>
            <a:off x="1645919" y="5175948"/>
            <a:ext cx="4770176" cy="659283"/>
          </a:xfrm>
          <a:prstGeom prst="rect">
            <a:avLst/>
          </a:prstGeom>
          <a:noFill/>
        </p:spPr>
        <p:txBody>
          <a:bodyPr wrap="square" rtlCol="0">
            <a:spAutoFit/>
          </a:bodyPr>
          <a:lstStyle/>
          <a:p>
            <a:pPr marR="0" lvl="0">
              <a:lnSpc>
                <a:spcPct val="107000"/>
              </a:lnSpc>
              <a:spcBef>
                <a:spcPts val="1200"/>
              </a:spcBef>
            </a:pPr>
            <a:r>
              <a:rPr lang="en-US" sz="1200" b="1" dirty="0">
                <a:solidFill>
                  <a:srgbClr val="208E9B"/>
                </a:solidFill>
                <a:latin typeface="Josefin Sans SemiBold" pitchFamily="2" charset="0"/>
              </a:rPr>
              <a:t>AUTOMATION OF PIPELINE AND FUNNEL REPORTS</a:t>
            </a:r>
          </a:p>
          <a:p>
            <a:pPr marL="285750" indent="-285750">
              <a:buFont typeface="Arial" panose="020B0604020202020204" pitchFamily="34" charset="0"/>
              <a:buChar char="•"/>
            </a:pPr>
            <a:r>
              <a:rPr lang="en-AU" sz="1200" noProof="1">
                <a:latin typeface="+mj-lt"/>
              </a:rPr>
              <a:t>Automated Pipeline Dashboard</a:t>
            </a:r>
          </a:p>
          <a:p>
            <a:pPr marL="285750" indent="-285750">
              <a:buFont typeface="Arial" panose="020B0604020202020204" pitchFamily="34" charset="0"/>
              <a:buChar char="•"/>
            </a:pPr>
            <a:r>
              <a:rPr lang="en-AU" sz="1200" noProof="1">
                <a:latin typeface="+mj-lt"/>
              </a:rPr>
              <a:t>Automated Funnel Dashboard </a:t>
            </a:r>
          </a:p>
        </p:txBody>
      </p:sp>
      <p:sp>
        <p:nvSpPr>
          <p:cNvPr id="35" name="TextBox 34">
            <a:extLst>
              <a:ext uri="{FF2B5EF4-FFF2-40B4-BE49-F238E27FC236}">
                <a16:creationId xmlns:a16="http://schemas.microsoft.com/office/drawing/2014/main" id="{21EB6563-05EF-522D-0CE6-7AEA4A9AF7C0}"/>
              </a:ext>
            </a:extLst>
          </p:cNvPr>
          <p:cNvSpPr txBox="1"/>
          <p:nvPr/>
        </p:nvSpPr>
        <p:spPr>
          <a:xfrm>
            <a:off x="1645919" y="6001852"/>
            <a:ext cx="4770176" cy="646331"/>
          </a:xfrm>
          <a:prstGeom prst="rect">
            <a:avLst/>
          </a:prstGeom>
          <a:noFill/>
        </p:spPr>
        <p:txBody>
          <a:bodyPr wrap="square" rtlCol="0">
            <a:spAutoFit/>
          </a:bodyPr>
          <a:lstStyle/>
          <a:p>
            <a:pPr marR="0" lvl="0">
              <a:buClr>
                <a:srgbClr val="2F5496"/>
              </a:buClr>
            </a:pPr>
            <a:r>
              <a:rPr lang="en-US" sz="1200" b="1" dirty="0">
                <a:solidFill>
                  <a:srgbClr val="1A7B73"/>
                </a:solidFill>
                <a:latin typeface="Josefin Sans SemiBold" pitchFamily="2" charset="0"/>
              </a:rPr>
              <a:t>TRAINING AND CHANGE MANAGEMENT</a:t>
            </a:r>
            <a:endParaRPr lang="bg-BG" sz="1200" b="1" dirty="0">
              <a:solidFill>
                <a:srgbClr val="1A7B73"/>
              </a:solidFill>
            </a:endParaRPr>
          </a:p>
          <a:p>
            <a:pPr marL="285750" indent="-285750">
              <a:buFont typeface="Arial" panose="020B0604020202020204" pitchFamily="34" charset="0"/>
              <a:buChar char="•"/>
            </a:pPr>
            <a:r>
              <a:rPr lang="en-AU" sz="1200" noProof="1">
                <a:latin typeface="+mj-lt"/>
              </a:rPr>
              <a:t>Training Manuals &amp; Guides</a:t>
            </a:r>
          </a:p>
          <a:p>
            <a:pPr marL="285750" indent="-285750">
              <a:buFont typeface="Arial" panose="020B0604020202020204" pitchFamily="34" charset="0"/>
              <a:buChar char="•"/>
            </a:pPr>
            <a:r>
              <a:rPr lang="en-AU" sz="1200" noProof="1">
                <a:latin typeface="+mj-lt"/>
              </a:rPr>
              <a:t>Training Sessions</a:t>
            </a:r>
          </a:p>
        </p:txBody>
      </p:sp>
      <p:sp>
        <p:nvSpPr>
          <p:cNvPr id="36" name="Hexágono 87">
            <a:extLst>
              <a:ext uri="{FF2B5EF4-FFF2-40B4-BE49-F238E27FC236}">
                <a16:creationId xmlns:a16="http://schemas.microsoft.com/office/drawing/2014/main" id="{9DFDEAEA-EABA-0276-A237-E0D04C8AF684}"/>
              </a:ext>
            </a:extLst>
          </p:cNvPr>
          <p:cNvSpPr/>
          <p:nvPr/>
        </p:nvSpPr>
        <p:spPr>
          <a:xfrm rot="9000000">
            <a:off x="8839368" y="3213540"/>
            <a:ext cx="750899" cy="661649"/>
          </a:xfrm>
          <a:prstGeom prst="hexagon">
            <a:avLst>
              <a:gd name="adj" fmla="val 28821"/>
              <a:gd name="vf" fmla="val 115470"/>
            </a:avLst>
          </a:prstGeom>
          <a:solidFill>
            <a:srgbClr val="FFFFFF"/>
          </a:solidFill>
          <a:ln w="6350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8" name="Conector recto 99">
            <a:extLst>
              <a:ext uri="{FF2B5EF4-FFF2-40B4-BE49-F238E27FC236}">
                <a16:creationId xmlns:a16="http://schemas.microsoft.com/office/drawing/2014/main" id="{9201A792-36F5-EABC-E501-BBBC7FD07B75}"/>
              </a:ext>
            </a:extLst>
          </p:cNvPr>
          <p:cNvCxnSpPr>
            <a:cxnSpLocks/>
          </p:cNvCxnSpPr>
          <p:nvPr/>
        </p:nvCxnSpPr>
        <p:spPr>
          <a:xfrm>
            <a:off x="7781469" y="4546438"/>
            <a:ext cx="597941" cy="0"/>
          </a:xfrm>
          <a:prstGeom prst="line">
            <a:avLst/>
          </a:prstGeom>
          <a:solidFill>
            <a:srgbClr val="FFFFFF"/>
          </a:solidFill>
          <a:ln w="63500" cap="rnd" cmpd="sng" algn="ctr">
            <a:solidFill>
              <a:schemeClr val="bg1">
                <a:lumMod val="65000"/>
              </a:schemeClr>
            </a:solidFill>
            <a:prstDash val="solid"/>
            <a:round/>
          </a:ln>
          <a:effectLst/>
        </p:spPr>
      </p:cxnSp>
      <p:cxnSp>
        <p:nvCxnSpPr>
          <p:cNvPr id="39" name="Conector recto 100">
            <a:extLst>
              <a:ext uri="{FF2B5EF4-FFF2-40B4-BE49-F238E27FC236}">
                <a16:creationId xmlns:a16="http://schemas.microsoft.com/office/drawing/2014/main" id="{A6A6BDBA-366A-1739-85CA-EBBA14EF3713}"/>
              </a:ext>
            </a:extLst>
          </p:cNvPr>
          <p:cNvCxnSpPr>
            <a:cxnSpLocks/>
          </p:cNvCxnSpPr>
          <p:nvPr/>
        </p:nvCxnSpPr>
        <p:spPr>
          <a:xfrm flipV="1">
            <a:off x="7561626" y="3699774"/>
            <a:ext cx="299724" cy="490890"/>
          </a:xfrm>
          <a:prstGeom prst="line">
            <a:avLst/>
          </a:prstGeom>
          <a:solidFill>
            <a:srgbClr val="FFFFFF"/>
          </a:solidFill>
          <a:ln w="63500" cap="rnd" cmpd="sng" algn="ctr">
            <a:solidFill>
              <a:schemeClr val="bg1">
                <a:lumMod val="65000"/>
              </a:schemeClr>
            </a:solidFill>
            <a:prstDash val="solid"/>
            <a:round/>
          </a:ln>
          <a:effectLst/>
        </p:spPr>
      </p:cxnSp>
      <p:cxnSp>
        <p:nvCxnSpPr>
          <p:cNvPr id="40" name="Conector recto 101">
            <a:extLst>
              <a:ext uri="{FF2B5EF4-FFF2-40B4-BE49-F238E27FC236}">
                <a16:creationId xmlns:a16="http://schemas.microsoft.com/office/drawing/2014/main" id="{88CE6B9B-0858-68BD-BC12-1684F58BA2AC}"/>
              </a:ext>
            </a:extLst>
          </p:cNvPr>
          <p:cNvCxnSpPr>
            <a:cxnSpLocks/>
            <a:stCxn id="69" idx="4"/>
          </p:cNvCxnSpPr>
          <p:nvPr/>
        </p:nvCxnSpPr>
        <p:spPr>
          <a:xfrm flipV="1">
            <a:off x="7781469" y="3820347"/>
            <a:ext cx="941609" cy="490848"/>
          </a:xfrm>
          <a:prstGeom prst="line">
            <a:avLst/>
          </a:prstGeom>
          <a:solidFill>
            <a:srgbClr val="FFFFFF"/>
          </a:solidFill>
          <a:ln w="63500" cap="rnd" cmpd="sng" algn="ctr">
            <a:solidFill>
              <a:schemeClr val="bg1">
                <a:lumMod val="65000"/>
              </a:schemeClr>
            </a:solidFill>
            <a:prstDash val="solid"/>
            <a:round/>
          </a:ln>
          <a:effectLst/>
        </p:spPr>
      </p:cxnSp>
      <p:cxnSp>
        <p:nvCxnSpPr>
          <p:cNvPr id="41" name="Conector recto 102">
            <a:extLst>
              <a:ext uri="{FF2B5EF4-FFF2-40B4-BE49-F238E27FC236}">
                <a16:creationId xmlns:a16="http://schemas.microsoft.com/office/drawing/2014/main" id="{854A0FEE-80E8-7E67-90D2-2E15107BBA4B}"/>
              </a:ext>
            </a:extLst>
          </p:cNvPr>
          <p:cNvCxnSpPr>
            <a:cxnSpLocks/>
            <a:stCxn id="69" idx="3"/>
          </p:cNvCxnSpPr>
          <p:nvPr/>
        </p:nvCxnSpPr>
        <p:spPr>
          <a:xfrm flipV="1">
            <a:off x="7341141" y="3023771"/>
            <a:ext cx="1" cy="1033610"/>
          </a:xfrm>
          <a:prstGeom prst="line">
            <a:avLst/>
          </a:prstGeom>
          <a:solidFill>
            <a:srgbClr val="FFFFFF"/>
          </a:solidFill>
          <a:ln w="63500" cap="rnd" cmpd="sng" algn="ctr">
            <a:solidFill>
              <a:schemeClr val="bg1">
                <a:lumMod val="65000"/>
              </a:schemeClr>
            </a:solidFill>
            <a:prstDash val="solid"/>
            <a:round/>
          </a:ln>
          <a:effectLst/>
        </p:spPr>
      </p:cxnSp>
      <p:sp>
        <p:nvSpPr>
          <p:cNvPr id="42" name="Hexágono 104">
            <a:extLst>
              <a:ext uri="{FF2B5EF4-FFF2-40B4-BE49-F238E27FC236}">
                <a16:creationId xmlns:a16="http://schemas.microsoft.com/office/drawing/2014/main" id="{6999FB47-4B2E-B541-7C65-9C875A845475}"/>
              </a:ext>
            </a:extLst>
          </p:cNvPr>
          <p:cNvSpPr/>
          <p:nvPr/>
        </p:nvSpPr>
        <p:spPr>
          <a:xfrm rot="5400000">
            <a:off x="6633467" y="3896048"/>
            <a:ext cx="1415348" cy="1289367"/>
          </a:xfrm>
          <a:prstGeom prst="hexagon">
            <a:avLst>
              <a:gd name="adj" fmla="val 28821"/>
              <a:gd name="vf" fmla="val 115470"/>
            </a:avLst>
          </a:prstGeom>
          <a:solidFill>
            <a:srgbClr val="FFFFFF"/>
          </a:solidFill>
          <a:ln w="63500" cap="flat" cmpd="sng" algn="ctr">
            <a:solidFill>
              <a:schemeClr val="bg1">
                <a:lumMod val="65000"/>
              </a:schemeClr>
            </a:solidFill>
            <a:prstDash val="solid"/>
            <a:roun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5EB8"/>
              </a:solidFill>
              <a:effectLst/>
              <a:uLnTx/>
              <a:uFillTx/>
              <a:latin typeface="Arial"/>
              <a:ea typeface="+mn-ea"/>
              <a:cs typeface="+mn-cs"/>
            </a:endParaRPr>
          </a:p>
        </p:txBody>
      </p:sp>
      <p:sp>
        <p:nvSpPr>
          <p:cNvPr id="43" name="Arco de bloque 111">
            <a:extLst>
              <a:ext uri="{FF2B5EF4-FFF2-40B4-BE49-F238E27FC236}">
                <a16:creationId xmlns:a16="http://schemas.microsoft.com/office/drawing/2014/main" id="{06E6DAB9-FD61-BE83-AE9F-849F454FD7D4}"/>
              </a:ext>
            </a:extLst>
          </p:cNvPr>
          <p:cNvSpPr/>
          <p:nvPr/>
        </p:nvSpPr>
        <p:spPr>
          <a:xfrm rot="17964461">
            <a:off x="7669113" y="3945043"/>
            <a:ext cx="122252" cy="122252"/>
          </a:xfrm>
          <a:prstGeom prst="blockArc">
            <a:avLst>
              <a:gd name="adj1" fmla="val 10800000"/>
              <a:gd name="adj2" fmla="val 16199742"/>
              <a:gd name="adj3" fmla="val 29165"/>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5EB8"/>
              </a:solidFill>
              <a:effectLst/>
              <a:uLnTx/>
              <a:uFillTx/>
              <a:latin typeface="Arial"/>
              <a:ea typeface="+mn-ea"/>
              <a:cs typeface="+mn-cs"/>
            </a:endParaRPr>
          </a:p>
        </p:txBody>
      </p:sp>
      <p:sp>
        <p:nvSpPr>
          <p:cNvPr id="44" name="Arco de bloque 112">
            <a:extLst>
              <a:ext uri="{FF2B5EF4-FFF2-40B4-BE49-F238E27FC236}">
                <a16:creationId xmlns:a16="http://schemas.microsoft.com/office/drawing/2014/main" id="{E2EF1A91-5FFD-9711-482E-BA5FB1256F94}"/>
              </a:ext>
            </a:extLst>
          </p:cNvPr>
          <p:cNvSpPr/>
          <p:nvPr/>
        </p:nvSpPr>
        <p:spPr>
          <a:xfrm rot="18016225" flipV="1">
            <a:off x="7589405" y="3895023"/>
            <a:ext cx="122252" cy="122252"/>
          </a:xfrm>
          <a:prstGeom prst="blockArc">
            <a:avLst>
              <a:gd name="adj1" fmla="val 10800000"/>
              <a:gd name="adj2" fmla="val 16199742"/>
              <a:gd name="adj3" fmla="val 29165"/>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5EB8"/>
              </a:solidFill>
              <a:effectLst/>
              <a:uLnTx/>
              <a:uFillTx/>
              <a:latin typeface="Arial"/>
              <a:ea typeface="+mn-ea"/>
              <a:cs typeface="+mn-cs"/>
            </a:endParaRPr>
          </a:p>
        </p:txBody>
      </p:sp>
      <p:sp>
        <p:nvSpPr>
          <p:cNvPr id="45" name="Arco de bloque 113">
            <a:extLst>
              <a:ext uri="{FF2B5EF4-FFF2-40B4-BE49-F238E27FC236}">
                <a16:creationId xmlns:a16="http://schemas.microsoft.com/office/drawing/2014/main" id="{CDB3DF5F-9B2E-DE64-1FC6-96907034E2CF}"/>
              </a:ext>
            </a:extLst>
          </p:cNvPr>
          <p:cNvSpPr/>
          <p:nvPr/>
        </p:nvSpPr>
        <p:spPr>
          <a:xfrm rot="21368976">
            <a:off x="7971121" y="4530224"/>
            <a:ext cx="122252" cy="122252"/>
          </a:xfrm>
          <a:prstGeom prst="blockArc">
            <a:avLst>
              <a:gd name="adj1" fmla="val 10800000"/>
              <a:gd name="adj2" fmla="val 16199742"/>
              <a:gd name="adj3" fmla="val 29165"/>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5EB8"/>
              </a:solidFill>
              <a:effectLst/>
              <a:uLnTx/>
              <a:uFillTx/>
              <a:latin typeface="Arial"/>
              <a:ea typeface="+mn-ea"/>
              <a:cs typeface="+mn-cs"/>
            </a:endParaRPr>
          </a:p>
        </p:txBody>
      </p:sp>
      <p:sp>
        <p:nvSpPr>
          <p:cNvPr id="46" name="Arco de bloque 114">
            <a:extLst>
              <a:ext uri="{FF2B5EF4-FFF2-40B4-BE49-F238E27FC236}">
                <a16:creationId xmlns:a16="http://schemas.microsoft.com/office/drawing/2014/main" id="{5AB4482F-79C6-95E4-96EC-5497E52F5D75}"/>
              </a:ext>
            </a:extLst>
          </p:cNvPr>
          <p:cNvSpPr/>
          <p:nvPr/>
        </p:nvSpPr>
        <p:spPr>
          <a:xfrm rot="21420740" flipV="1">
            <a:off x="7969236" y="4438776"/>
            <a:ext cx="122252" cy="122252"/>
          </a:xfrm>
          <a:prstGeom prst="blockArc">
            <a:avLst>
              <a:gd name="adj1" fmla="val 10800000"/>
              <a:gd name="adj2" fmla="val 16199742"/>
              <a:gd name="adj3" fmla="val 29165"/>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5EB8"/>
              </a:solidFill>
              <a:effectLst/>
              <a:uLnTx/>
              <a:uFillTx/>
              <a:latin typeface="Arial"/>
              <a:ea typeface="+mn-ea"/>
              <a:cs typeface="+mn-cs"/>
            </a:endParaRPr>
          </a:p>
        </p:txBody>
      </p:sp>
      <p:sp>
        <p:nvSpPr>
          <p:cNvPr id="47" name="Hexágono 115">
            <a:extLst>
              <a:ext uri="{FF2B5EF4-FFF2-40B4-BE49-F238E27FC236}">
                <a16:creationId xmlns:a16="http://schemas.microsoft.com/office/drawing/2014/main" id="{FFBA514D-5F16-7A78-8857-84D32F6EB353}"/>
              </a:ext>
            </a:extLst>
          </p:cNvPr>
          <p:cNvSpPr/>
          <p:nvPr/>
        </p:nvSpPr>
        <p:spPr>
          <a:xfrm rot="5400000">
            <a:off x="6982301" y="2141894"/>
            <a:ext cx="726297" cy="661649"/>
          </a:xfrm>
          <a:prstGeom prst="hexagon">
            <a:avLst>
              <a:gd name="adj" fmla="val 28821"/>
              <a:gd name="vf" fmla="val 115470"/>
            </a:avLst>
          </a:prstGeom>
          <a:solidFill>
            <a:schemeClr val="bg1"/>
          </a:solidFill>
          <a:ln w="6350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48" name="Elipse 116">
            <a:extLst>
              <a:ext uri="{FF2B5EF4-FFF2-40B4-BE49-F238E27FC236}">
                <a16:creationId xmlns:a16="http://schemas.microsoft.com/office/drawing/2014/main" id="{BBF0B26F-0DF1-53FD-536F-4962CC9F7490}"/>
              </a:ext>
            </a:extLst>
          </p:cNvPr>
          <p:cNvSpPr/>
          <p:nvPr/>
        </p:nvSpPr>
        <p:spPr>
          <a:xfrm>
            <a:off x="7310392" y="2912727"/>
            <a:ext cx="61497" cy="61497"/>
          </a:xfrm>
          <a:prstGeom prst="ellipse">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51" name="Hexágono 117">
            <a:extLst>
              <a:ext uri="{FF2B5EF4-FFF2-40B4-BE49-F238E27FC236}">
                <a16:creationId xmlns:a16="http://schemas.microsoft.com/office/drawing/2014/main" id="{509E462D-34D1-540C-7324-F2FD869A2267}"/>
              </a:ext>
            </a:extLst>
          </p:cNvPr>
          <p:cNvSpPr/>
          <p:nvPr/>
        </p:nvSpPr>
        <p:spPr>
          <a:xfrm rot="9000000">
            <a:off x="7743817" y="2910634"/>
            <a:ext cx="740406" cy="661649"/>
          </a:xfrm>
          <a:prstGeom prst="hexagon">
            <a:avLst>
              <a:gd name="adj" fmla="val 28821"/>
              <a:gd name="vf" fmla="val 115470"/>
            </a:avLst>
          </a:prstGeom>
          <a:solidFill>
            <a:srgbClr val="FFFFFF"/>
          </a:solidFill>
          <a:ln w="6350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52" name="Elipse 118">
            <a:extLst>
              <a:ext uri="{FF2B5EF4-FFF2-40B4-BE49-F238E27FC236}">
                <a16:creationId xmlns:a16="http://schemas.microsoft.com/office/drawing/2014/main" id="{924B8A2F-67CA-7AAE-D1B0-61AC80A6F63E}"/>
              </a:ext>
            </a:extLst>
          </p:cNvPr>
          <p:cNvSpPr/>
          <p:nvPr/>
        </p:nvSpPr>
        <p:spPr>
          <a:xfrm rot="3600000">
            <a:off x="7875685" y="3597773"/>
            <a:ext cx="61497" cy="61497"/>
          </a:xfrm>
          <a:prstGeom prst="ellipse">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53" name="Hexágono 119">
            <a:extLst>
              <a:ext uri="{FF2B5EF4-FFF2-40B4-BE49-F238E27FC236}">
                <a16:creationId xmlns:a16="http://schemas.microsoft.com/office/drawing/2014/main" id="{0E6B3A08-1FBD-9F02-D8C3-DFBDB734F6D8}"/>
              </a:ext>
            </a:extLst>
          </p:cNvPr>
          <p:cNvSpPr/>
          <p:nvPr/>
        </p:nvSpPr>
        <p:spPr>
          <a:xfrm rot="12600000">
            <a:off x="8526147" y="4204895"/>
            <a:ext cx="747368" cy="661649"/>
          </a:xfrm>
          <a:prstGeom prst="hexagon">
            <a:avLst>
              <a:gd name="adj" fmla="val 28821"/>
              <a:gd name="vf" fmla="val 115470"/>
            </a:avLst>
          </a:prstGeom>
          <a:solidFill>
            <a:srgbClr val="FFFFFF"/>
          </a:solidFill>
          <a:ln w="63500" cap="rnd">
            <a:solidFill>
              <a:srgbClr val="208E9B"/>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54" name="Elipse 120">
            <a:extLst>
              <a:ext uri="{FF2B5EF4-FFF2-40B4-BE49-F238E27FC236}">
                <a16:creationId xmlns:a16="http://schemas.microsoft.com/office/drawing/2014/main" id="{06B4F44D-CE9E-C1C3-C808-8DDD3E1D35E3}"/>
              </a:ext>
            </a:extLst>
          </p:cNvPr>
          <p:cNvSpPr/>
          <p:nvPr/>
        </p:nvSpPr>
        <p:spPr>
          <a:xfrm rot="7200000">
            <a:off x="8427067" y="4516987"/>
            <a:ext cx="61497" cy="61497"/>
          </a:xfrm>
          <a:prstGeom prst="ellipse">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55" name="Elipse 121">
            <a:extLst>
              <a:ext uri="{FF2B5EF4-FFF2-40B4-BE49-F238E27FC236}">
                <a16:creationId xmlns:a16="http://schemas.microsoft.com/office/drawing/2014/main" id="{216814C5-B430-69FD-4CB4-2C238A2DB39B}"/>
              </a:ext>
            </a:extLst>
          </p:cNvPr>
          <p:cNvSpPr/>
          <p:nvPr/>
        </p:nvSpPr>
        <p:spPr>
          <a:xfrm rot="3600000">
            <a:off x="8763574" y="3751412"/>
            <a:ext cx="61497" cy="61497"/>
          </a:xfrm>
          <a:prstGeom prst="ellipse">
            <a:avLst/>
          </a:prstGeom>
          <a:solidFill>
            <a:schemeClr val="bg1">
              <a:lumMod val="65000"/>
            </a:schemeClr>
          </a:solidFill>
          <a:ln w="12700" cap="flat" cmpd="sng" algn="ctr">
            <a:solidFill>
              <a:schemeClr val="bg1">
                <a:lumMod val="65000"/>
              </a:schemeClr>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cxnSp>
        <p:nvCxnSpPr>
          <p:cNvPr id="58" name="Conector recto 128">
            <a:extLst>
              <a:ext uri="{FF2B5EF4-FFF2-40B4-BE49-F238E27FC236}">
                <a16:creationId xmlns:a16="http://schemas.microsoft.com/office/drawing/2014/main" id="{F2A7D961-65D4-2EB9-22BF-0799B58454DC}"/>
              </a:ext>
            </a:extLst>
          </p:cNvPr>
          <p:cNvCxnSpPr>
            <a:cxnSpLocks/>
          </p:cNvCxnSpPr>
          <p:nvPr/>
        </p:nvCxnSpPr>
        <p:spPr>
          <a:xfrm flipH="1">
            <a:off x="7813503" y="1841699"/>
            <a:ext cx="1785" cy="788007"/>
          </a:xfrm>
          <a:prstGeom prst="line">
            <a:avLst/>
          </a:prstGeom>
          <a:noFill/>
          <a:ln w="3175" cap="flat" cmpd="sng" algn="ctr">
            <a:solidFill>
              <a:srgbClr val="1A7B73"/>
            </a:solidFill>
            <a:prstDash val="solid"/>
            <a:miter lim="800000"/>
          </a:ln>
          <a:effectLst/>
        </p:spPr>
      </p:cxnSp>
      <p:cxnSp>
        <p:nvCxnSpPr>
          <p:cNvPr id="59" name="Conector recto 130">
            <a:extLst>
              <a:ext uri="{FF2B5EF4-FFF2-40B4-BE49-F238E27FC236}">
                <a16:creationId xmlns:a16="http://schemas.microsoft.com/office/drawing/2014/main" id="{5FEB46F3-77D3-EAC4-820D-3AFB3AF6D527}"/>
              </a:ext>
            </a:extLst>
          </p:cNvPr>
          <p:cNvCxnSpPr>
            <a:cxnSpLocks/>
          </p:cNvCxnSpPr>
          <p:nvPr/>
        </p:nvCxnSpPr>
        <p:spPr>
          <a:xfrm>
            <a:off x="8587842" y="2463569"/>
            <a:ext cx="0" cy="445434"/>
          </a:xfrm>
          <a:prstGeom prst="line">
            <a:avLst/>
          </a:prstGeom>
          <a:noFill/>
          <a:ln w="3175" cap="flat" cmpd="sng" algn="ctr">
            <a:solidFill>
              <a:srgbClr val="208E9B"/>
            </a:solidFill>
            <a:prstDash val="solid"/>
            <a:miter lim="800000"/>
          </a:ln>
          <a:effectLst/>
        </p:spPr>
      </p:cxnSp>
      <p:cxnSp>
        <p:nvCxnSpPr>
          <p:cNvPr id="60" name="Conector recto 132">
            <a:extLst>
              <a:ext uri="{FF2B5EF4-FFF2-40B4-BE49-F238E27FC236}">
                <a16:creationId xmlns:a16="http://schemas.microsoft.com/office/drawing/2014/main" id="{8717B914-FCA9-55C5-4AFA-0EE854253742}"/>
              </a:ext>
            </a:extLst>
          </p:cNvPr>
          <p:cNvCxnSpPr>
            <a:cxnSpLocks/>
          </p:cNvCxnSpPr>
          <p:nvPr/>
        </p:nvCxnSpPr>
        <p:spPr>
          <a:xfrm>
            <a:off x="9659839" y="3287602"/>
            <a:ext cx="0" cy="721672"/>
          </a:xfrm>
          <a:prstGeom prst="line">
            <a:avLst/>
          </a:prstGeom>
          <a:noFill/>
          <a:ln w="3175" cap="flat" cmpd="sng" algn="ctr">
            <a:solidFill>
              <a:srgbClr val="208E9B"/>
            </a:solidFill>
            <a:prstDash val="solid"/>
            <a:miter lim="800000"/>
          </a:ln>
          <a:effectLst/>
        </p:spPr>
      </p:cxnSp>
      <p:cxnSp>
        <p:nvCxnSpPr>
          <p:cNvPr id="61" name="Conector recto 139">
            <a:extLst>
              <a:ext uri="{FF2B5EF4-FFF2-40B4-BE49-F238E27FC236}">
                <a16:creationId xmlns:a16="http://schemas.microsoft.com/office/drawing/2014/main" id="{358B1757-C1F8-ADA0-9D8D-9C2D6468BCEB}"/>
              </a:ext>
            </a:extLst>
          </p:cNvPr>
          <p:cNvCxnSpPr>
            <a:cxnSpLocks/>
          </p:cNvCxnSpPr>
          <p:nvPr/>
        </p:nvCxnSpPr>
        <p:spPr>
          <a:xfrm>
            <a:off x="9344560" y="4323531"/>
            <a:ext cx="0" cy="665824"/>
          </a:xfrm>
          <a:prstGeom prst="line">
            <a:avLst/>
          </a:prstGeom>
          <a:noFill/>
          <a:ln w="3175" cap="flat" cmpd="sng" algn="ctr">
            <a:solidFill>
              <a:srgbClr val="208E9B"/>
            </a:solidFill>
            <a:prstDash val="solid"/>
            <a:miter lim="800000"/>
          </a:ln>
          <a:effectLst/>
        </p:spPr>
      </p:cxnSp>
      <p:pic>
        <p:nvPicPr>
          <p:cNvPr id="63" name="Gráfico 150" descr="Público de destino">
            <a:extLst>
              <a:ext uri="{FF2B5EF4-FFF2-40B4-BE49-F238E27FC236}">
                <a16:creationId xmlns:a16="http://schemas.microsoft.com/office/drawing/2014/main" id="{439F8F63-C53B-E9DD-AEE7-7E0CA62AC7CD}"/>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897988" y="3027338"/>
            <a:ext cx="432065" cy="432065"/>
          </a:xfrm>
          <a:prstGeom prst="rect">
            <a:avLst/>
          </a:prstGeom>
        </p:spPr>
      </p:pic>
      <p:sp>
        <p:nvSpPr>
          <p:cNvPr id="64" name="Elipse 155">
            <a:extLst>
              <a:ext uri="{FF2B5EF4-FFF2-40B4-BE49-F238E27FC236}">
                <a16:creationId xmlns:a16="http://schemas.microsoft.com/office/drawing/2014/main" id="{E164FC5E-0074-4AC8-AE99-C6ADE49F8F87}"/>
              </a:ext>
            </a:extLst>
          </p:cNvPr>
          <p:cNvSpPr/>
          <p:nvPr/>
        </p:nvSpPr>
        <p:spPr>
          <a:xfrm>
            <a:off x="8020373" y="3116452"/>
            <a:ext cx="183450" cy="183450"/>
          </a:xfrm>
          <a:prstGeom prst="ellipse">
            <a:avLst/>
          </a:prstGeom>
          <a:noFill/>
          <a:ln w="38100" cap="flat" cmpd="sng" algn="ctr">
            <a:solidFill>
              <a:srgbClr val="208E9B"/>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sp>
        <p:nvSpPr>
          <p:cNvPr id="65" name="Elipse 156">
            <a:extLst>
              <a:ext uri="{FF2B5EF4-FFF2-40B4-BE49-F238E27FC236}">
                <a16:creationId xmlns:a16="http://schemas.microsoft.com/office/drawing/2014/main" id="{2CC62526-4384-E30A-544C-3A7A37DFB4C4}"/>
              </a:ext>
            </a:extLst>
          </p:cNvPr>
          <p:cNvSpPr/>
          <p:nvPr/>
        </p:nvSpPr>
        <p:spPr>
          <a:xfrm>
            <a:off x="8799654" y="4453020"/>
            <a:ext cx="189776" cy="1897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pic>
        <p:nvPicPr>
          <p:cNvPr id="68" name="Gráfico 193" descr="Bombilla">
            <a:extLst>
              <a:ext uri="{FF2B5EF4-FFF2-40B4-BE49-F238E27FC236}">
                <a16:creationId xmlns:a16="http://schemas.microsoft.com/office/drawing/2014/main" id="{C8DA89A4-8AB4-E4D6-3597-FD44C6C238A6}"/>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127852" y="2255603"/>
            <a:ext cx="426575" cy="426575"/>
          </a:xfrm>
          <a:prstGeom prst="rect">
            <a:avLst/>
          </a:prstGeom>
        </p:spPr>
      </p:pic>
      <p:sp>
        <p:nvSpPr>
          <p:cNvPr id="69" name="Hexágono 106">
            <a:extLst>
              <a:ext uri="{FF2B5EF4-FFF2-40B4-BE49-F238E27FC236}">
                <a16:creationId xmlns:a16="http://schemas.microsoft.com/office/drawing/2014/main" id="{DDEC83FC-0C14-17EA-7126-DACC6E75B6B9}"/>
              </a:ext>
            </a:extLst>
          </p:cNvPr>
          <p:cNvSpPr/>
          <p:nvPr/>
        </p:nvSpPr>
        <p:spPr>
          <a:xfrm rot="5400000">
            <a:off x="6857791" y="4100404"/>
            <a:ext cx="966701" cy="880655"/>
          </a:xfrm>
          <a:prstGeom prst="hexagon">
            <a:avLst>
              <a:gd name="adj" fmla="val 28821"/>
              <a:gd name="vf" fmla="val 115470"/>
            </a:avLst>
          </a:prstGeom>
          <a:noFill/>
          <a:ln w="63500" cap="rnd">
            <a:solidFill>
              <a:schemeClr val="bg1">
                <a:lumMod val="85000"/>
              </a:schemeClr>
            </a:solidFill>
          </a:ln>
          <a:effectLst>
            <a:outerShdw blurRad="57150" dist="19050" dir="5400000" algn="ctr" rotWithShape="0">
              <a:srgbClr val="000000">
                <a:alpha val="6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latin typeface="Arial"/>
              <a:ea typeface="+mn-ea"/>
              <a:cs typeface="+mn-cs"/>
            </a:endParaRPr>
          </a:p>
        </p:txBody>
      </p:sp>
      <p:grpSp>
        <p:nvGrpSpPr>
          <p:cNvPr id="70" name="Group 23">
            <a:extLst>
              <a:ext uri="{FF2B5EF4-FFF2-40B4-BE49-F238E27FC236}">
                <a16:creationId xmlns:a16="http://schemas.microsoft.com/office/drawing/2014/main" id="{F75CF369-42E3-898A-4BEA-BA1C91435C20}"/>
              </a:ext>
            </a:extLst>
          </p:cNvPr>
          <p:cNvGrpSpPr/>
          <p:nvPr/>
        </p:nvGrpSpPr>
        <p:grpSpPr>
          <a:xfrm>
            <a:off x="9001014" y="3333378"/>
            <a:ext cx="428400" cy="428400"/>
            <a:chOff x="7291853" y="3858553"/>
            <a:chExt cx="428400" cy="428400"/>
          </a:xfrm>
          <a:solidFill>
            <a:srgbClr val="208E9B"/>
          </a:solidFill>
        </p:grpSpPr>
        <p:pic>
          <p:nvPicPr>
            <p:cNvPr id="71" name="Graphic 2" descr="Document">
              <a:extLst>
                <a:ext uri="{FF2B5EF4-FFF2-40B4-BE49-F238E27FC236}">
                  <a16:creationId xmlns:a16="http://schemas.microsoft.com/office/drawing/2014/main" id="{AD1BF2A4-80D0-8C4F-C919-1C671D6B21E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291853" y="3858553"/>
              <a:ext cx="428400" cy="428400"/>
            </a:xfrm>
            <a:prstGeom prst="rect">
              <a:avLst/>
            </a:prstGeom>
          </p:spPr>
        </p:pic>
        <p:cxnSp>
          <p:nvCxnSpPr>
            <p:cNvPr id="72" name="Straight Connector 22">
              <a:extLst>
                <a:ext uri="{FF2B5EF4-FFF2-40B4-BE49-F238E27FC236}">
                  <a16:creationId xmlns:a16="http://schemas.microsoft.com/office/drawing/2014/main" id="{A596A3D0-D968-877A-BA4B-7335EBC40A84}"/>
                </a:ext>
              </a:extLst>
            </p:cNvPr>
            <p:cNvCxnSpPr/>
            <p:nvPr/>
          </p:nvCxnSpPr>
          <p:spPr>
            <a:xfrm>
              <a:off x="7428804" y="4102571"/>
              <a:ext cx="154800" cy="0"/>
            </a:xfrm>
            <a:prstGeom prst="line">
              <a:avLst/>
            </a:prstGeom>
            <a:grpFill/>
            <a:ln w="19050" cap="sq"/>
          </p:spPr>
          <p:style>
            <a:lnRef idx="1">
              <a:schemeClr val="accent1"/>
            </a:lnRef>
            <a:fillRef idx="0">
              <a:schemeClr val="accent1"/>
            </a:fillRef>
            <a:effectRef idx="0">
              <a:schemeClr val="dk1"/>
            </a:effectRef>
            <a:fontRef idx="minor">
              <a:schemeClr val="lt1"/>
            </a:fontRef>
          </p:style>
        </p:cxnSp>
        <p:cxnSp>
          <p:nvCxnSpPr>
            <p:cNvPr id="73" name="Straight Connector 93">
              <a:extLst>
                <a:ext uri="{FF2B5EF4-FFF2-40B4-BE49-F238E27FC236}">
                  <a16:creationId xmlns:a16="http://schemas.microsoft.com/office/drawing/2014/main" id="{1130236B-5622-D1F7-C59C-5E8AE273FFD8}"/>
                </a:ext>
              </a:extLst>
            </p:cNvPr>
            <p:cNvCxnSpPr/>
            <p:nvPr/>
          </p:nvCxnSpPr>
          <p:spPr>
            <a:xfrm>
              <a:off x="7428804" y="4173105"/>
              <a:ext cx="154800" cy="0"/>
            </a:xfrm>
            <a:prstGeom prst="line">
              <a:avLst/>
            </a:prstGeom>
            <a:grpFill/>
            <a:ln w="19050" cap="sq"/>
          </p:spPr>
          <p:style>
            <a:lnRef idx="1">
              <a:schemeClr val="accent1"/>
            </a:lnRef>
            <a:fillRef idx="0">
              <a:schemeClr val="accent1"/>
            </a:fillRef>
            <a:effectRef idx="0">
              <a:schemeClr val="dk1"/>
            </a:effectRef>
            <a:fontRef idx="minor">
              <a:schemeClr val="lt1"/>
            </a:fontRef>
          </p:style>
        </p:cxnSp>
        <p:cxnSp>
          <p:nvCxnSpPr>
            <p:cNvPr id="74" name="Straight Connector 94">
              <a:extLst>
                <a:ext uri="{FF2B5EF4-FFF2-40B4-BE49-F238E27FC236}">
                  <a16:creationId xmlns:a16="http://schemas.microsoft.com/office/drawing/2014/main" id="{FAE25F01-9770-056E-A7AD-5B699C16FAC9}"/>
                </a:ext>
              </a:extLst>
            </p:cNvPr>
            <p:cNvCxnSpPr/>
            <p:nvPr/>
          </p:nvCxnSpPr>
          <p:spPr>
            <a:xfrm>
              <a:off x="7428804" y="4031871"/>
              <a:ext cx="64800" cy="0"/>
            </a:xfrm>
            <a:prstGeom prst="line">
              <a:avLst/>
            </a:prstGeom>
            <a:grpFill/>
            <a:ln w="19050" cap="sq"/>
          </p:spPr>
          <p:style>
            <a:lnRef idx="1">
              <a:schemeClr val="accent1"/>
            </a:lnRef>
            <a:fillRef idx="0">
              <a:schemeClr val="accent1"/>
            </a:fillRef>
            <a:effectRef idx="0">
              <a:schemeClr val="dk1"/>
            </a:effectRef>
            <a:fontRef idx="minor">
              <a:schemeClr val="lt1"/>
            </a:fontRef>
          </p:style>
        </p:cxnSp>
      </p:grpSp>
      <p:pic>
        <p:nvPicPr>
          <p:cNvPr id="82" name="Graphic 81" descr="Teacher with solid fill">
            <a:extLst>
              <a:ext uri="{FF2B5EF4-FFF2-40B4-BE49-F238E27FC236}">
                <a16:creationId xmlns:a16="http://schemas.microsoft.com/office/drawing/2014/main" id="{1C4B505F-F605-BB8D-41F8-B3E62A67A0C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010664" y="4214020"/>
            <a:ext cx="664836" cy="664836"/>
          </a:xfrm>
          <a:prstGeom prst="rect">
            <a:avLst/>
          </a:prstGeom>
        </p:spPr>
      </p:pic>
      <p:pic>
        <p:nvPicPr>
          <p:cNvPr id="83" name="Graphic 82" descr="Pie chart with solid fill">
            <a:extLst>
              <a:ext uri="{FF2B5EF4-FFF2-40B4-BE49-F238E27FC236}">
                <a16:creationId xmlns:a16="http://schemas.microsoft.com/office/drawing/2014/main" id="{0A509A49-D408-3437-A658-CC11E45ACFB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694928" y="4287088"/>
            <a:ext cx="425628" cy="425628"/>
          </a:xfrm>
          <a:prstGeom prst="rect">
            <a:avLst/>
          </a:prstGeom>
        </p:spPr>
      </p:pic>
      <p:sp>
        <p:nvSpPr>
          <p:cNvPr id="84" name="TextBox 83">
            <a:extLst>
              <a:ext uri="{FF2B5EF4-FFF2-40B4-BE49-F238E27FC236}">
                <a16:creationId xmlns:a16="http://schemas.microsoft.com/office/drawing/2014/main" id="{9C076A89-E2C8-F228-62D7-0C0AFC0BDA8C}"/>
              </a:ext>
            </a:extLst>
          </p:cNvPr>
          <p:cNvSpPr txBox="1"/>
          <p:nvPr/>
        </p:nvSpPr>
        <p:spPr>
          <a:xfrm>
            <a:off x="7209634" y="1270757"/>
            <a:ext cx="4770177" cy="338554"/>
          </a:xfrm>
          <a:prstGeom prst="rect">
            <a:avLst/>
          </a:prstGeom>
          <a:noFill/>
        </p:spPr>
        <p:txBody>
          <a:bodyPr wrap="square" rtlCol="0">
            <a:spAutoFit/>
          </a:bodyPr>
          <a:lstStyle/>
          <a:p>
            <a:r>
              <a:rPr lang="en-AU" sz="1600" b="1" noProof="0">
                <a:solidFill>
                  <a:srgbClr val="208E9B"/>
                </a:solidFill>
                <a:latin typeface="Calibri Light" panose="020F0302020204030204" pitchFamily="34" charset="0"/>
              </a:rPr>
              <a:t>Benefits</a:t>
            </a:r>
          </a:p>
        </p:txBody>
      </p:sp>
      <p:sp>
        <p:nvSpPr>
          <p:cNvPr id="85" name="Rectangle 116">
            <a:extLst>
              <a:ext uri="{FF2B5EF4-FFF2-40B4-BE49-F238E27FC236}">
                <a16:creationId xmlns:a16="http://schemas.microsoft.com/office/drawing/2014/main" id="{659A3BFE-AB12-27FC-F0C7-7A327A004BD3}"/>
              </a:ext>
            </a:extLst>
          </p:cNvPr>
          <p:cNvSpPr/>
          <p:nvPr/>
        </p:nvSpPr>
        <p:spPr>
          <a:xfrm>
            <a:off x="7887945" y="1951038"/>
            <a:ext cx="2883612" cy="291714"/>
          </a:xfrm>
          <a:prstGeom prst="rect">
            <a:avLst/>
          </a:prstGeom>
          <a:solidFill>
            <a:srgbClr val="FFFFFF">
              <a:alpha val="80000"/>
            </a:srgbClr>
          </a:solidFill>
          <a:ln w="6350">
            <a:noFill/>
          </a:ln>
        </p:spPr>
        <p:txBody>
          <a:bodyPr vert="horz" wrap="square" lIns="91440" tIns="46800" rIns="91440" bIns="46800" rtlCol="0" anchor="t">
            <a:noAutofit/>
          </a:bodyPr>
          <a:lstStyle/>
          <a:p>
            <a:pPr marL="0" marR="0" lvl="0" indent="0" algn="l" defTabSz="864065" rtl="0" eaLnBrk="1" fontAlgn="auto" latinLnBrk="0" hangingPunct="1">
              <a:spcBef>
                <a:spcPts val="0"/>
              </a:spcBef>
              <a:spcAft>
                <a:spcPts val="600"/>
              </a:spcAft>
              <a:buClrTx/>
              <a:buSzTx/>
              <a:buFontTx/>
              <a:buNone/>
              <a:tabLst/>
              <a:defRPr/>
            </a:pPr>
            <a:r>
              <a:rPr lang="en-US" sz="1100" cap="all" dirty="0">
                <a:solidFill>
                  <a:srgbClr val="208E9B"/>
                </a:solidFill>
                <a:latin typeface="Josefin Sans SemiBold" pitchFamily="2" charset="77"/>
              </a:rPr>
              <a:t>Real - TIME DEAL CLOUD SYNCHRONIZATION</a:t>
            </a:r>
          </a:p>
        </p:txBody>
      </p:sp>
      <p:sp>
        <p:nvSpPr>
          <p:cNvPr id="86" name="Rectangle 116">
            <a:extLst>
              <a:ext uri="{FF2B5EF4-FFF2-40B4-BE49-F238E27FC236}">
                <a16:creationId xmlns:a16="http://schemas.microsoft.com/office/drawing/2014/main" id="{83E3BFE1-EF30-D245-C2A6-4EEF73919939}"/>
              </a:ext>
            </a:extLst>
          </p:cNvPr>
          <p:cNvSpPr/>
          <p:nvPr/>
        </p:nvSpPr>
        <p:spPr>
          <a:xfrm>
            <a:off x="8621318" y="2505891"/>
            <a:ext cx="2883612" cy="291714"/>
          </a:xfrm>
          <a:prstGeom prst="rect">
            <a:avLst/>
          </a:prstGeom>
          <a:solidFill>
            <a:srgbClr val="FFFFFF">
              <a:alpha val="80000"/>
            </a:srgbClr>
          </a:solidFill>
          <a:ln w="6350">
            <a:noFill/>
          </a:ln>
        </p:spPr>
        <p:txBody>
          <a:bodyPr vert="horz" wrap="square" lIns="91440" tIns="46800" rIns="91440" bIns="46800" rtlCol="0" anchor="t">
            <a:noAutofit/>
          </a:bodyPr>
          <a:lstStyle/>
          <a:p>
            <a:pPr marL="0" marR="0" lvl="0" indent="0" algn="l" defTabSz="864065" rtl="0" eaLnBrk="1" fontAlgn="auto" latinLnBrk="0" hangingPunct="1">
              <a:spcBef>
                <a:spcPts val="0"/>
              </a:spcBef>
              <a:spcAft>
                <a:spcPts val="600"/>
              </a:spcAft>
              <a:buClrTx/>
              <a:buSzTx/>
              <a:buFontTx/>
              <a:buNone/>
              <a:tabLst/>
              <a:defRPr/>
            </a:pPr>
            <a:r>
              <a:rPr lang="en-US" sz="1100" cap="all" dirty="0">
                <a:solidFill>
                  <a:srgbClr val="208E9B"/>
                </a:solidFill>
                <a:latin typeface="Josefin Sans SemiBold" pitchFamily="2" charset="77"/>
              </a:rPr>
              <a:t>AUTOMATED CONSISTENCY AND QUALITY CHECKS</a:t>
            </a:r>
          </a:p>
        </p:txBody>
      </p:sp>
      <p:sp>
        <p:nvSpPr>
          <p:cNvPr id="87" name="Rectangle 116">
            <a:extLst>
              <a:ext uri="{FF2B5EF4-FFF2-40B4-BE49-F238E27FC236}">
                <a16:creationId xmlns:a16="http://schemas.microsoft.com/office/drawing/2014/main" id="{F422F438-0883-3921-232B-A4572FD3D7F0}"/>
              </a:ext>
            </a:extLst>
          </p:cNvPr>
          <p:cNvSpPr/>
          <p:nvPr/>
        </p:nvSpPr>
        <p:spPr>
          <a:xfrm>
            <a:off x="9705379" y="3431539"/>
            <a:ext cx="2127471" cy="291714"/>
          </a:xfrm>
          <a:prstGeom prst="rect">
            <a:avLst/>
          </a:prstGeom>
          <a:solidFill>
            <a:srgbClr val="FFFFFF">
              <a:alpha val="80000"/>
            </a:srgbClr>
          </a:solidFill>
          <a:ln w="6350">
            <a:noFill/>
          </a:ln>
        </p:spPr>
        <p:txBody>
          <a:bodyPr vert="horz" wrap="square" lIns="91440" tIns="46800" rIns="91440" bIns="46800" rtlCol="0" anchor="t">
            <a:noAutofit/>
          </a:bodyPr>
          <a:lstStyle/>
          <a:p>
            <a:pPr marL="0" marR="0" lvl="0" indent="0" algn="l" defTabSz="864065" rtl="0" eaLnBrk="1" fontAlgn="auto" latinLnBrk="0" hangingPunct="1">
              <a:spcBef>
                <a:spcPts val="0"/>
              </a:spcBef>
              <a:spcAft>
                <a:spcPts val="600"/>
              </a:spcAft>
              <a:buClrTx/>
              <a:buSzTx/>
              <a:buFontTx/>
              <a:buNone/>
              <a:tabLst/>
              <a:defRPr/>
            </a:pPr>
            <a:r>
              <a:rPr lang="en-US" sz="1100" cap="all" dirty="0">
                <a:solidFill>
                  <a:srgbClr val="208E9B"/>
                </a:solidFill>
                <a:latin typeface="Josefin Sans SemiBold" pitchFamily="2" charset="77"/>
              </a:rPr>
              <a:t>DEAL CLOUD QUALITY ENHANCEMENTS</a:t>
            </a:r>
          </a:p>
        </p:txBody>
      </p:sp>
      <p:sp>
        <p:nvSpPr>
          <p:cNvPr id="88" name="Rectangle 116">
            <a:extLst>
              <a:ext uri="{FF2B5EF4-FFF2-40B4-BE49-F238E27FC236}">
                <a16:creationId xmlns:a16="http://schemas.microsoft.com/office/drawing/2014/main" id="{1EDF0ECA-17E9-2F9E-5835-3733067ECA3B}"/>
              </a:ext>
            </a:extLst>
          </p:cNvPr>
          <p:cNvSpPr/>
          <p:nvPr/>
        </p:nvSpPr>
        <p:spPr>
          <a:xfrm>
            <a:off x="9365031" y="4329777"/>
            <a:ext cx="2725149" cy="291714"/>
          </a:xfrm>
          <a:prstGeom prst="rect">
            <a:avLst/>
          </a:prstGeom>
          <a:solidFill>
            <a:srgbClr val="FFFFFF">
              <a:alpha val="80000"/>
            </a:srgbClr>
          </a:solidFill>
          <a:ln w="6350">
            <a:noFill/>
          </a:ln>
        </p:spPr>
        <p:txBody>
          <a:bodyPr vert="horz" wrap="square" lIns="91440" tIns="46800" rIns="91440" bIns="46800" rtlCol="0" anchor="t">
            <a:noAutofit/>
          </a:bodyPr>
          <a:lstStyle/>
          <a:p>
            <a:pPr marL="0" marR="0" lvl="0" indent="0" algn="l" defTabSz="864065" rtl="0" eaLnBrk="1" fontAlgn="auto" latinLnBrk="0" hangingPunct="1">
              <a:spcBef>
                <a:spcPts val="0"/>
              </a:spcBef>
              <a:spcAft>
                <a:spcPts val="600"/>
              </a:spcAft>
              <a:buClrTx/>
              <a:buSzTx/>
              <a:buFontTx/>
              <a:buNone/>
              <a:tabLst/>
              <a:defRPr/>
            </a:pPr>
            <a:r>
              <a:rPr lang="en-US" sz="1100" cap="all" dirty="0">
                <a:solidFill>
                  <a:srgbClr val="208E9B"/>
                </a:solidFill>
                <a:latin typeface="Josefin Sans SemiBold" pitchFamily="2" charset="77"/>
              </a:rPr>
              <a:t>INMEDIATE TIME SAVINGS</a:t>
            </a:r>
          </a:p>
          <a:p>
            <a:pPr marL="171450" marR="0" lvl="0" indent="-171450" algn="l" defTabSz="864065" rtl="0" eaLnBrk="1" fontAlgn="auto" latinLnBrk="0" hangingPunct="1">
              <a:spcBef>
                <a:spcPts val="0"/>
              </a:spcBef>
              <a:spcAft>
                <a:spcPts val="600"/>
              </a:spcAft>
              <a:buClrTx/>
              <a:buSzTx/>
              <a:buFont typeface="Arial" panose="020B0604020202020204" pitchFamily="34" charset="0"/>
              <a:buChar char="•"/>
              <a:tabLst/>
              <a:defRPr/>
            </a:pPr>
            <a:r>
              <a:rPr lang="en-US" sz="1200" dirty="0">
                <a:latin typeface="+mj-lt"/>
              </a:rPr>
              <a:t>Pipeline report: Weekly cadence, estimated hours approx. 3-4, annually: 52*3.5 hours = 182 hours</a:t>
            </a:r>
          </a:p>
          <a:p>
            <a:pPr marL="171450" marR="0" lvl="0" indent="-171450" algn="l" defTabSz="864065" rtl="0" eaLnBrk="1" fontAlgn="auto" latinLnBrk="0" hangingPunct="1">
              <a:spcBef>
                <a:spcPts val="0"/>
              </a:spcBef>
              <a:spcAft>
                <a:spcPts val="600"/>
              </a:spcAft>
              <a:buClrTx/>
              <a:buSzTx/>
              <a:buFont typeface="Arial" panose="020B0604020202020204" pitchFamily="34" charset="0"/>
              <a:buChar char="•"/>
              <a:tabLst/>
              <a:defRPr/>
            </a:pPr>
            <a:r>
              <a:rPr lang="en-US" sz="1200" dirty="0">
                <a:latin typeface="+mj-lt"/>
              </a:rPr>
              <a:t>Funnel report: Quarterly/monthly cadence, estimated hours approx.0.5 hours, annually: 12*0.5 = 6 hours</a:t>
            </a:r>
          </a:p>
          <a:p>
            <a:pPr marL="171450" marR="0" lvl="0" indent="-171450" algn="l" defTabSz="864065" rtl="0" eaLnBrk="1" fontAlgn="auto" latinLnBrk="0" hangingPunct="1">
              <a:spcBef>
                <a:spcPts val="0"/>
              </a:spcBef>
              <a:spcAft>
                <a:spcPts val="600"/>
              </a:spcAft>
              <a:buClrTx/>
              <a:buSzTx/>
              <a:buFont typeface="Arial" panose="020B0604020202020204" pitchFamily="34" charset="0"/>
              <a:buChar char="•"/>
              <a:tabLst/>
              <a:defRPr/>
            </a:pPr>
            <a:r>
              <a:rPr lang="en-US" sz="1200" dirty="0">
                <a:latin typeface="+mj-lt"/>
              </a:rPr>
              <a:t>Time spent in data validation</a:t>
            </a:r>
          </a:p>
          <a:p>
            <a:pPr marL="171450" marR="0" lvl="0" indent="-171450" algn="l" defTabSz="864065" rtl="0" eaLnBrk="1" fontAlgn="auto" latinLnBrk="0" hangingPunct="1">
              <a:spcBef>
                <a:spcPts val="0"/>
              </a:spcBef>
              <a:spcAft>
                <a:spcPts val="600"/>
              </a:spcAft>
              <a:buClrTx/>
              <a:buSzTx/>
              <a:buFont typeface="Arial" panose="020B0604020202020204" pitchFamily="34" charset="0"/>
              <a:buChar char="•"/>
              <a:tabLst/>
              <a:defRPr/>
            </a:pPr>
            <a:endParaRPr lang="en-US" sz="1100" cap="all" dirty="0">
              <a:solidFill>
                <a:srgbClr val="208E9B"/>
              </a:solidFill>
              <a:latin typeface="Josefin Sans SemiBold" pitchFamily="2" charset="77"/>
            </a:endParaRPr>
          </a:p>
        </p:txBody>
      </p:sp>
    </p:spTree>
    <p:extLst>
      <p:ext uri="{BB962C8B-B14F-4D97-AF65-F5344CB8AC3E}">
        <p14:creationId xmlns:p14="http://schemas.microsoft.com/office/powerpoint/2010/main" val="396695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FB89C-AB3D-D561-EBEB-5FF2B6B4B3AE}"/>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7E6B0EC-907F-F54F-197F-0C05BC6617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B7E6B0EC-907F-F54F-197F-0C05BC6617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nip Diagonal Corner Rectangle 7">
            <a:extLst>
              <a:ext uri="{FF2B5EF4-FFF2-40B4-BE49-F238E27FC236}">
                <a16:creationId xmlns:a16="http://schemas.microsoft.com/office/drawing/2014/main" id="{AF571CF0-76A0-7C92-2F05-1F3716935629}"/>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chemeClr val="bg1"/>
              </a:solidFill>
              <a:effectLst/>
              <a:uLnTx/>
              <a:uFillTx/>
              <a:latin typeface="Calibri" panose="020F0502020204030204"/>
              <a:ea typeface="+mn-ea"/>
              <a:cs typeface="+mn-cs"/>
            </a:endParaRPr>
          </a:p>
        </p:txBody>
      </p:sp>
      <p:graphicFrame>
        <p:nvGraphicFramePr>
          <p:cNvPr id="8" name="Tabla 18">
            <a:extLst>
              <a:ext uri="{FF2B5EF4-FFF2-40B4-BE49-F238E27FC236}">
                <a16:creationId xmlns:a16="http://schemas.microsoft.com/office/drawing/2014/main" id="{AC3E6650-BE86-C0BF-F405-8385D82394F0}"/>
              </a:ext>
            </a:extLst>
          </p:cNvPr>
          <p:cNvGraphicFramePr>
            <a:graphicFrameLocks noGrp="1"/>
          </p:cNvGraphicFramePr>
          <p:nvPr>
            <p:extLst>
              <p:ext uri="{D42A27DB-BD31-4B8C-83A1-F6EECF244321}">
                <p14:modId xmlns:p14="http://schemas.microsoft.com/office/powerpoint/2010/main" val="1275957522"/>
              </p:ext>
            </p:extLst>
          </p:nvPr>
        </p:nvGraphicFramePr>
        <p:xfrm>
          <a:off x="411479" y="1276026"/>
          <a:ext cx="11594588" cy="4695009"/>
        </p:xfrm>
        <a:graphic>
          <a:graphicData uri="http://schemas.openxmlformats.org/drawingml/2006/table">
            <a:tbl>
              <a:tblPr>
                <a:tableStyleId>{5C22544A-7EE6-4342-B048-85BDC9FD1C3A}</a:tableStyleId>
              </a:tblPr>
              <a:tblGrid>
                <a:gridCol w="1112397">
                  <a:extLst>
                    <a:ext uri="{9D8B030D-6E8A-4147-A177-3AD203B41FA5}">
                      <a16:colId xmlns:a16="http://schemas.microsoft.com/office/drawing/2014/main" val="3644417237"/>
                    </a:ext>
                  </a:extLst>
                </a:gridCol>
                <a:gridCol w="2308775">
                  <a:extLst>
                    <a:ext uri="{9D8B030D-6E8A-4147-A177-3AD203B41FA5}">
                      <a16:colId xmlns:a16="http://schemas.microsoft.com/office/drawing/2014/main" val="640640856"/>
                    </a:ext>
                  </a:extLst>
                </a:gridCol>
                <a:gridCol w="681118">
                  <a:extLst>
                    <a:ext uri="{9D8B030D-6E8A-4147-A177-3AD203B41FA5}">
                      <a16:colId xmlns:a16="http://schemas.microsoft.com/office/drawing/2014/main" val="3530920236"/>
                    </a:ext>
                  </a:extLst>
                </a:gridCol>
                <a:gridCol w="681118">
                  <a:extLst>
                    <a:ext uri="{9D8B030D-6E8A-4147-A177-3AD203B41FA5}">
                      <a16:colId xmlns:a16="http://schemas.microsoft.com/office/drawing/2014/main" val="2958556297"/>
                    </a:ext>
                  </a:extLst>
                </a:gridCol>
                <a:gridCol w="681118">
                  <a:extLst>
                    <a:ext uri="{9D8B030D-6E8A-4147-A177-3AD203B41FA5}">
                      <a16:colId xmlns:a16="http://schemas.microsoft.com/office/drawing/2014/main" val="4140811939"/>
                    </a:ext>
                  </a:extLst>
                </a:gridCol>
                <a:gridCol w="681118">
                  <a:extLst>
                    <a:ext uri="{9D8B030D-6E8A-4147-A177-3AD203B41FA5}">
                      <a16:colId xmlns:a16="http://schemas.microsoft.com/office/drawing/2014/main" val="1890942664"/>
                    </a:ext>
                  </a:extLst>
                </a:gridCol>
                <a:gridCol w="681118">
                  <a:extLst>
                    <a:ext uri="{9D8B030D-6E8A-4147-A177-3AD203B41FA5}">
                      <a16:colId xmlns:a16="http://schemas.microsoft.com/office/drawing/2014/main" val="2007806403"/>
                    </a:ext>
                  </a:extLst>
                </a:gridCol>
                <a:gridCol w="681118">
                  <a:extLst>
                    <a:ext uri="{9D8B030D-6E8A-4147-A177-3AD203B41FA5}">
                      <a16:colId xmlns:a16="http://schemas.microsoft.com/office/drawing/2014/main" val="3517480777"/>
                    </a:ext>
                  </a:extLst>
                </a:gridCol>
                <a:gridCol w="681118">
                  <a:extLst>
                    <a:ext uri="{9D8B030D-6E8A-4147-A177-3AD203B41FA5}">
                      <a16:colId xmlns:a16="http://schemas.microsoft.com/office/drawing/2014/main" val="1478219234"/>
                    </a:ext>
                  </a:extLst>
                </a:gridCol>
                <a:gridCol w="681118">
                  <a:extLst>
                    <a:ext uri="{9D8B030D-6E8A-4147-A177-3AD203B41FA5}">
                      <a16:colId xmlns:a16="http://schemas.microsoft.com/office/drawing/2014/main" val="3829017200"/>
                    </a:ext>
                  </a:extLst>
                </a:gridCol>
                <a:gridCol w="681118">
                  <a:extLst>
                    <a:ext uri="{9D8B030D-6E8A-4147-A177-3AD203B41FA5}">
                      <a16:colId xmlns:a16="http://schemas.microsoft.com/office/drawing/2014/main" val="1450595511"/>
                    </a:ext>
                  </a:extLst>
                </a:gridCol>
                <a:gridCol w="681118">
                  <a:extLst>
                    <a:ext uri="{9D8B030D-6E8A-4147-A177-3AD203B41FA5}">
                      <a16:colId xmlns:a16="http://schemas.microsoft.com/office/drawing/2014/main" val="2598515760"/>
                    </a:ext>
                  </a:extLst>
                </a:gridCol>
                <a:gridCol w="681118">
                  <a:extLst>
                    <a:ext uri="{9D8B030D-6E8A-4147-A177-3AD203B41FA5}">
                      <a16:colId xmlns:a16="http://schemas.microsoft.com/office/drawing/2014/main" val="1580037412"/>
                    </a:ext>
                  </a:extLst>
                </a:gridCol>
                <a:gridCol w="681118">
                  <a:extLst>
                    <a:ext uri="{9D8B030D-6E8A-4147-A177-3AD203B41FA5}">
                      <a16:colId xmlns:a16="http://schemas.microsoft.com/office/drawing/2014/main" val="4062257308"/>
                    </a:ext>
                  </a:extLst>
                </a:gridCol>
              </a:tblGrid>
              <a:tr h="363086">
                <a:tc rowSpan="2">
                  <a:txBody>
                    <a:bodyPr/>
                    <a:lstStyle/>
                    <a:p>
                      <a:pPr marL="0" algn="ctr" defTabSz="914400" rtl="0" eaLnBrk="1" fontAlgn="ctr" latinLnBrk="0" hangingPunct="1"/>
                      <a:endParaRPr lang="en-US" sz="1100" b="1" u="none" strike="noStrike" kern="1200" noProof="0">
                        <a:solidFill>
                          <a:schemeClr val="bg1"/>
                        </a:solidFill>
                        <a:effectLst/>
                        <a:latin typeface="Calibri"/>
                        <a:ea typeface="+mn-ea"/>
                        <a:cs typeface="Calibri"/>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rowSpan="2">
                  <a:txBody>
                    <a:bodyPr/>
                    <a:lstStyle/>
                    <a:p>
                      <a:pPr marL="0" algn="ctr" defTabSz="914400" rtl="0" eaLnBrk="1" fontAlgn="ctr" latinLnBrk="0" hangingPunct="1"/>
                      <a:r>
                        <a:rPr lang="en-US" sz="1100" b="1" u="none" strike="noStrike" kern="1200" noProof="0">
                          <a:solidFill>
                            <a:schemeClr val="bg1"/>
                          </a:solidFill>
                          <a:effectLst/>
                          <a:latin typeface="+mn-lt"/>
                          <a:ea typeface="+mn-ea"/>
                          <a:cs typeface="Calibri"/>
                        </a:rPr>
                        <a:t>ACTIVITIES</a:t>
                      </a:r>
                      <a:endParaRPr lang="en-US" sz="1100" b="1" u="none" strike="noStrike" kern="1200" noProof="0">
                        <a:solidFill>
                          <a:schemeClr val="bg1"/>
                        </a:solidFill>
                        <a:effectLst/>
                        <a:latin typeface="Calibri"/>
                        <a:ea typeface="+mn-ea"/>
                        <a:cs typeface="Calibri"/>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gridSpan="12">
                  <a:txBody>
                    <a:bodyPr/>
                    <a:lstStyle/>
                    <a:p>
                      <a:pPr marL="0" algn="ctr" defTabSz="914400" rtl="0" eaLnBrk="1" fontAlgn="ctr" latinLnBrk="0" hangingPunct="1"/>
                      <a:r>
                        <a:rPr lang="en-US" sz="1100" b="1" u="none" strike="noStrike" kern="1200" noProof="0" dirty="0">
                          <a:solidFill>
                            <a:schemeClr val="bg1"/>
                          </a:solidFill>
                          <a:effectLst/>
                          <a:latin typeface="+mn-lt"/>
                          <a:ea typeface="+mn-ea"/>
                          <a:cs typeface="+mn-cs"/>
                        </a:rPr>
                        <a:t>WEEKS</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dirty="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dirty="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dirty="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dirty="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extLst>
                  <a:ext uri="{0D108BD9-81ED-4DB2-BD59-A6C34878D82A}">
                    <a16:rowId xmlns:a16="http://schemas.microsoft.com/office/drawing/2014/main" val="2598934994"/>
                  </a:ext>
                </a:extLst>
              </a:tr>
              <a:tr h="299432">
                <a:tc vMerge="1">
                  <a:txBody>
                    <a:bodyPr/>
                    <a:lstStyle/>
                    <a:p>
                      <a:endParaRPr lang="bg-BG"/>
                    </a:p>
                  </a:txBody>
                  <a:tcPr/>
                </a:tc>
                <a:tc vMerge="1">
                  <a:txBody>
                    <a:bodyPr/>
                    <a:lstStyle/>
                    <a:p>
                      <a:pPr algn="ctr" fontAlgn="ctr"/>
                      <a:endParaRPr lang="es-ES" sz="1100" b="0" i="0" u="none" strike="noStrike">
                        <a:solidFill>
                          <a:srgbClr val="000000"/>
                        </a:solidFill>
                        <a:effectLst/>
                        <a:latin typeface="+mn-lt"/>
                      </a:endParaRPr>
                    </a:p>
                  </a:txBody>
                  <a:tcPr marL="6350" marR="6350" marT="6350" marB="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Calibri"/>
                          <a:cs typeface="Calibri"/>
                        </a:rPr>
                        <a:t>WEEK 1</a:t>
                      </a:r>
                    </a:p>
                  </a:txBody>
                  <a:tcPr marL="6350" marR="6350" marT="6350" marB="0" anchor="ctr">
                    <a:lnL w="12700" cap="flat" cmpd="sng" algn="ctr">
                      <a:solidFill>
                        <a:srgbClr val="CCCCCC"/>
                      </a:solidFill>
                      <a:prstDash val="solid"/>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2</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3</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4</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5</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6</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Calibri"/>
                          <a:cs typeface="Calibri"/>
                        </a:rPr>
                        <a:t>WEEK 7</a:t>
                      </a: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dirty="0">
                          <a:solidFill>
                            <a:srgbClr val="292936"/>
                          </a:solidFill>
                          <a:effectLst/>
                          <a:latin typeface="Calibri"/>
                          <a:cs typeface="Calibri"/>
                        </a:rPr>
                        <a:t>WEEK 8</a:t>
                      </a: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dirty="0">
                          <a:solidFill>
                            <a:srgbClr val="292936"/>
                          </a:solidFill>
                          <a:effectLst/>
                          <a:latin typeface="Calibri"/>
                          <a:cs typeface="Calibri"/>
                        </a:rPr>
                        <a:t>WEEK 9</a:t>
                      </a: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dirty="0">
                          <a:solidFill>
                            <a:srgbClr val="292936"/>
                          </a:solidFill>
                          <a:effectLst/>
                          <a:latin typeface="Calibri"/>
                          <a:cs typeface="Calibri"/>
                        </a:rPr>
                        <a:t>WEEK 10</a:t>
                      </a: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dirty="0">
                          <a:solidFill>
                            <a:srgbClr val="292936"/>
                          </a:solidFill>
                          <a:effectLst/>
                          <a:latin typeface="Calibri"/>
                          <a:cs typeface="Calibri"/>
                        </a:rPr>
                        <a:t>WEEK 11</a:t>
                      </a: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dirty="0">
                          <a:solidFill>
                            <a:srgbClr val="292936"/>
                          </a:solidFill>
                          <a:effectLst/>
                          <a:latin typeface="Calibri"/>
                          <a:cs typeface="Calibri"/>
                        </a:rPr>
                        <a:t>WEEK 12</a:t>
                      </a:r>
                    </a:p>
                  </a:txBody>
                  <a:tcPr marL="6350" marR="6350" marT="6350" marB="0" anchor="ctr">
                    <a:lnL w="3175" cap="flat" cmpd="sng" algn="ctr">
                      <a:solidFill>
                        <a:srgbClr val="112A48"/>
                      </a:solidFill>
                      <a:prstDash val="sysDot"/>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extLst>
                  <a:ext uri="{0D108BD9-81ED-4DB2-BD59-A6C34878D82A}">
                    <a16:rowId xmlns:a16="http://schemas.microsoft.com/office/drawing/2014/main" val="2586476887"/>
                  </a:ext>
                </a:extLst>
              </a:tr>
              <a:tr h="299432">
                <a:tc rowSpan="10">
                  <a:txBody>
                    <a:bodyPr/>
                    <a:lstStyle/>
                    <a:p>
                      <a:pPr algn="ctr" fontAlgn="ctr"/>
                      <a:r>
                        <a:rPr lang="en-US" sz="1100" kern="0" dirty="0">
                          <a:solidFill>
                            <a:schemeClr val="dk1"/>
                          </a:solidFill>
                          <a:effectLst/>
                          <a:latin typeface="Calibri Light" panose="020F0302020204030204" pitchFamily="34" charset="0"/>
                          <a:ea typeface="Times New Roman" panose="02020603050405020304" pitchFamily="18" charset="0"/>
                          <a:cs typeface="Times New Roman" panose="02020603050405020304" pitchFamily="18" charset="0"/>
                        </a:rPr>
                        <a:t>Metropolitan </a:t>
                      </a:r>
                      <a:r>
                        <a:rPr lang="en-US" sz="1100" kern="0" dirty="0" err="1">
                          <a:solidFill>
                            <a:schemeClr val="dk1"/>
                          </a:solidFill>
                          <a:effectLst/>
                          <a:latin typeface="Calibri Light" panose="020F0302020204030204" pitchFamily="34" charset="0"/>
                          <a:ea typeface="Times New Roman" panose="02020603050405020304" pitchFamily="18" charset="0"/>
                          <a:cs typeface="Times New Roman" panose="02020603050405020304" pitchFamily="18" charset="0"/>
                        </a:rPr>
                        <a:t>DealCloud</a:t>
                      </a:r>
                      <a:r>
                        <a:rPr lang="en-US" sz="1100" kern="0" dirty="0">
                          <a:solidFill>
                            <a:schemeClr val="dk1"/>
                          </a:solidFill>
                          <a:effectLst/>
                          <a:latin typeface="Calibri Light" panose="020F0302020204030204" pitchFamily="34" charset="0"/>
                          <a:ea typeface="Times New Roman" panose="02020603050405020304" pitchFamily="18" charset="0"/>
                          <a:cs typeface="Times New Roman" panose="02020603050405020304" pitchFamily="18" charset="0"/>
                        </a:rPr>
                        <a:t> usage optimization project </a:t>
                      </a:r>
                      <a:endParaRPr lang="en-AU" sz="1100" kern="0" noProof="0" dirty="0">
                        <a:solidFill>
                          <a:schemeClr val="dk1"/>
                        </a:solidFill>
                        <a:effectLst/>
                        <a:latin typeface="Calibri Light" panose="020F0302020204030204" pitchFamily="34" charset="0"/>
                        <a:cs typeface="Times New Roman" panose="02020603050405020304" pitchFamily="18"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a:lnSpc>
                          <a:spcPct val="107000"/>
                        </a:lnSpc>
                        <a:spcAft>
                          <a:spcPts val="800"/>
                        </a:spcAft>
                      </a:pPr>
                      <a:r>
                        <a:rPr lang="en-US" sz="1100" b="1" kern="0" dirty="0" err="1">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rPr>
                        <a:t>DealCloud</a:t>
                      </a:r>
                      <a:r>
                        <a:rPr lang="en-US" sz="1100" b="1" kern="0" dirty="0">
                          <a:solidFill>
                            <a:schemeClr val="bg1"/>
                          </a:solidFill>
                          <a:effectLst/>
                          <a:latin typeface="Calibri Light" panose="020F0302020204030204" pitchFamily="34" charset="0"/>
                          <a:ea typeface="Times New Roman" panose="02020603050405020304" pitchFamily="18" charset="0"/>
                          <a:cs typeface="Times New Roman" panose="02020603050405020304" pitchFamily="18" charset="0"/>
                        </a:rPr>
                        <a:t> Governance</a:t>
                      </a:r>
                      <a:endParaRPr lang="bg-BG" sz="11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3175" cap="flat" cmpd="sng" algn="ctr">
                      <a:no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92936"/>
                    </a:solidFill>
                  </a:tcPr>
                </a:tc>
                <a:tc gridSpan="12">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noFill/>
                      <a:prstDash val="sysDot"/>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rgbClr val="292936"/>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no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chemeClr val="bg1"/>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681888365"/>
                  </a:ext>
                </a:extLst>
              </a:tr>
              <a:tr h="299432">
                <a:tc vMerge="1">
                  <a:txBody>
                    <a:bodyPr/>
                    <a:lstStyle/>
                    <a:p>
                      <a:endParaRPr lang="es-ES"/>
                    </a:p>
                  </a:txBody>
                  <a:tcPr/>
                </a:tc>
                <a:tc>
                  <a:txBody>
                    <a:bodyPr/>
                    <a:lstStyle/>
                    <a:p>
                      <a:pPr marL="0" marR="0">
                        <a:lnSpc>
                          <a:spcPct val="107000"/>
                        </a:lnSpc>
                        <a:spcAft>
                          <a:spcPts val="800"/>
                        </a:spcAft>
                      </a:pPr>
                      <a:r>
                        <a:rPr lang="es-ES" sz="1100" kern="0" dirty="0" err="1">
                          <a:solidFill>
                            <a:schemeClr val="dk1"/>
                          </a:solidFill>
                          <a:effectLst/>
                          <a:latin typeface="Calibri Light" panose="020F0302020204030204" pitchFamily="34" charset="0"/>
                          <a:ea typeface="Calibri" panose="020F0502020204030204" pitchFamily="34" charset="0"/>
                          <a:cs typeface="Times New Roman" panose="02020603050405020304" pitchFamily="18" charset="0"/>
                        </a:rPr>
                        <a:t>Governance</a:t>
                      </a:r>
                      <a:r>
                        <a:rPr lang="es-ES" sz="1100" kern="0" dirty="0">
                          <a:solidFill>
                            <a:schemeClr val="dk1"/>
                          </a:solidFill>
                          <a:effectLst/>
                          <a:latin typeface="Calibri Light" panose="020F0302020204030204" pitchFamily="34" charset="0"/>
                          <a:ea typeface="Calibri" panose="020F0502020204030204" pitchFamily="34" charset="0"/>
                          <a:cs typeface="Times New Roman" panose="02020603050405020304" pitchFamily="18" charset="0"/>
                        </a:rPr>
                        <a:t> Framework * </a:t>
                      </a:r>
                      <a:endParaRPr lang="bg-BG" sz="1100" kern="0" dirty="0">
                        <a:solidFill>
                          <a:schemeClr val="dk1"/>
                        </a:solidFill>
                        <a:effectLst/>
                        <a:latin typeface="Calibri Light" panose="020F03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6060017"/>
                  </a:ext>
                </a:extLst>
              </a:tr>
              <a:tr h="299432">
                <a:tc vMerge="1">
                  <a:txBody>
                    <a:bodyPr/>
                    <a:lstStyle/>
                    <a:p>
                      <a:pPr algn="l" fontAlgn="ctr"/>
                      <a:endParaRPr lang="en-AU" sz="1100" b="1" i="0" u="none" strike="noStrike" noProof="0">
                        <a:solidFill>
                          <a:srgbClr val="2F5597"/>
                        </a:solidFill>
                        <a:effectLst/>
                        <a:latin typeface="Segoe UI Light" panose="020B0502040204020203" pitchFamily="34" charset="0"/>
                        <a:cs typeface="Segoe UI Light" panose="020B0502040204020203" pitchFamily="34"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Times New Roman" panose="02020603050405020304" pitchFamily="18" charset="0"/>
                        </a:rPr>
                        <a:t>Deal Cloud Customization</a:t>
                      </a:r>
                      <a:endParaRPr lang="bg-B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01624664"/>
                  </a:ext>
                </a:extLst>
              </a:tr>
              <a:tr h="299432">
                <a:tc vMerge="1">
                  <a:txBody>
                    <a:bodyPr/>
                    <a:lstStyle/>
                    <a:p>
                      <a:endParaRPr lang="es-ES"/>
                    </a:p>
                  </a:txBody>
                  <a:tcPr/>
                </a:tc>
                <a:tc>
                  <a:txBody>
                    <a:bodyPr/>
                    <a:lstStyle/>
                    <a:p>
                      <a:pPr marL="0" marR="0" algn="l" defTabSz="914400" rtl="0" eaLnBrk="1" latinLnBrk="0" hangingPunct="1">
                        <a:lnSpc>
                          <a:spcPct val="107000"/>
                        </a:lnSpc>
                        <a:spcAft>
                          <a:spcPts val="800"/>
                        </a:spcAft>
                      </a:pPr>
                      <a:r>
                        <a:rPr lang="es-ES" sz="1100" b="1" kern="0" dirty="0">
                          <a:solidFill>
                            <a:schemeClr val="bg1"/>
                          </a:solidFill>
                          <a:effectLst/>
                          <a:latin typeface="Calibri Light" panose="020F0302020204030204" pitchFamily="34" charset="0"/>
                          <a:ea typeface="Calibri" panose="020F0502020204030204" pitchFamily="34" charset="0"/>
                          <a:cs typeface="Times New Roman" panose="02020603050405020304" pitchFamily="18" charset="0"/>
                        </a:rPr>
                        <a:t>Quick </a:t>
                      </a:r>
                      <a:r>
                        <a:rPr lang="es-ES" sz="1100" b="1" kern="0" dirty="0" err="1">
                          <a:solidFill>
                            <a:schemeClr val="bg1"/>
                          </a:solidFill>
                          <a:effectLst/>
                          <a:latin typeface="Calibri Light" panose="020F0302020204030204" pitchFamily="34" charset="0"/>
                          <a:ea typeface="Calibri" panose="020F0502020204030204" pitchFamily="34" charset="0"/>
                          <a:cs typeface="Times New Roman" panose="02020603050405020304" pitchFamily="18" charset="0"/>
                        </a:rPr>
                        <a:t>Wins</a:t>
                      </a:r>
                      <a:endParaRPr lang="bg-BG" sz="1100" b="1" kern="0" dirty="0">
                        <a:solidFill>
                          <a:schemeClr val="bg1"/>
                        </a:solidFill>
                        <a:effectLst/>
                        <a:latin typeface="Calibri Light" panose="020F03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292936"/>
                    </a:solid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rgbClr val="292936"/>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no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007832161"/>
                  </a:ext>
                </a:extLst>
              </a:tr>
              <a:tr h="778635">
                <a:tc vMerge="1">
                  <a:txBody>
                    <a:bodyPr/>
                    <a:lstStyle/>
                    <a:p>
                      <a:pPr algn="l" fontAlgn="ctr"/>
                      <a:endParaRPr lang="en-AU" sz="1100" b="1" i="0" u="none" strike="noStrike" noProof="0">
                        <a:solidFill>
                          <a:srgbClr val="2F5597"/>
                        </a:solidFill>
                        <a:effectLst/>
                        <a:latin typeface="Segoe UI Light" panose="020B0502040204020203" pitchFamily="34" charset="0"/>
                        <a:cs typeface="Segoe UI Light" panose="020B0502040204020203" pitchFamily="34"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kern="0" dirty="0">
                          <a:solidFill>
                            <a:schemeClr val="dk1"/>
                          </a:solidFill>
                          <a:effectLst/>
                          <a:latin typeface="Calibri Light" panose="020F0302020204030204" pitchFamily="34" charset="0"/>
                          <a:ea typeface="+mn-ea"/>
                          <a:cs typeface="Times New Roman" panose="02020603050405020304" pitchFamily="18" charset="0"/>
                        </a:rPr>
                        <a:t>Metropolitan Data Architecture Technical Setup (optional)</a:t>
                      </a:r>
                      <a:endParaRPr lang="bg-BG" sz="1100" kern="0" dirty="0">
                        <a:solidFill>
                          <a:schemeClr val="dk1"/>
                        </a:solidFill>
                        <a:effectLst/>
                        <a:latin typeface="Calibri Light" panose="020F03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82319287"/>
                  </a:ext>
                </a:extLst>
              </a:tr>
              <a:tr h="603784">
                <a:tc vMerge="1">
                  <a:txBody>
                    <a:bodyPr/>
                    <a:lstStyle/>
                    <a:p>
                      <a:pPr algn="l" fontAlgn="ctr"/>
                      <a:endParaRPr lang="en-AU" sz="1100" b="1" i="0" u="none" strike="noStrike" noProof="0">
                        <a:solidFill>
                          <a:srgbClr val="2F5597"/>
                        </a:solidFill>
                        <a:effectLst/>
                        <a:latin typeface="Segoe UI Light" panose="020B0502040204020203" pitchFamily="34" charset="0"/>
                        <a:cs typeface="Segoe UI Light" panose="020B0502040204020203" pitchFamily="34"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nSpc>
                          <a:spcPct val="107000"/>
                        </a:lnSpc>
                        <a:spcAft>
                          <a:spcPts val="800"/>
                        </a:spcAft>
                      </a:pPr>
                      <a:r>
                        <a:rPr lang="es-ES" sz="1100" kern="0" dirty="0">
                          <a:solidFill>
                            <a:schemeClr val="dk1"/>
                          </a:solidFill>
                          <a:effectLst/>
                          <a:latin typeface="Calibri Light" panose="020F0302020204030204" pitchFamily="34" charset="0"/>
                          <a:ea typeface="+mn-ea"/>
                          <a:cs typeface="Times New Roman" panose="02020603050405020304" pitchFamily="18" charset="0"/>
                        </a:rPr>
                        <a:t>Data </a:t>
                      </a:r>
                      <a:r>
                        <a:rPr lang="es-ES" sz="1100" kern="0" dirty="0" err="1">
                          <a:solidFill>
                            <a:schemeClr val="dk1"/>
                          </a:solidFill>
                          <a:effectLst/>
                          <a:latin typeface="Calibri Light" panose="020F0302020204030204" pitchFamily="34" charset="0"/>
                          <a:ea typeface="+mn-ea"/>
                          <a:cs typeface="Times New Roman" panose="02020603050405020304" pitchFamily="18" charset="0"/>
                        </a:rPr>
                        <a:t>Cleansing</a:t>
                      </a:r>
                      <a:r>
                        <a:rPr lang="es-ES" sz="1100" kern="0" dirty="0">
                          <a:solidFill>
                            <a:schemeClr val="dk1"/>
                          </a:solidFill>
                          <a:effectLst/>
                          <a:latin typeface="Calibri Light" panose="020F0302020204030204" pitchFamily="34" charset="0"/>
                          <a:ea typeface="+mn-ea"/>
                          <a:cs typeface="Times New Roman" panose="02020603050405020304" pitchFamily="18" charset="0"/>
                        </a:rPr>
                        <a:t> </a:t>
                      </a:r>
                      <a:r>
                        <a:rPr lang="es-ES" sz="1100" kern="0" dirty="0" err="1">
                          <a:solidFill>
                            <a:schemeClr val="dk1"/>
                          </a:solidFill>
                          <a:effectLst/>
                          <a:latin typeface="Calibri Light" panose="020F0302020204030204" pitchFamily="34" charset="0"/>
                          <a:ea typeface="+mn-ea"/>
                          <a:cs typeface="Times New Roman" panose="02020603050405020304" pitchFamily="18" charset="0"/>
                        </a:rPr>
                        <a:t>for</a:t>
                      </a:r>
                      <a:r>
                        <a:rPr lang="es-ES" sz="1100" kern="0" dirty="0">
                          <a:solidFill>
                            <a:schemeClr val="dk1"/>
                          </a:solidFill>
                          <a:effectLst/>
                          <a:latin typeface="Calibri Light" panose="020F0302020204030204" pitchFamily="34" charset="0"/>
                          <a:ea typeface="+mn-ea"/>
                          <a:cs typeface="Times New Roman" panose="02020603050405020304" pitchFamily="18" charset="0"/>
                        </a:rPr>
                        <a:t> deal data</a:t>
                      </a:r>
                      <a:endParaRPr lang="bg-BG" sz="1100" kern="0" dirty="0">
                        <a:solidFill>
                          <a:schemeClr val="dk1"/>
                        </a:solidFill>
                        <a:effectLst/>
                        <a:latin typeface="Calibri Light" panose="020F0302020204030204" pitchFamily="34" charset="0"/>
                        <a:ea typeface="+mn-ea"/>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38328225"/>
                  </a:ext>
                </a:extLst>
              </a:tr>
              <a:tr h="363086">
                <a:tc vMerge="1">
                  <a:txBody>
                    <a:bodyPr/>
                    <a:lstStyle/>
                    <a:p>
                      <a:pPr algn="l" fontAlgn="ctr"/>
                      <a:endParaRPr lang="en-AU" sz="1100" b="1" i="0" u="none" strike="noStrike" noProof="0">
                        <a:solidFill>
                          <a:srgbClr val="2F5597"/>
                        </a:solidFill>
                        <a:effectLst/>
                        <a:latin typeface="Segoe UI Light" panose="020B0502040204020203" pitchFamily="34" charset="0"/>
                        <a:cs typeface="Segoe UI Light" panose="020B0502040204020203" pitchFamily="34"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Times New Roman" panose="02020603050405020304" pitchFamily="18" charset="0"/>
                        </a:rPr>
                        <a:t>Data Quality monitoring &amp; Reporting Dashboard ** </a:t>
                      </a:r>
                      <a:endParaRPr lang="bg-B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66069"/>
                  </a:ext>
                </a:extLst>
              </a:tr>
              <a:tr h="363086">
                <a:tc vMerge="1">
                  <a:txBody>
                    <a:bodyPr/>
                    <a:lstStyle/>
                    <a:p>
                      <a:pPr algn="l" fontAlgn="ctr"/>
                      <a:endParaRPr lang="en-AU" sz="1100" b="1" i="0" u="none" strike="noStrike" noProof="0">
                        <a:solidFill>
                          <a:srgbClr val="2F5597"/>
                        </a:solidFill>
                        <a:effectLst/>
                        <a:latin typeface="Segoe UI Light" panose="020B0502040204020203" pitchFamily="34" charset="0"/>
                        <a:cs typeface="Segoe UI Light" panose="020B0502040204020203" pitchFamily="34"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Times New Roman" panose="02020603050405020304" pitchFamily="18" charset="0"/>
                        </a:rPr>
                        <a:t>Automated email notifications</a:t>
                      </a:r>
                      <a:endParaRPr lang="bg-B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64644936"/>
                  </a:ext>
                </a:extLst>
              </a:tr>
              <a:tr h="363086">
                <a:tc vMerge="1">
                  <a:txBody>
                    <a:bodyPr/>
                    <a:lstStyle/>
                    <a:p>
                      <a:pPr algn="ctr" fontAlgn="ctr"/>
                      <a:endParaRPr lang="en-AU" sz="1100" kern="0" noProof="0" dirty="0">
                        <a:solidFill>
                          <a:schemeClr val="dk1"/>
                        </a:solidFill>
                        <a:effectLst/>
                        <a:latin typeface="Calibri Light" panose="020F0302020204030204" pitchFamily="34" charset="0"/>
                        <a:cs typeface="Times New Roman" panose="02020603050405020304" pitchFamily="18"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Automation of Pipeline and Funnel Reports</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40110163"/>
                  </a:ext>
                </a:extLst>
              </a:tr>
              <a:tr h="363086">
                <a:tc vMerge="1">
                  <a:txBody>
                    <a:bodyPr/>
                    <a:lstStyle/>
                    <a:p>
                      <a:pPr algn="ctr" fontAlgn="ctr"/>
                      <a:endParaRPr lang="en-AU" sz="1100" kern="0" noProof="0" dirty="0">
                        <a:solidFill>
                          <a:schemeClr val="dk1"/>
                        </a:solidFill>
                        <a:effectLst/>
                        <a:latin typeface="Calibri Light" panose="020F0302020204030204" pitchFamily="34" charset="0"/>
                        <a:cs typeface="Times New Roman" panose="02020603050405020304" pitchFamily="18" charset="0"/>
                      </a:endParaRPr>
                    </a:p>
                  </a:txBody>
                  <a:tcPr marL="3017" marR="3017" marT="3017"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Training &amp; Change Management</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gridSpan="12">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2201204"/>
                  </a:ext>
                </a:extLst>
              </a:tr>
            </a:tbl>
          </a:graphicData>
        </a:graphic>
      </p:graphicFrame>
      <p:sp>
        <p:nvSpPr>
          <p:cNvPr id="5" name="Arrow: Pentagon 4">
            <a:extLst>
              <a:ext uri="{FF2B5EF4-FFF2-40B4-BE49-F238E27FC236}">
                <a16:creationId xmlns:a16="http://schemas.microsoft.com/office/drawing/2014/main" id="{71B5AF83-F93A-1772-BB5A-009C7E13C6DB}"/>
              </a:ext>
            </a:extLst>
          </p:cNvPr>
          <p:cNvSpPr/>
          <p:nvPr/>
        </p:nvSpPr>
        <p:spPr>
          <a:xfrm>
            <a:off x="3849624" y="4096391"/>
            <a:ext cx="1335024"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57" name="Arrow: Pentagon 56">
            <a:extLst>
              <a:ext uri="{FF2B5EF4-FFF2-40B4-BE49-F238E27FC236}">
                <a16:creationId xmlns:a16="http://schemas.microsoft.com/office/drawing/2014/main" id="{95160E68-02FC-E0FB-DE4F-E06E2706075C}"/>
              </a:ext>
            </a:extLst>
          </p:cNvPr>
          <p:cNvSpPr/>
          <p:nvPr/>
        </p:nvSpPr>
        <p:spPr>
          <a:xfrm>
            <a:off x="3849624" y="3385786"/>
            <a:ext cx="2741676"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TECHNICAL SETUP</a:t>
            </a:r>
            <a:endParaRPr lang="bg-BG" sz="800"/>
          </a:p>
        </p:txBody>
      </p:sp>
      <p:sp>
        <p:nvSpPr>
          <p:cNvPr id="59" name="Arrow: Pentagon 58">
            <a:extLst>
              <a:ext uri="{FF2B5EF4-FFF2-40B4-BE49-F238E27FC236}">
                <a16:creationId xmlns:a16="http://schemas.microsoft.com/office/drawing/2014/main" id="{4EFAE134-8950-B383-1F99-1863D0B39309}"/>
              </a:ext>
            </a:extLst>
          </p:cNvPr>
          <p:cNvSpPr/>
          <p:nvPr/>
        </p:nvSpPr>
        <p:spPr>
          <a:xfrm>
            <a:off x="9285298" y="5658063"/>
            <a:ext cx="1340029"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61" name="TextBox 60">
            <a:extLst>
              <a:ext uri="{FF2B5EF4-FFF2-40B4-BE49-F238E27FC236}">
                <a16:creationId xmlns:a16="http://schemas.microsoft.com/office/drawing/2014/main" id="{05C8C04E-1DFA-2F81-7DBB-C66B6E3EE43F}"/>
              </a:ext>
            </a:extLst>
          </p:cNvPr>
          <p:cNvSpPr txBox="1"/>
          <p:nvPr/>
        </p:nvSpPr>
        <p:spPr>
          <a:xfrm>
            <a:off x="181249" y="354944"/>
            <a:ext cx="11905541" cy="492443"/>
          </a:xfrm>
          <a:prstGeom prst="rect">
            <a:avLst/>
          </a:prstGeom>
          <a:noFill/>
          <a:ln>
            <a:noFill/>
          </a:ln>
        </p:spPr>
        <p:txBody>
          <a:bodyPr wrap="square" lIns="0" tIns="0" rIns="0" bIns="0" rtlCol="0" anchor="t">
            <a:spAutoFit/>
          </a:bodyPr>
          <a:lstStyle/>
          <a:p>
            <a:pPr algn="ctr"/>
            <a:r>
              <a:rPr lang="en-US" sz="3200" cap="all" spc="600" dirty="0">
                <a:solidFill>
                  <a:schemeClr val="bg1"/>
                </a:solidFill>
                <a:latin typeface="Josefin Sans SemiBold"/>
              </a:rPr>
              <a:t>TIMELINES</a:t>
            </a:r>
          </a:p>
        </p:txBody>
      </p:sp>
      <p:sp>
        <p:nvSpPr>
          <p:cNvPr id="64" name="TextBox 63">
            <a:extLst>
              <a:ext uri="{FF2B5EF4-FFF2-40B4-BE49-F238E27FC236}">
                <a16:creationId xmlns:a16="http://schemas.microsoft.com/office/drawing/2014/main" id="{068BC64E-EB58-9874-B81E-705B7CF54F9E}"/>
              </a:ext>
            </a:extLst>
          </p:cNvPr>
          <p:cNvSpPr txBox="1"/>
          <p:nvPr/>
        </p:nvSpPr>
        <p:spPr>
          <a:xfrm>
            <a:off x="411479" y="6050658"/>
            <a:ext cx="11718298" cy="578492"/>
          </a:xfrm>
          <a:prstGeom prst="rect">
            <a:avLst/>
          </a:prstGeom>
          <a:noFill/>
        </p:spPr>
        <p:txBody>
          <a:bodyPr wrap="square">
            <a:spAutoFit/>
          </a:bodyPr>
          <a:lstStyle/>
          <a:p>
            <a:pPr>
              <a:lnSpc>
                <a:spcPct val="107000"/>
              </a:lnSpc>
              <a:spcAft>
                <a:spcPts val="400"/>
              </a:spcAft>
            </a:pPr>
            <a:r>
              <a:rPr lang="en-US" sz="900" i="1" kern="0" dirty="0">
                <a:effectLst/>
                <a:latin typeface="+mj-lt"/>
                <a:ea typeface="Times New Roman" panose="02020603050405020304" pitchFamily="18" charset="0"/>
                <a:cs typeface="Arial" panose="020B0604020202020204" pitchFamily="34" charset="0"/>
              </a:rPr>
              <a:t>*The project timeline is primarily driven by Markman Group's tasks. However, activities dependent on Metropolitan or </a:t>
            </a:r>
            <a:r>
              <a:rPr lang="en-US" sz="900" i="1" kern="0" dirty="0" err="1">
                <a:effectLst/>
                <a:latin typeface="+mj-lt"/>
                <a:ea typeface="Times New Roman" panose="02020603050405020304" pitchFamily="18" charset="0"/>
                <a:cs typeface="Arial" panose="020B0604020202020204" pitchFamily="34" charset="0"/>
              </a:rPr>
              <a:t>DealCloud</a:t>
            </a:r>
            <a:r>
              <a:rPr lang="en-US" sz="900" i="1" kern="0" dirty="0">
                <a:effectLst/>
                <a:latin typeface="+mj-lt"/>
                <a:ea typeface="Times New Roman" panose="02020603050405020304" pitchFamily="18" charset="0"/>
                <a:cs typeface="Arial" panose="020B0604020202020204" pitchFamily="34" charset="0"/>
              </a:rPr>
              <a:t> could impact on the overall project duration. </a:t>
            </a:r>
            <a:r>
              <a:rPr lang="en-US" sz="900" i="1" kern="0" dirty="0" err="1">
                <a:effectLst/>
                <a:latin typeface="+mj-lt"/>
                <a:ea typeface="Times New Roman" panose="02020603050405020304" pitchFamily="18" charset="0"/>
                <a:cs typeface="Arial" panose="020B0604020202020204" pitchFamily="34" charset="0"/>
              </a:rPr>
              <a:t>DealCloud</a:t>
            </a:r>
            <a:r>
              <a:rPr lang="en-US" sz="900" i="1" kern="0" dirty="0">
                <a:effectLst/>
                <a:latin typeface="+mj-lt"/>
                <a:ea typeface="Times New Roman" panose="02020603050405020304" pitchFamily="18" charset="0"/>
                <a:cs typeface="Arial" panose="020B0604020202020204" pitchFamily="34" charset="0"/>
              </a:rPr>
              <a:t> customization falls under the responsibility of Metropolitan and </a:t>
            </a:r>
            <a:r>
              <a:rPr lang="en-US" sz="900" i="1" kern="0" dirty="0" err="1">
                <a:effectLst/>
                <a:latin typeface="+mj-lt"/>
                <a:ea typeface="Times New Roman" panose="02020603050405020304" pitchFamily="18" charset="0"/>
                <a:cs typeface="Arial" panose="020B0604020202020204" pitchFamily="34" charset="0"/>
              </a:rPr>
              <a:t>DealCloud</a:t>
            </a:r>
            <a:r>
              <a:rPr lang="en-US" sz="900" i="1" kern="0" dirty="0">
                <a:effectLst/>
                <a:latin typeface="+mj-lt"/>
                <a:ea typeface="Times New Roman" panose="02020603050405020304" pitchFamily="18" charset="0"/>
                <a:cs typeface="Arial" panose="020B0604020202020204" pitchFamily="34" charset="0"/>
              </a:rPr>
              <a:t>, and they should determine the effort required. </a:t>
            </a:r>
            <a:endParaRPr lang="es-ES" sz="900" i="1" kern="100" dirty="0">
              <a:effectLst/>
              <a:latin typeface="+mj-lt"/>
              <a:ea typeface="Calibri" panose="020F0502020204030204" pitchFamily="34" charset="0"/>
              <a:cs typeface="Arial" panose="020B0604020202020204" pitchFamily="34" charset="0"/>
            </a:endParaRPr>
          </a:p>
          <a:p>
            <a:r>
              <a:rPr lang="en-US" sz="900" i="1" kern="0" dirty="0">
                <a:effectLst/>
                <a:latin typeface="+mj-lt"/>
                <a:ea typeface="Times New Roman" panose="02020603050405020304" pitchFamily="18" charset="0"/>
              </a:rPr>
              <a:t>**We will have some early quick wins in the process but Data Governance process running in parallel will keep retro feeding quick wins outputs and retro feeding them </a:t>
            </a:r>
            <a:endParaRPr lang="bg-BG" sz="100" i="1" kern="100" dirty="0">
              <a:effectLst/>
              <a:latin typeface="+mj-lt"/>
              <a:ea typeface="Calibri" panose="020F0502020204030204" pitchFamily="34" charset="0"/>
              <a:cs typeface="Times New Roman" panose="02020603050405020304" pitchFamily="18" charset="0"/>
            </a:endParaRPr>
          </a:p>
        </p:txBody>
      </p:sp>
      <p:sp>
        <p:nvSpPr>
          <p:cNvPr id="2" name="Arrow: Pentagon 1">
            <a:extLst>
              <a:ext uri="{FF2B5EF4-FFF2-40B4-BE49-F238E27FC236}">
                <a16:creationId xmlns:a16="http://schemas.microsoft.com/office/drawing/2014/main" id="{433CDD12-B895-B50F-6EB6-ABFA77DD6871}"/>
              </a:ext>
            </a:extLst>
          </p:cNvPr>
          <p:cNvSpPr/>
          <p:nvPr/>
        </p:nvSpPr>
        <p:spPr>
          <a:xfrm>
            <a:off x="3849623" y="2270217"/>
            <a:ext cx="3358349" cy="237744"/>
          </a:xfrm>
          <a:prstGeom prst="homePlate">
            <a:avLst/>
          </a:prstGeom>
          <a:solidFill>
            <a:srgbClr val="208E9B"/>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noProof="0" dirty="0"/>
              <a:t>Define </a:t>
            </a:r>
            <a:r>
              <a:rPr lang="en-AU" sz="800" noProof="0" dirty="0" err="1"/>
              <a:t>DealCloud</a:t>
            </a:r>
            <a:r>
              <a:rPr lang="en-AU" sz="800" noProof="0" dirty="0"/>
              <a:t> data fields, structure, ownership, responsibilities, and RACI *</a:t>
            </a:r>
          </a:p>
        </p:txBody>
      </p:sp>
      <p:sp>
        <p:nvSpPr>
          <p:cNvPr id="3" name="TextBox 2">
            <a:extLst>
              <a:ext uri="{FF2B5EF4-FFF2-40B4-BE49-F238E27FC236}">
                <a16:creationId xmlns:a16="http://schemas.microsoft.com/office/drawing/2014/main" id="{45B5DF86-25EF-A6B8-9409-5AD8F164369E}"/>
              </a:ext>
            </a:extLst>
          </p:cNvPr>
          <p:cNvSpPr txBox="1"/>
          <p:nvPr/>
        </p:nvSpPr>
        <p:spPr>
          <a:xfrm>
            <a:off x="7266979" y="2541711"/>
            <a:ext cx="4739087" cy="261610"/>
          </a:xfrm>
          <a:prstGeom prst="rect">
            <a:avLst/>
          </a:prstGeom>
          <a:noFill/>
        </p:spPr>
        <p:txBody>
          <a:bodyPr wrap="square" rtlCol="0">
            <a:spAutoFit/>
          </a:bodyPr>
          <a:lstStyle/>
          <a:p>
            <a:r>
              <a:rPr lang="es-ES" sz="1100" i="1" dirty="0" err="1">
                <a:solidFill>
                  <a:schemeClr val="tx1">
                    <a:lumMod val="65000"/>
                    <a:lumOff val="35000"/>
                  </a:schemeClr>
                </a:solidFill>
              </a:rPr>
              <a:t>Based</a:t>
            </a:r>
            <a:r>
              <a:rPr lang="es-ES" sz="1100" i="1" dirty="0">
                <a:solidFill>
                  <a:schemeClr val="tx1">
                    <a:lumMod val="65000"/>
                    <a:lumOff val="35000"/>
                  </a:schemeClr>
                </a:solidFill>
              </a:rPr>
              <a:t> </a:t>
            </a:r>
            <a:r>
              <a:rPr lang="es-ES" sz="1100" i="1" dirty="0" err="1">
                <a:solidFill>
                  <a:schemeClr val="tx1">
                    <a:lumMod val="65000"/>
                    <a:lumOff val="35000"/>
                  </a:schemeClr>
                </a:solidFill>
              </a:rPr>
              <a:t>on</a:t>
            </a:r>
            <a:r>
              <a:rPr lang="es-ES" sz="1100" i="1" dirty="0">
                <a:solidFill>
                  <a:schemeClr val="tx1">
                    <a:lumMod val="65000"/>
                    <a:lumOff val="35000"/>
                  </a:schemeClr>
                </a:solidFill>
              </a:rPr>
              <a:t> MET and </a:t>
            </a:r>
            <a:r>
              <a:rPr lang="es-ES" sz="1100" i="1" dirty="0" err="1">
                <a:solidFill>
                  <a:schemeClr val="tx1">
                    <a:lumMod val="65000"/>
                    <a:lumOff val="35000"/>
                  </a:schemeClr>
                </a:solidFill>
              </a:rPr>
              <a:t>DealCloud</a:t>
            </a:r>
            <a:r>
              <a:rPr lang="es-ES" sz="1100" i="1" dirty="0">
                <a:solidFill>
                  <a:schemeClr val="tx1">
                    <a:lumMod val="65000"/>
                    <a:lumOff val="35000"/>
                  </a:schemeClr>
                </a:solidFill>
              </a:rPr>
              <a:t> timelines</a:t>
            </a:r>
          </a:p>
        </p:txBody>
      </p:sp>
      <p:sp>
        <p:nvSpPr>
          <p:cNvPr id="7" name="Arrow: Pentagon 6">
            <a:extLst>
              <a:ext uri="{FF2B5EF4-FFF2-40B4-BE49-F238E27FC236}">
                <a16:creationId xmlns:a16="http://schemas.microsoft.com/office/drawing/2014/main" id="{294A00D9-FE23-FA75-9C58-B9155BD98690}"/>
              </a:ext>
            </a:extLst>
          </p:cNvPr>
          <p:cNvSpPr/>
          <p:nvPr/>
        </p:nvSpPr>
        <p:spPr>
          <a:xfrm>
            <a:off x="3849624" y="4576775"/>
            <a:ext cx="2002536"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9" name="Star: 5 Points 8">
            <a:extLst>
              <a:ext uri="{FF2B5EF4-FFF2-40B4-BE49-F238E27FC236}">
                <a16:creationId xmlns:a16="http://schemas.microsoft.com/office/drawing/2014/main" id="{2AC3D892-1D61-6EDA-0D3B-96A5B7D0334B}"/>
              </a:ext>
            </a:extLst>
          </p:cNvPr>
          <p:cNvSpPr/>
          <p:nvPr/>
        </p:nvSpPr>
        <p:spPr>
          <a:xfrm>
            <a:off x="5730240" y="4576775"/>
            <a:ext cx="243840" cy="237744"/>
          </a:xfrm>
          <a:prstGeom prst="star5">
            <a:avLst/>
          </a:prstGeom>
          <a:solidFill>
            <a:schemeClr val="accent4"/>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Arrow: Pentagon 9">
            <a:extLst>
              <a:ext uri="{FF2B5EF4-FFF2-40B4-BE49-F238E27FC236}">
                <a16:creationId xmlns:a16="http://schemas.microsoft.com/office/drawing/2014/main" id="{90F5DDDB-024D-05C8-2EC4-6A1BF0B135F0}"/>
              </a:ext>
            </a:extLst>
          </p:cNvPr>
          <p:cNvSpPr/>
          <p:nvPr/>
        </p:nvSpPr>
        <p:spPr>
          <a:xfrm>
            <a:off x="5872949" y="4935089"/>
            <a:ext cx="1335024"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11" name="Star: 5 Points 10">
            <a:extLst>
              <a:ext uri="{FF2B5EF4-FFF2-40B4-BE49-F238E27FC236}">
                <a16:creationId xmlns:a16="http://schemas.microsoft.com/office/drawing/2014/main" id="{16639A58-5EFB-2798-6855-2C9E08269B4C}"/>
              </a:ext>
            </a:extLst>
          </p:cNvPr>
          <p:cNvSpPr/>
          <p:nvPr/>
        </p:nvSpPr>
        <p:spPr>
          <a:xfrm>
            <a:off x="7132320" y="4936910"/>
            <a:ext cx="243840" cy="237744"/>
          </a:xfrm>
          <a:prstGeom prst="star5">
            <a:avLst/>
          </a:prstGeom>
          <a:solidFill>
            <a:schemeClr val="accent4"/>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Arrow: Pentagon 11">
            <a:extLst>
              <a:ext uri="{FF2B5EF4-FFF2-40B4-BE49-F238E27FC236}">
                <a16:creationId xmlns:a16="http://schemas.microsoft.com/office/drawing/2014/main" id="{16A53226-5A28-7A48-108A-4D90290A2925}"/>
              </a:ext>
            </a:extLst>
          </p:cNvPr>
          <p:cNvSpPr/>
          <p:nvPr/>
        </p:nvSpPr>
        <p:spPr>
          <a:xfrm>
            <a:off x="5872948" y="5303280"/>
            <a:ext cx="4752379"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13" name="Star: 5 Points 12">
            <a:extLst>
              <a:ext uri="{FF2B5EF4-FFF2-40B4-BE49-F238E27FC236}">
                <a16:creationId xmlns:a16="http://schemas.microsoft.com/office/drawing/2014/main" id="{5FFBAE74-7894-86A8-812F-0D8263738D2D}"/>
              </a:ext>
            </a:extLst>
          </p:cNvPr>
          <p:cNvSpPr/>
          <p:nvPr/>
        </p:nvSpPr>
        <p:spPr>
          <a:xfrm>
            <a:off x="7784811" y="5291693"/>
            <a:ext cx="243840" cy="237744"/>
          </a:xfrm>
          <a:prstGeom prst="star5">
            <a:avLst/>
          </a:prstGeom>
          <a:solidFill>
            <a:schemeClr val="accent4"/>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Star: 5 Points 13">
            <a:extLst>
              <a:ext uri="{FF2B5EF4-FFF2-40B4-BE49-F238E27FC236}">
                <a16:creationId xmlns:a16="http://schemas.microsoft.com/office/drawing/2014/main" id="{A14F0027-235D-D7E9-B37A-6F3F8BF99303}"/>
              </a:ext>
            </a:extLst>
          </p:cNvPr>
          <p:cNvSpPr/>
          <p:nvPr/>
        </p:nvSpPr>
        <p:spPr>
          <a:xfrm>
            <a:off x="10253691" y="5289010"/>
            <a:ext cx="243840" cy="237744"/>
          </a:xfrm>
          <a:prstGeom prst="star5">
            <a:avLst/>
          </a:prstGeom>
          <a:solidFill>
            <a:schemeClr val="accent4"/>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Arrow: Chevron 14">
            <a:extLst>
              <a:ext uri="{FF2B5EF4-FFF2-40B4-BE49-F238E27FC236}">
                <a16:creationId xmlns:a16="http://schemas.microsoft.com/office/drawing/2014/main" id="{0C026C2A-106F-1E59-DDD4-096F6BA48A00}"/>
              </a:ext>
            </a:extLst>
          </p:cNvPr>
          <p:cNvSpPr/>
          <p:nvPr/>
        </p:nvSpPr>
        <p:spPr>
          <a:xfrm>
            <a:off x="5974080" y="4574954"/>
            <a:ext cx="5940552" cy="234705"/>
          </a:xfrm>
          <a:prstGeom prst="chevron">
            <a:avLst/>
          </a:prstGeom>
          <a:pattFill prst="dkUpDiag">
            <a:fgClr>
              <a:srgbClr val="208E9B"/>
            </a:fgClr>
            <a:bgClr>
              <a:schemeClr val="bg1"/>
            </a:bgClr>
          </a:patt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6" name="Arrow: Chevron 15">
            <a:extLst>
              <a:ext uri="{FF2B5EF4-FFF2-40B4-BE49-F238E27FC236}">
                <a16:creationId xmlns:a16="http://schemas.microsoft.com/office/drawing/2014/main" id="{38BEDB47-A921-5459-1A5D-A3B38AEED171}"/>
              </a:ext>
            </a:extLst>
          </p:cNvPr>
          <p:cNvSpPr/>
          <p:nvPr/>
        </p:nvSpPr>
        <p:spPr>
          <a:xfrm>
            <a:off x="8077306" y="6459796"/>
            <a:ext cx="362712" cy="102453"/>
          </a:xfrm>
          <a:prstGeom prst="chevron">
            <a:avLst/>
          </a:prstGeom>
          <a:pattFill prst="dkUpDiag">
            <a:fgClr>
              <a:srgbClr val="208E9B"/>
            </a:fgClr>
            <a:bgClr>
              <a:schemeClr val="bg1"/>
            </a:bgClr>
          </a:patt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7" name="Arrow: Pentagon 16">
            <a:extLst>
              <a:ext uri="{FF2B5EF4-FFF2-40B4-BE49-F238E27FC236}">
                <a16:creationId xmlns:a16="http://schemas.microsoft.com/office/drawing/2014/main" id="{37570BEB-6B03-7A11-1AAA-05A133247B27}"/>
              </a:ext>
            </a:extLst>
          </p:cNvPr>
          <p:cNvSpPr/>
          <p:nvPr/>
        </p:nvSpPr>
        <p:spPr>
          <a:xfrm>
            <a:off x="7266979" y="2269647"/>
            <a:ext cx="2658072" cy="237744"/>
          </a:xfrm>
          <a:prstGeom prst="homePlate">
            <a:avLst/>
          </a:prstGeom>
          <a:solidFill>
            <a:srgbClr val="208E9B"/>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noProof="0" dirty="0"/>
              <a:t>Data Governance Framework and develop data quality management process</a:t>
            </a:r>
          </a:p>
        </p:txBody>
      </p:sp>
      <p:sp>
        <p:nvSpPr>
          <p:cNvPr id="18" name="Arrow: Pentagon 17">
            <a:extLst>
              <a:ext uri="{FF2B5EF4-FFF2-40B4-BE49-F238E27FC236}">
                <a16:creationId xmlns:a16="http://schemas.microsoft.com/office/drawing/2014/main" id="{C8D29688-CAD4-714A-C1C4-385824543E41}"/>
              </a:ext>
            </a:extLst>
          </p:cNvPr>
          <p:cNvSpPr/>
          <p:nvPr/>
        </p:nvSpPr>
        <p:spPr>
          <a:xfrm>
            <a:off x="9984058" y="2269647"/>
            <a:ext cx="2022009" cy="237744"/>
          </a:xfrm>
          <a:prstGeom prst="homePlate">
            <a:avLst/>
          </a:prstGeom>
          <a:solidFill>
            <a:srgbClr val="208E9B"/>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noProof="0"/>
              <a:t>Define Reporting &amp; </a:t>
            </a:r>
            <a:r>
              <a:rPr lang="en-AU" sz="800" noProof="0" dirty="0" err="1"/>
              <a:t>Dashbaording</a:t>
            </a:r>
            <a:r>
              <a:rPr lang="en-AU" sz="800" noProof="0" dirty="0"/>
              <a:t> Strategy</a:t>
            </a:r>
          </a:p>
        </p:txBody>
      </p:sp>
    </p:spTree>
    <p:extLst>
      <p:ext uri="{BB962C8B-B14F-4D97-AF65-F5344CB8AC3E}">
        <p14:creationId xmlns:p14="http://schemas.microsoft.com/office/powerpoint/2010/main" val="271034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 name="Object 215" hidden="1">
            <a:extLst>
              <a:ext uri="{FF2B5EF4-FFF2-40B4-BE49-F238E27FC236}">
                <a16:creationId xmlns:a16="http://schemas.microsoft.com/office/drawing/2014/main" id="{5235D025-19C2-4408-B13B-D48D506ABA5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592" imgH="591" progId="TCLayout.ActiveDocument.1">
                  <p:embed/>
                </p:oleObj>
              </mc:Choice>
              <mc:Fallback>
                <p:oleObj name="Diapositiva de think-cell" r:id="rId4" imgW="592" imgH="591" progId="TCLayout.ActiveDocument.1">
                  <p:embed/>
                  <p:pic>
                    <p:nvPicPr>
                      <p:cNvPr id="216" name="Object 215" hidden="1">
                        <a:extLst>
                          <a:ext uri="{FF2B5EF4-FFF2-40B4-BE49-F238E27FC236}">
                            <a16:creationId xmlns:a16="http://schemas.microsoft.com/office/drawing/2014/main" id="{5235D025-19C2-4408-B13B-D48D506ABA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nip Diagonal Corner Rectangle 7">
            <a:extLst>
              <a:ext uri="{FF2B5EF4-FFF2-40B4-BE49-F238E27FC236}">
                <a16:creationId xmlns:a16="http://schemas.microsoft.com/office/drawing/2014/main" id="{A156DC59-5C0B-493A-2D9B-B288C3BE5DA6}"/>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 name="TextBox 4">
            <a:extLst>
              <a:ext uri="{FF2B5EF4-FFF2-40B4-BE49-F238E27FC236}">
                <a16:creationId xmlns:a16="http://schemas.microsoft.com/office/drawing/2014/main" id="{BBF284AF-923D-CF4A-2512-8858BB2D6D85}"/>
              </a:ext>
            </a:extLst>
          </p:cNvPr>
          <p:cNvSpPr txBox="1"/>
          <p:nvPr/>
        </p:nvSpPr>
        <p:spPr>
          <a:xfrm>
            <a:off x="156601" y="353458"/>
            <a:ext cx="11932285" cy="492443"/>
          </a:xfrm>
          <a:prstGeom prst="rect">
            <a:avLst/>
          </a:prstGeom>
          <a:noFill/>
          <a:ln>
            <a:noFill/>
          </a:ln>
        </p:spPr>
        <p:txBody>
          <a:bodyPr wrap="square" lIns="0" tIns="0" rIns="0" bIns="0" rtlCol="0">
            <a:spAutoFit/>
          </a:bodyPr>
          <a:lstStyle/>
          <a:p>
            <a:pPr algn="ctr"/>
            <a:r>
              <a:rPr lang="en-US" sz="3200" b="1" cap="all" spc="600" dirty="0">
                <a:solidFill>
                  <a:schemeClr val="bg1"/>
                </a:solidFill>
                <a:latin typeface="Josefin Sans SemiBold" pitchFamily="2" charset="77"/>
              </a:rPr>
              <a:t>PRICING  </a:t>
            </a:r>
          </a:p>
        </p:txBody>
      </p:sp>
      <p:sp>
        <p:nvSpPr>
          <p:cNvPr id="164" name="TextBox 163">
            <a:extLst>
              <a:ext uri="{FF2B5EF4-FFF2-40B4-BE49-F238E27FC236}">
                <a16:creationId xmlns:a16="http://schemas.microsoft.com/office/drawing/2014/main" id="{9E2EE7C6-ABC8-FC1D-372F-FD8543E1054D}"/>
              </a:ext>
            </a:extLst>
          </p:cNvPr>
          <p:cNvSpPr txBox="1"/>
          <p:nvPr/>
        </p:nvSpPr>
        <p:spPr>
          <a:xfrm>
            <a:off x="1149157" y="1610184"/>
            <a:ext cx="4741345" cy="307777"/>
          </a:xfrm>
          <a:prstGeom prst="rect">
            <a:avLst/>
          </a:prstGeom>
          <a:noFill/>
        </p:spPr>
        <p:txBody>
          <a:bodyPr wrap="square" rtlCol="0">
            <a:spAutoFit/>
          </a:bodyPr>
          <a:lstStyle/>
          <a:p>
            <a:r>
              <a:rPr lang="en-US" sz="1400" b="1" dirty="0">
                <a:latin typeface="Josefin Sans SemiBold" pitchFamily="2" charset="0"/>
              </a:rPr>
              <a:t>PRICING</a:t>
            </a:r>
          </a:p>
        </p:txBody>
      </p:sp>
      <p:cxnSp>
        <p:nvCxnSpPr>
          <p:cNvPr id="165" name="Conector recto 18">
            <a:extLst>
              <a:ext uri="{FF2B5EF4-FFF2-40B4-BE49-F238E27FC236}">
                <a16:creationId xmlns:a16="http://schemas.microsoft.com/office/drawing/2014/main" id="{E1559431-5C57-D0E5-E96B-C530166A7DFB}"/>
              </a:ext>
            </a:extLst>
          </p:cNvPr>
          <p:cNvCxnSpPr>
            <a:cxnSpLocks/>
          </p:cNvCxnSpPr>
          <p:nvPr/>
        </p:nvCxnSpPr>
        <p:spPr>
          <a:xfrm>
            <a:off x="931372" y="1892090"/>
            <a:ext cx="19932" cy="3779162"/>
          </a:xfrm>
          <a:prstGeom prst="line">
            <a:avLst/>
          </a:prstGeom>
          <a:ln w="12700" cap="sq">
            <a:solidFill>
              <a:schemeClr val="bg1">
                <a:lumMod val="75000"/>
              </a:schemeClr>
            </a:solidFill>
            <a:prstDash val="dash"/>
          </a:ln>
        </p:spPr>
        <p:style>
          <a:lnRef idx="1">
            <a:schemeClr val="accent1"/>
          </a:lnRef>
          <a:fillRef idx="0">
            <a:schemeClr val="accent1"/>
          </a:fillRef>
          <a:effectRef idx="0">
            <a:schemeClr val="dk1"/>
          </a:effectRef>
          <a:fontRef idx="minor">
            <a:schemeClr val="lt1"/>
          </a:fontRef>
        </p:style>
      </p:cxnSp>
      <p:sp>
        <p:nvSpPr>
          <p:cNvPr id="166" name="Oval 10">
            <a:extLst>
              <a:ext uri="{FF2B5EF4-FFF2-40B4-BE49-F238E27FC236}">
                <a16:creationId xmlns:a16="http://schemas.microsoft.com/office/drawing/2014/main" id="{6A5AB65D-44F2-7134-7680-EF176FE0C660}"/>
              </a:ext>
            </a:extLst>
          </p:cNvPr>
          <p:cNvSpPr/>
          <p:nvPr/>
        </p:nvSpPr>
        <p:spPr>
          <a:xfrm>
            <a:off x="740219" y="1551783"/>
            <a:ext cx="408938" cy="401891"/>
          </a:xfrm>
          <a:prstGeom prst="ellipse">
            <a:avLst/>
          </a:prstGeom>
          <a:solidFill>
            <a:srgbClr val="CFF0D5"/>
          </a:solidFill>
          <a:ln>
            <a:noFill/>
          </a:ln>
        </p:spPr>
        <p:txBody>
          <a:bodyPr lIns="62191" tIns="31087" rIns="62191" bIns="31087" anchor="ctr" anchorCtr="0">
            <a:noAutofit/>
          </a:bodyPr>
          <a:lstStyle/>
          <a:p>
            <a:pPr algn="ctr"/>
            <a:endParaRPr lang="en-US" sz="1156">
              <a:solidFill>
                <a:prstClr val="white"/>
              </a:solidFill>
              <a:latin typeface="Georgia"/>
              <a:ea typeface="Georgia"/>
              <a:cs typeface="Georgia"/>
            </a:endParaRPr>
          </a:p>
        </p:txBody>
      </p:sp>
      <p:graphicFrame>
        <p:nvGraphicFramePr>
          <p:cNvPr id="168" name="Table 167">
            <a:extLst>
              <a:ext uri="{FF2B5EF4-FFF2-40B4-BE49-F238E27FC236}">
                <a16:creationId xmlns:a16="http://schemas.microsoft.com/office/drawing/2014/main" id="{25D0764D-735E-7A68-02E6-BD36EAF521A0}"/>
              </a:ext>
            </a:extLst>
          </p:cNvPr>
          <p:cNvGraphicFramePr>
            <a:graphicFrameLocks noGrp="1"/>
          </p:cNvGraphicFramePr>
          <p:nvPr>
            <p:extLst>
              <p:ext uri="{D42A27DB-BD31-4B8C-83A1-F6EECF244321}">
                <p14:modId xmlns:p14="http://schemas.microsoft.com/office/powerpoint/2010/main" val="2082080220"/>
              </p:ext>
            </p:extLst>
          </p:nvPr>
        </p:nvGraphicFramePr>
        <p:xfrm>
          <a:off x="1108592" y="1973417"/>
          <a:ext cx="6261470" cy="3633810"/>
        </p:xfrm>
        <a:graphic>
          <a:graphicData uri="http://schemas.openxmlformats.org/drawingml/2006/table">
            <a:tbl>
              <a:tblPr firstRow="1" bandRow="1">
                <a:tableStyleId>{5C22544A-7EE6-4342-B048-85BDC9FD1C3A}</a:tableStyleId>
              </a:tblPr>
              <a:tblGrid>
                <a:gridCol w="2071921">
                  <a:extLst>
                    <a:ext uri="{9D8B030D-6E8A-4147-A177-3AD203B41FA5}">
                      <a16:colId xmlns:a16="http://schemas.microsoft.com/office/drawing/2014/main" val="2205713035"/>
                    </a:ext>
                  </a:extLst>
                </a:gridCol>
                <a:gridCol w="1534362">
                  <a:extLst>
                    <a:ext uri="{9D8B030D-6E8A-4147-A177-3AD203B41FA5}">
                      <a16:colId xmlns:a16="http://schemas.microsoft.com/office/drawing/2014/main" val="3798862889"/>
                    </a:ext>
                  </a:extLst>
                </a:gridCol>
                <a:gridCol w="962025">
                  <a:extLst>
                    <a:ext uri="{9D8B030D-6E8A-4147-A177-3AD203B41FA5}">
                      <a16:colId xmlns:a16="http://schemas.microsoft.com/office/drawing/2014/main" val="1685920185"/>
                    </a:ext>
                  </a:extLst>
                </a:gridCol>
                <a:gridCol w="781050">
                  <a:extLst>
                    <a:ext uri="{9D8B030D-6E8A-4147-A177-3AD203B41FA5}">
                      <a16:colId xmlns:a16="http://schemas.microsoft.com/office/drawing/2014/main" val="884036209"/>
                    </a:ext>
                  </a:extLst>
                </a:gridCol>
                <a:gridCol w="912112">
                  <a:extLst>
                    <a:ext uri="{9D8B030D-6E8A-4147-A177-3AD203B41FA5}">
                      <a16:colId xmlns:a16="http://schemas.microsoft.com/office/drawing/2014/main" val="2700805401"/>
                    </a:ext>
                  </a:extLst>
                </a:gridCol>
              </a:tblGrid>
              <a:tr h="301725">
                <a:tc>
                  <a:txBody>
                    <a:bodyPr/>
                    <a:lstStyle/>
                    <a:p>
                      <a:pPr algn="ctr"/>
                      <a:r>
                        <a:rPr lang="en-US" sz="1100" kern="1200" spc="200" noProof="0" dirty="0">
                          <a:solidFill>
                            <a:schemeClr val="bg1"/>
                          </a:solidFill>
                          <a:latin typeface="Segoe UI Light" panose="020B0502040204020203" pitchFamily="34" charset="0"/>
                          <a:ea typeface="+mn-ea"/>
                          <a:cs typeface="Segoe UI Light" panose="020B0502040204020203" pitchFamily="34" charset="0"/>
                        </a:rPr>
                        <a:t>Phases</a:t>
                      </a:r>
                    </a:p>
                  </a:txBody>
                  <a:tcPr>
                    <a:solidFill>
                      <a:srgbClr val="208E9B"/>
                    </a:solidFill>
                  </a:tcPr>
                </a:tc>
                <a:tc>
                  <a:txBody>
                    <a:bodyPr/>
                    <a:lstStyle/>
                    <a:p>
                      <a:pPr algn="ctr"/>
                      <a:r>
                        <a:rPr lang="en-US" sz="1100" kern="1200" spc="200" noProof="0" dirty="0">
                          <a:solidFill>
                            <a:schemeClr val="bg1"/>
                          </a:solidFill>
                          <a:latin typeface="Segoe UI Light" panose="020B0502040204020203" pitchFamily="34" charset="0"/>
                          <a:ea typeface="+mn-ea"/>
                          <a:cs typeface="Segoe UI Light" panose="020B0502040204020203" pitchFamily="34" charset="0"/>
                        </a:rPr>
                        <a:t>Role </a:t>
                      </a:r>
                    </a:p>
                  </a:txBody>
                  <a:tcPr>
                    <a:solidFill>
                      <a:srgbClr val="208E9B"/>
                    </a:solidFill>
                  </a:tcPr>
                </a:tc>
                <a:tc>
                  <a:txBody>
                    <a:bodyPr/>
                    <a:lstStyle/>
                    <a:p>
                      <a:pPr algn="ctr"/>
                      <a:r>
                        <a:rPr lang="en-US" sz="1100" kern="1200" spc="200" noProof="0">
                          <a:solidFill>
                            <a:schemeClr val="bg1"/>
                          </a:solidFill>
                          <a:latin typeface="Segoe UI Light" panose="020B0502040204020203" pitchFamily="34" charset="0"/>
                          <a:ea typeface="+mn-ea"/>
                          <a:cs typeface="Segoe UI Light" panose="020B0502040204020203" pitchFamily="34" charset="0"/>
                        </a:rPr>
                        <a:t>Hours</a:t>
                      </a:r>
                    </a:p>
                  </a:txBody>
                  <a:tcPr>
                    <a:solidFill>
                      <a:srgbClr val="208E9B"/>
                    </a:solidFill>
                  </a:tcPr>
                </a:tc>
                <a:tc>
                  <a:txBody>
                    <a:bodyPr/>
                    <a:lstStyle/>
                    <a:p>
                      <a:pPr algn="ctr"/>
                      <a:r>
                        <a:rPr lang="en-US" sz="1100" kern="1200" spc="200" noProof="0">
                          <a:solidFill>
                            <a:schemeClr val="bg1"/>
                          </a:solidFill>
                          <a:latin typeface="Segoe UI Light" panose="020B0502040204020203" pitchFamily="34" charset="0"/>
                          <a:ea typeface="+mn-ea"/>
                          <a:cs typeface="Segoe UI Light" panose="020B0502040204020203" pitchFamily="34" charset="0"/>
                        </a:rPr>
                        <a:t>Rate</a:t>
                      </a:r>
                    </a:p>
                  </a:txBody>
                  <a:tcPr>
                    <a:solidFill>
                      <a:srgbClr val="208E9B"/>
                    </a:solidFill>
                  </a:tcPr>
                </a:tc>
                <a:tc>
                  <a:txBody>
                    <a:bodyPr/>
                    <a:lstStyle/>
                    <a:p>
                      <a:pPr algn="ctr"/>
                      <a:r>
                        <a:rPr lang="en-US" sz="1100" kern="1200" spc="200" noProof="0">
                          <a:solidFill>
                            <a:schemeClr val="bg1"/>
                          </a:solidFill>
                          <a:latin typeface="Segoe UI Light" panose="020B0502040204020203" pitchFamily="34" charset="0"/>
                          <a:ea typeface="+mn-ea"/>
                          <a:cs typeface="Segoe UI Light" panose="020B0502040204020203" pitchFamily="34" charset="0"/>
                        </a:rPr>
                        <a:t>Total</a:t>
                      </a:r>
                    </a:p>
                  </a:txBody>
                  <a:tcPr>
                    <a:solidFill>
                      <a:srgbClr val="208E9B"/>
                    </a:solidFill>
                  </a:tcPr>
                </a:tc>
                <a:extLst>
                  <a:ext uri="{0D108BD9-81ED-4DB2-BD59-A6C34878D82A}">
                    <a16:rowId xmlns:a16="http://schemas.microsoft.com/office/drawing/2014/main" val="1141620718"/>
                  </a:ext>
                </a:extLst>
              </a:tr>
              <a:tr h="394186">
                <a:tc>
                  <a:txBody>
                    <a:bodyPr/>
                    <a:lstStyle/>
                    <a:p>
                      <a:pPr marL="0" algn="l" defTabSz="914400" rtl="0" eaLnBrk="1" latinLnBrk="0" hangingPunct="1">
                        <a:lnSpc>
                          <a:spcPct val="107000"/>
                        </a:lnSpc>
                        <a:spcAft>
                          <a:spcPts val="800"/>
                        </a:spcAft>
                      </a:pPr>
                      <a:r>
                        <a:rPr lang="en-US" sz="1100" kern="0" noProof="0" dirty="0">
                          <a:solidFill>
                            <a:schemeClr val="dk1"/>
                          </a:solidFill>
                          <a:effectLst/>
                          <a:latin typeface="+mj-lt"/>
                          <a:ea typeface="+mn-ea"/>
                          <a:cs typeface="Arial" panose="020B0604020202020204" pitchFamily="34" charset="0"/>
                        </a:rPr>
                        <a:t>Deal Cloud Governance</a:t>
                      </a:r>
                    </a:p>
                  </a:txBody>
                  <a:tcPr anchor="ctr">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lnSpc>
                          <a:spcPct val="107000"/>
                        </a:lnSpc>
                        <a:spcAft>
                          <a:spcPts val="800"/>
                        </a:spcAft>
                      </a:pPr>
                      <a:r>
                        <a:rPr lang="en-US" sz="1100" kern="0" noProof="0" dirty="0">
                          <a:solidFill>
                            <a:schemeClr val="dk1"/>
                          </a:solidFill>
                          <a:effectLst/>
                          <a:latin typeface="Calibri Light" panose="020F0302020204030204" pitchFamily="34" charset="0"/>
                          <a:ea typeface="+mn-ea"/>
                          <a:cs typeface="Arial" panose="020B0604020202020204" pitchFamily="34" charset="0"/>
                        </a:rPr>
                        <a:t>Business Analyst Lead</a:t>
                      </a:r>
                    </a:p>
                  </a:txBody>
                  <a:tcPr anchor="ctr">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latinLnBrk="0" hangingPunct="1"/>
                      <a:r>
                        <a:rPr lang="en-US" sz="1000" b="0" kern="1200" spc="200" noProof="0" dirty="0">
                          <a:solidFill>
                            <a:schemeClr val="tx1"/>
                          </a:solidFill>
                          <a:latin typeface="+mj-lt"/>
                          <a:ea typeface="+mn-ea"/>
                          <a:cs typeface="Segoe UI Light" panose="020B0502040204020203" pitchFamily="34" charset="0"/>
                        </a:rPr>
                        <a:t>80</a:t>
                      </a:r>
                    </a:p>
                  </a:txBody>
                  <a:tcPr anchor="ctr">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latinLnBrk="0" hangingPunct="1"/>
                      <a:r>
                        <a:rPr lang="en-US" sz="1000" b="0" kern="1200" spc="200" noProof="0" dirty="0">
                          <a:solidFill>
                            <a:schemeClr val="tx1"/>
                          </a:solidFill>
                          <a:latin typeface="+mj-lt"/>
                          <a:ea typeface="+mn-ea"/>
                          <a:cs typeface="Segoe UI Light" panose="020B0502040204020203" pitchFamily="34" charset="0"/>
                        </a:rPr>
                        <a:t>$225/</a:t>
                      </a:r>
                      <a:r>
                        <a:rPr lang="en-US" sz="1000" b="0" kern="1200" spc="200" noProof="0" dirty="0" err="1">
                          <a:solidFill>
                            <a:schemeClr val="tx1"/>
                          </a:solidFill>
                          <a:latin typeface="+mj-lt"/>
                          <a:ea typeface="+mn-ea"/>
                          <a:cs typeface="Segoe UI Light" panose="020B0502040204020203" pitchFamily="34" charset="0"/>
                        </a:rPr>
                        <a:t>hr</a:t>
                      </a:r>
                      <a:endParaRPr lang="en-US" sz="1000" b="0" kern="1200" spc="200" noProof="0" dirty="0">
                        <a:solidFill>
                          <a:schemeClr val="tx1"/>
                        </a:solidFill>
                        <a:latin typeface="+mj-lt"/>
                        <a:ea typeface="+mn-ea"/>
                        <a:cs typeface="Segoe UI Light" panose="020B0502040204020203" pitchFamily="34" charset="0"/>
                      </a:endParaRPr>
                    </a:p>
                  </a:txBody>
                  <a:tcPr anchor="ctr">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latinLnBrk="0" hangingPunct="1"/>
                      <a:r>
                        <a:rPr lang="en-US" sz="1000" b="0" kern="1200" spc="200" noProof="0" dirty="0">
                          <a:solidFill>
                            <a:schemeClr val="tx1"/>
                          </a:solidFill>
                          <a:latin typeface="+mj-lt"/>
                          <a:ea typeface="+mn-ea"/>
                          <a:cs typeface="Segoe UI Light" panose="020B0502040204020203" pitchFamily="34" charset="0"/>
                        </a:rPr>
                        <a:t>$18,000</a:t>
                      </a:r>
                    </a:p>
                  </a:txBody>
                  <a:tcPr anchor="ctr">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4545349"/>
                  </a:ext>
                </a:extLst>
              </a:tr>
              <a:tr h="306163">
                <a:tc>
                  <a:txBody>
                    <a:bodyPr/>
                    <a:lstStyle/>
                    <a:p>
                      <a:pPr marL="0" algn="l" defTabSz="914400" rtl="0" eaLnBrk="1" latinLnBrk="0" hangingPunct="1">
                        <a:lnSpc>
                          <a:spcPct val="107000"/>
                        </a:lnSpc>
                        <a:spcAft>
                          <a:spcPts val="800"/>
                        </a:spcAft>
                      </a:pPr>
                      <a:r>
                        <a:rPr lang="en-US" sz="1100" kern="0" noProof="0" dirty="0">
                          <a:solidFill>
                            <a:schemeClr val="dk1"/>
                          </a:solidFill>
                          <a:effectLst/>
                          <a:latin typeface="+mj-lt"/>
                          <a:ea typeface="+mn-ea"/>
                          <a:cs typeface="Arial" panose="020B0604020202020204" pitchFamily="34" charset="0"/>
                        </a:rPr>
                        <a:t>Quick Wins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endParaRPr lang="en-US" sz="1000" b="0" kern="1200" spc="200" noProof="0">
                        <a:solidFill>
                          <a:schemeClr val="tx1"/>
                        </a:solidFill>
                        <a:latin typeface="+mj-lt"/>
                        <a:ea typeface="+mn-ea"/>
                        <a:cs typeface="Segoe UI Light" panose="020B0502040204020203" pitchFamily="34" charset="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latinLnBrk="0" hangingPunct="1"/>
                      <a:endParaRPr lang="en-US" sz="1000" b="0" kern="1200" spc="200" noProof="0">
                        <a:solidFill>
                          <a:schemeClr val="tx1"/>
                        </a:solidFill>
                        <a:latin typeface="+mj-lt"/>
                        <a:ea typeface="+mn-ea"/>
                        <a:cs typeface="Segoe UI Light" panose="020B0502040204020203" pitchFamily="34" charset="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latinLnBrk="0" hangingPunct="1"/>
                      <a:endParaRPr lang="en-US" sz="1000" b="0" kern="1200" spc="200" noProof="0">
                        <a:solidFill>
                          <a:schemeClr val="tx1"/>
                        </a:solidFill>
                        <a:latin typeface="+mj-lt"/>
                        <a:ea typeface="+mn-ea"/>
                        <a:cs typeface="Segoe UI Light" panose="020B0502040204020203" pitchFamily="34" charset="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latinLnBrk="0" hangingPunct="1"/>
                      <a:endParaRPr lang="en-US" sz="1000" b="0" kern="1200" spc="200" noProof="0" dirty="0">
                        <a:solidFill>
                          <a:schemeClr val="tx1"/>
                        </a:solidFill>
                        <a:latin typeface="+mj-lt"/>
                        <a:ea typeface="+mn-ea"/>
                        <a:cs typeface="Segoe UI Light" panose="020B0502040204020203" pitchFamily="34" charset="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1858069"/>
                  </a:ext>
                </a:extLst>
              </a:tr>
              <a:tr h="408585">
                <a:tc>
                  <a:txBody>
                    <a:bodyPr/>
                    <a:lstStyle/>
                    <a:p>
                      <a:pPr>
                        <a:lnSpc>
                          <a:spcPct val="107000"/>
                        </a:lnSpc>
                        <a:spcAft>
                          <a:spcPts val="800"/>
                        </a:spcAft>
                      </a:pPr>
                      <a:r>
                        <a:rPr lang="en-US" sz="1100" kern="0" dirty="0">
                          <a:effectLst/>
                          <a:latin typeface="+mj-lt"/>
                          <a:ea typeface="Times New Roman" panose="02020603050405020304" pitchFamily="18" charset="0"/>
                          <a:cs typeface="Arial" panose="020B0604020202020204" pitchFamily="34" charset="0"/>
                        </a:rPr>
                        <a:t>Metropolitan Data Architecture Technical Setup</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Data Engineer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100*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$200/</a:t>
                      </a:r>
                      <a:r>
                        <a:rPr lang="en-US" sz="1100" kern="0" dirty="0" err="1">
                          <a:effectLst/>
                          <a:latin typeface="Calibri Light" panose="020F0302020204030204" pitchFamily="34" charset="0"/>
                          <a:ea typeface="Times New Roman" panose="02020603050405020304" pitchFamily="18" charset="0"/>
                          <a:cs typeface="Arial" panose="020B0604020202020204" pitchFamily="34" charset="0"/>
                        </a:rPr>
                        <a:t>hr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$20,000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1262661"/>
                  </a:ext>
                </a:extLst>
              </a:tr>
              <a:tr h="283975">
                <a:tc>
                  <a:txBody>
                    <a:bodyPr/>
                    <a:lstStyle/>
                    <a:p>
                      <a:pPr>
                        <a:lnSpc>
                          <a:spcPct val="107000"/>
                        </a:lnSpc>
                        <a:spcAft>
                          <a:spcPts val="800"/>
                        </a:spcAft>
                      </a:pPr>
                      <a:r>
                        <a:rPr lang="en-US" sz="1100" kern="0" dirty="0">
                          <a:effectLst/>
                          <a:latin typeface="+mj-lt"/>
                          <a:ea typeface="Times New Roman" panose="02020603050405020304" pitchFamily="18" charset="0"/>
                          <a:cs typeface="Arial" panose="020B0604020202020204" pitchFamily="34" charset="0"/>
                        </a:rPr>
                        <a:t>Data Cleansing for Deal Data</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Automation Developer</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50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$180/hr</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$9,000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051335"/>
                  </a:ext>
                </a:extLst>
              </a:tr>
              <a:tr h="450093">
                <a:tc>
                  <a:txBody>
                    <a:bodyPr/>
                    <a:lstStyle/>
                    <a:p>
                      <a:pPr>
                        <a:lnSpc>
                          <a:spcPct val="107000"/>
                        </a:lnSpc>
                        <a:spcAft>
                          <a:spcPts val="800"/>
                        </a:spcAft>
                      </a:pPr>
                      <a:r>
                        <a:rPr lang="en-US" sz="1100" kern="0" dirty="0">
                          <a:effectLst/>
                          <a:latin typeface="+mj-lt"/>
                          <a:ea typeface="Times New Roman" panose="02020603050405020304" pitchFamily="18" charset="0"/>
                          <a:cs typeface="Arial" panose="020B0604020202020204" pitchFamily="34" charset="0"/>
                        </a:rPr>
                        <a:t>Data Quality monitoring &amp; Reporting Dashboard</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Automation Developer</a:t>
                      </a:r>
                    </a:p>
                    <a:p>
                      <a:pPr>
                        <a:lnSpc>
                          <a:spcPct val="107000"/>
                        </a:lnSpc>
                        <a:spcAft>
                          <a:spcPts val="800"/>
                        </a:spcAft>
                      </a:pPr>
                      <a:r>
                        <a:rPr lang="en-US" sz="1100" kern="0" dirty="0" err="1">
                          <a:effectLst/>
                          <a:latin typeface="Calibri Light" panose="020F0302020204030204" pitchFamily="34" charset="0"/>
                          <a:ea typeface="Times New Roman" panose="02020603050405020304" pitchFamily="18" charset="0"/>
                          <a:cs typeface="Arial" panose="020B0604020202020204" pitchFamily="34" charset="0"/>
                        </a:rPr>
                        <a:t>PowerBI</a:t>
                      </a: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 Developer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s-ES" sz="1100" kern="0" dirty="0">
                          <a:effectLst/>
                          <a:latin typeface="Calibri Light" panose="020F0302020204030204" pitchFamily="34" charset="0"/>
                          <a:ea typeface="Times New Roman" panose="02020603050405020304" pitchFamily="18" charset="0"/>
                          <a:cs typeface="Arial" panose="020B0604020202020204" pitchFamily="34" charset="0"/>
                        </a:rPr>
                        <a:t>60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60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$180/</a:t>
                      </a:r>
                      <a:r>
                        <a:rPr lang="en-US" sz="1100" kern="0" dirty="0" err="1">
                          <a:effectLst/>
                          <a:latin typeface="Calibri Light" panose="020F0302020204030204" pitchFamily="34" charset="0"/>
                          <a:ea typeface="Times New Roman" panose="02020603050405020304" pitchFamily="18" charset="0"/>
                          <a:cs typeface="Arial" panose="020B0604020202020204" pitchFamily="34" charset="0"/>
                        </a:rPr>
                        <a:t>hr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a:t>
                      </a:r>
                      <a:r>
                        <a:rPr lang="es-ES" sz="1100" kern="0" dirty="0">
                          <a:effectLst/>
                          <a:latin typeface="Calibri Light" panose="020F0302020204030204" pitchFamily="34" charset="0"/>
                          <a:ea typeface="Times New Roman" panose="02020603050405020304" pitchFamily="18" charset="0"/>
                          <a:cs typeface="Arial" panose="020B0604020202020204" pitchFamily="34" charset="0"/>
                        </a:rPr>
                        <a:t>10,800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$10,800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7894024"/>
                  </a:ext>
                </a:extLst>
              </a:tr>
              <a:tr h="283975">
                <a:tc>
                  <a:txBody>
                    <a:bodyPr/>
                    <a:lstStyle/>
                    <a:p>
                      <a:pPr>
                        <a:lnSpc>
                          <a:spcPct val="107000"/>
                        </a:lnSpc>
                        <a:spcAft>
                          <a:spcPts val="800"/>
                        </a:spcAft>
                      </a:pPr>
                      <a:r>
                        <a:rPr lang="en-US" sz="1100" kern="0" dirty="0">
                          <a:effectLst/>
                          <a:latin typeface="+mj-lt"/>
                          <a:ea typeface="Times New Roman" panose="02020603050405020304" pitchFamily="18" charset="0"/>
                          <a:cs typeface="Arial" panose="020B0604020202020204" pitchFamily="34" charset="0"/>
                        </a:rPr>
                        <a:t>Automated email notifications</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Automation Developer</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60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$180/</a:t>
                      </a:r>
                      <a:r>
                        <a:rPr lang="en-US" sz="1100" kern="0" dirty="0" err="1">
                          <a:effectLst/>
                          <a:latin typeface="Calibri Light" panose="020F0302020204030204" pitchFamily="34" charset="0"/>
                          <a:ea typeface="Times New Roman" panose="02020603050405020304" pitchFamily="18" charset="0"/>
                          <a:cs typeface="Arial" panose="020B0604020202020204" pitchFamily="34" charset="0"/>
                        </a:rPr>
                        <a:t>hr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$7,200</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54445094"/>
                  </a:ext>
                </a:extLst>
              </a:tr>
              <a:tr h="349020">
                <a:tc>
                  <a:txBody>
                    <a:bodyPr/>
                    <a:lstStyle/>
                    <a:p>
                      <a:pPr>
                        <a:lnSpc>
                          <a:spcPct val="107000"/>
                        </a:lnSpc>
                        <a:spcAft>
                          <a:spcPts val="800"/>
                        </a:spcAft>
                      </a:pPr>
                      <a:r>
                        <a:rPr lang="en-US" sz="1100" kern="0" dirty="0">
                          <a:effectLst/>
                          <a:latin typeface="+mj-lt"/>
                          <a:ea typeface="Times New Roman" panose="02020603050405020304" pitchFamily="18" charset="0"/>
                          <a:cs typeface="Arial" panose="020B0604020202020204" pitchFamily="34" charset="0"/>
                        </a:rPr>
                        <a:t>Automation of Pipeline and Funnel Reports</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PowerBI Developer</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160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$180/hr</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$28,800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0163815"/>
                  </a:ext>
                </a:extLst>
              </a:tr>
              <a:tr h="283975">
                <a:tc>
                  <a:txBody>
                    <a:bodyPr/>
                    <a:lstStyle/>
                    <a:p>
                      <a:pPr>
                        <a:lnSpc>
                          <a:spcPct val="107000"/>
                        </a:lnSpc>
                        <a:spcAft>
                          <a:spcPts val="800"/>
                        </a:spcAft>
                      </a:pPr>
                      <a:r>
                        <a:rPr lang="en-US" sz="1100" kern="0" dirty="0">
                          <a:effectLst/>
                          <a:latin typeface="+mj-lt"/>
                          <a:ea typeface="Times New Roman" panose="02020603050405020304" pitchFamily="18" charset="0"/>
                          <a:cs typeface="Arial" panose="020B0604020202020204" pitchFamily="34" charset="0"/>
                        </a:rPr>
                        <a:t>Training &amp; Change Management</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Business Analyst</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40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a:effectLst/>
                          <a:latin typeface="Calibri Light" panose="020F0302020204030204" pitchFamily="34" charset="0"/>
                          <a:ea typeface="Times New Roman" panose="02020603050405020304" pitchFamily="18" charset="0"/>
                          <a:cs typeface="Arial" panose="020B0604020202020204" pitchFamily="34" charset="0"/>
                        </a:rPr>
                        <a:t>$150/hr</a:t>
                      </a:r>
                      <a:endParaRPr lang="es-E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$6,000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18608523"/>
                  </a:ext>
                </a:extLst>
              </a:tr>
              <a:tr h="283975">
                <a:tc>
                  <a:txBody>
                    <a:bodyPr/>
                    <a:lstStyle/>
                    <a:p>
                      <a:pPr>
                        <a:lnSpc>
                          <a:spcPct val="107000"/>
                        </a:lnSpc>
                        <a:spcAft>
                          <a:spcPts val="800"/>
                        </a:spcAft>
                      </a:pPr>
                      <a:r>
                        <a:rPr lang="es-ES" sz="1100" kern="100" dirty="0" err="1">
                          <a:effectLst/>
                          <a:latin typeface="+mj-lt"/>
                          <a:ea typeface="Calibri" panose="020F0502020204030204" pitchFamily="34" charset="0"/>
                          <a:cs typeface="Arial" panose="020B0604020202020204" pitchFamily="34" charset="0"/>
                        </a:rPr>
                        <a:t>Overall</a:t>
                      </a:r>
                      <a:endParaRPr lang="es-ES" sz="1100" kern="100" dirty="0">
                        <a:effectLst/>
                        <a:latin typeface="+mj-lt"/>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Project Manager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48</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$200/</a:t>
                      </a:r>
                      <a:r>
                        <a:rPr lang="en-US" sz="1100" kern="0" dirty="0" err="1">
                          <a:effectLst/>
                          <a:latin typeface="Calibri Light" panose="020F0302020204030204" pitchFamily="34" charset="0"/>
                          <a:ea typeface="Times New Roman" panose="02020603050405020304" pitchFamily="18" charset="0"/>
                          <a:cs typeface="Arial" panose="020B0604020202020204" pitchFamily="34" charset="0"/>
                        </a:rPr>
                        <a:t>hr</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100" kern="0" dirty="0">
                          <a:effectLst/>
                          <a:latin typeface="Calibri Light" panose="020F0302020204030204" pitchFamily="34" charset="0"/>
                          <a:ea typeface="Times New Roman" panose="02020603050405020304" pitchFamily="18" charset="0"/>
                          <a:cs typeface="Arial" panose="020B0604020202020204" pitchFamily="34" charset="0"/>
                        </a:rPr>
                        <a:t>$9,600</a:t>
                      </a:r>
                      <a:endParaRPr lang="es-E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61375603"/>
                  </a:ext>
                </a:extLst>
              </a:tr>
              <a:tr h="283975">
                <a:tc>
                  <a:txBody>
                    <a:bodyPr/>
                    <a:lstStyle/>
                    <a:p>
                      <a:pPr marL="0" algn="l" defTabSz="914400" rtl="0" eaLnBrk="1" latinLnBrk="0" hangingPunct="1"/>
                      <a:endParaRPr lang="en-US" sz="1000" b="1" kern="1200" spc="200" noProof="0" dirty="0">
                        <a:solidFill>
                          <a:schemeClr val="tx1"/>
                        </a:solidFill>
                        <a:latin typeface="Segoe UI Light" panose="020B0502040204020203" pitchFamily="34" charset="0"/>
                        <a:ea typeface="+mn-ea"/>
                        <a:cs typeface="Segoe UI Light" panose="020B0502040204020203" pitchFamily="34" charset="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000" b="1" kern="1200" spc="200" noProof="0" dirty="0">
                          <a:solidFill>
                            <a:schemeClr val="tx1"/>
                          </a:solidFill>
                          <a:latin typeface="Segoe UI Light" panose="020B0502040204020203" pitchFamily="34" charset="0"/>
                          <a:ea typeface="+mn-ea"/>
                          <a:cs typeface="Segoe UI Light" panose="020B0502040204020203" pitchFamily="34" charset="0"/>
                        </a:rPr>
                        <a:t>Total</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r>
                        <a:rPr lang="en-US" sz="1000" b="1" kern="1200" spc="200" noProof="0" dirty="0">
                          <a:solidFill>
                            <a:schemeClr val="tx1"/>
                          </a:solidFill>
                          <a:latin typeface="Segoe UI Light" panose="020B0502040204020203" pitchFamily="34" charset="0"/>
                          <a:ea typeface="+mn-ea"/>
                          <a:cs typeface="Segoe UI Light" panose="020B0502040204020203" pitchFamily="34" charset="0"/>
                        </a:rPr>
                        <a:t>658 hours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1" kern="1200" spc="200" noProof="0" dirty="0">
                        <a:solidFill>
                          <a:schemeClr val="tx1"/>
                        </a:solidFill>
                        <a:latin typeface="Segoe UI Light" panose="020B0502040204020203" pitchFamily="34" charset="0"/>
                        <a:ea typeface="+mn-ea"/>
                        <a:cs typeface="Segoe UI Light" panose="020B0502040204020203" pitchFamily="34" charset="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spc="200" noProof="0" dirty="0">
                          <a:solidFill>
                            <a:schemeClr val="tx1"/>
                          </a:solidFill>
                          <a:latin typeface="Segoe UI Light" panose="020B0502040204020203" pitchFamily="34" charset="0"/>
                          <a:ea typeface="+mn-ea"/>
                          <a:cs typeface="Segoe UI Light" panose="020B0502040204020203" pitchFamily="34" charset="0"/>
                        </a:rPr>
                        <a:t>$120,200</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05305030"/>
                  </a:ext>
                </a:extLst>
              </a:tr>
            </a:tbl>
          </a:graphicData>
        </a:graphic>
      </p:graphicFrame>
      <p:sp>
        <p:nvSpPr>
          <p:cNvPr id="169" name="TextBox 168">
            <a:extLst>
              <a:ext uri="{FF2B5EF4-FFF2-40B4-BE49-F238E27FC236}">
                <a16:creationId xmlns:a16="http://schemas.microsoft.com/office/drawing/2014/main" id="{8C66E5A7-10E1-E18C-DA5D-07B2631C5539}"/>
              </a:ext>
            </a:extLst>
          </p:cNvPr>
          <p:cNvSpPr txBox="1"/>
          <p:nvPr/>
        </p:nvSpPr>
        <p:spPr>
          <a:xfrm>
            <a:off x="1108591" y="5638779"/>
            <a:ext cx="6261470" cy="400110"/>
          </a:xfrm>
          <a:prstGeom prst="rect">
            <a:avLst/>
          </a:prstGeom>
          <a:noFill/>
        </p:spPr>
        <p:txBody>
          <a:bodyPr wrap="square" rtlCol="0">
            <a:spAutoFit/>
          </a:bodyPr>
          <a:lstStyle/>
          <a:p>
            <a:r>
              <a:rPr lang="en-US" sz="1000" i="1" dirty="0">
                <a:solidFill>
                  <a:schemeClr val="bg1">
                    <a:lumMod val="50000"/>
                  </a:schemeClr>
                </a:solidFill>
                <a:latin typeface="+mj-lt"/>
                <a:cs typeface="Segoe UI Light" panose="020B0502040204020203" pitchFamily="34" charset="0"/>
              </a:rPr>
              <a:t>* Sample Pricing. Actual rates may vary on projects specifics. For example, if instead of doing POC architecture simpler architecture is selected the number of hours on Data Engineer will be reduced accordingly. </a:t>
            </a:r>
          </a:p>
        </p:txBody>
      </p:sp>
      <p:pic>
        <p:nvPicPr>
          <p:cNvPr id="175" name="Graphic 174" descr="Tag with solid fill">
            <a:extLst>
              <a:ext uri="{FF2B5EF4-FFF2-40B4-BE49-F238E27FC236}">
                <a16:creationId xmlns:a16="http://schemas.microsoft.com/office/drawing/2014/main" id="{07097C10-05D1-B05C-6031-1960C11463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4018" y="1603388"/>
            <a:ext cx="314573" cy="314573"/>
          </a:xfrm>
          <a:prstGeom prst="rect">
            <a:avLst/>
          </a:prstGeom>
        </p:spPr>
      </p:pic>
      <p:sp>
        <p:nvSpPr>
          <p:cNvPr id="176" name="Slide Number Placeholder 5">
            <a:extLst>
              <a:ext uri="{FF2B5EF4-FFF2-40B4-BE49-F238E27FC236}">
                <a16:creationId xmlns:a16="http://schemas.microsoft.com/office/drawing/2014/main" id="{0949BDE0-9147-ECAF-4854-119CF2326DB2}"/>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2" name="Rectangle: Rounded Corners 1">
            <a:extLst>
              <a:ext uri="{FF2B5EF4-FFF2-40B4-BE49-F238E27FC236}">
                <a16:creationId xmlns:a16="http://schemas.microsoft.com/office/drawing/2014/main" id="{ECE7A84C-9084-8552-0791-7616D4A7F3A9}"/>
              </a:ext>
            </a:extLst>
          </p:cNvPr>
          <p:cNvSpPr/>
          <p:nvPr/>
        </p:nvSpPr>
        <p:spPr>
          <a:xfrm>
            <a:off x="7662673" y="1917961"/>
            <a:ext cx="4232719" cy="3838415"/>
          </a:xfrm>
          <a:prstGeom prst="roundRect">
            <a:avLst>
              <a:gd name="adj" fmla="val 7665"/>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spcAft>
                <a:spcPts val="600"/>
              </a:spcAft>
              <a:buFont typeface="Symbol" panose="05050102010706020507" pitchFamily="18" charset="2"/>
              <a:buChar char=""/>
            </a:pPr>
            <a:r>
              <a:rPr lang="en-US" sz="1100" kern="0" dirty="0">
                <a:solidFill>
                  <a:schemeClr val="tx1"/>
                </a:solidFill>
                <a:effectLst/>
                <a:latin typeface="+mj-lt"/>
                <a:ea typeface="Times New Roman" panose="02020603050405020304" pitchFamily="18" charset="0"/>
                <a:cs typeface="Arial" panose="020B0604020202020204" pitchFamily="34" charset="0"/>
              </a:rPr>
              <a:t>It is assumed that the data collection activities have been progressed already by Metropolitan, thereby reducing the timeline required for data governance activities. </a:t>
            </a:r>
            <a:endParaRPr lang="es-ES" sz="1100" kern="100" dirty="0">
              <a:solidFill>
                <a:schemeClr val="tx1"/>
              </a:solidFill>
              <a:effectLst/>
              <a:latin typeface="+mj-lt"/>
              <a:ea typeface="Calibri" panose="020F0502020204030204" pitchFamily="34" charset="0"/>
              <a:cs typeface="Arial" panose="020B0604020202020204" pitchFamily="34" charset="0"/>
            </a:endParaRPr>
          </a:p>
          <a:p>
            <a:pPr marL="342900" lvl="0" indent="-342900" algn="just">
              <a:lnSpc>
                <a:spcPct val="107000"/>
              </a:lnSpc>
              <a:spcAft>
                <a:spcPts val="600"/>
              </a:spcAft>
              <a:buFont typeface="Symbol" panose="05050102010706020507" pitchFamily="18" charset="2"/>
              <a:buChar char=""/>
            </a:pPr>
            <a:r>
              <a:rPr lang="en-US" sz="1100" kern="0" dirty="0">
                <a:solidFill>
                  <a:schemeClr val="tx1"/>
                </a:solidFill>
                <a:effectLst/>
                <a:latin typeface="+mj-lt"/>
                <a:ea typeface="Times New Roman" panose="02020603050405020304" pitchFamily="18" charset="0"/>
                <a:cs typeface="Arial" panose="020B0604020202020204" pitchFamily="34" charset="0"/>
              </a:rPr>
              <a:t>Markman Group will develop training materials related to developments performed. Metropolitan will handle </a:t>
            </a:r>
            <a:r>
              <a:rPr lang="en-US" sz="1100" kern="0" dirty="0" err="1">
                <a:solidFill>
                  <a:schemeClr val="tx1"/>
                </a:solidFill>
                <a:effectLst/>
                <a:latin typeface="+mj-lt"/>
                <a:ea typeface="Times New Roman" panose="02020603050405020304" pitchFamily="18" charset="0"/>
                <a:cs typeface="Arial" panose="020B0604020202020204" pitchFamily="34" charset="0"/>
              </a:rPr>
              <a:t>DealCloud</a:t>
            </a:r>
            <a:r>
              <a:rPr lang="en-US" sz="1100" kern="0" dirty="0">
                <a:solidFill>
                  <a:schemeClr val="tx1"/>
                </a:solidFill>
                <a:effectLst/>
                <a:latin typeface="+mj-lt"/>
                <a:ea typeface="Times New Roman" panose="02020603050405020304" pitchFamily="18" charset="0"/>
                <a:cs typeface="Arial" panose="020B0604020202020204" pitchFamily="34" charset="0"/>
              </a:rPr>
              <a:t> process training.</a:t>
            </a:r>
            <a:endParaRPr lang="es-ES" sz="1100" kern="100" dirty="0">
              <a:solidFill>
                <a:schemeClr val="tx1"/>
              </a:solidFill>
              <a:effectLst/>
              <a:latin typeface="+mj-lt"/>
              <a:ea typeface="Calibri" panose="020F0502020204030204" pitchFamily="34" charset="0"/>
              <a:cs typeface="Arial" panose="020B0604020202020204" pitchFamily="34" charset="0"/>
            </a:endParaRPr>
          </a:p>
          <a:p>
            <a:pPr marL="342900" lvl="0" indent="-342900" algn="just">
              <a:lnSpc>
                <a:spcPct val="107000"/>
              </a:lnSpc>
              <a:spcAft>
                <a:spcPts val="600"/>
              </a:spcAft>
              <a:buFont typeface="Symbol" panose="05050102010706020507" pitchFamily="18" charset="2"/>
              <a:buChar char=""/>
            </a:pPr>
            <a:r>
              <a:rPr lang="en-US" sz="1100" kern="0" dirty="0">
                <a:solidFill>
                  <a:schemeClr val="tx1"/>
                </a:solidFill>
                <a:effectLst/>
                <a:latin typeface="+mj-lt"/>
                <a:ea typeface="Times New Roman" panose="02020603050405020304" pitchFamily="18" charset="0"/>
                <a:cs typeface="Arial" panose="020B0604020202020204" pitchFamily="34" charset="0"/>
              </a:rPr>
              <a:t>The Quality dashboard will visualize data quality workflows and metrics identified during ´Data cleansing’ phase, using only data from </a:t>
            </a:r>
            <a:r>
              <a:rPr lang="en-US" sz="1100" kern="0" dirty="0" err="1">
                <a:solidFill>
                  <a:schemeClr val="tx1"/>
                </a:solidFill>
                <a:effectLst/>
                <a:latin typeface="+mj-lt"/>
                <a:ea typeface="Times New Roman" panose="02020603050405020304" pitchFamily="18" charset="0"/>
                <a:cs typeface="Arial" panose="020B0604020202020204" pitchFamily="34" charset="0"/>
              </a:rPr>
              <a:t>DealCloud</a:t>
            </a:r>
            <a:r>
              <a:rPr lang="en-US" sz="1100" kern="0" dirty="0">
                <a:solidFill>
                  <a:schemeClr val="tx1"/>
                </a:solidFill>
                <a:effectLst/>
                <a:latin typeface="+mj-lt"/>
                <a:ea typeface="Times New Roman" panose="02020603050405020304" pitchFamily="18" charset="0"/>
                <a:cs typeface="Arial" panose="020B0604020202020204" pitchFamily="34" charset="0"/>
              </a:rPr>
              <a:t>.</a:t>
            </a:r>
            <a:endParaRPr lang="es-ES" sz="1100" kern="100" dirty="0">
              <a:solidFill>
                <a:schemeClr val="tx1"/>
              </a:solidFill>
              <a:effectLst/>
              <a:latin typeface="+mj-lt"/>
              <a:ea typeface="Calibri" panose="020F0502020204030204" pitchFamily="34" charset="0"/>
              <a:cs typeface="Arial" panose="020B0604020202020204" pitchFamily="34" charset="0"/>
            </a:endParaRPr>
          </a:p>
          <a:p>
            <a:pPr marL="342900" lvl="0" indent="-342900" algn="just">
              <a:lnSpc>
                <a:spcPct val="107000"/>
              </a:lnSpc>
              <a:spcAft>
                <a:spcPts val="600"/>
              </a:spcAft>
              <a:buFont typeface="Symbol" panose="05050102010706020507" pitchFamily="18" charset="2"/>
              <a:buChar char=""/>
            </a:pPr>
            <a:r>
              <a:rPr lang="en-US" sz="1100" kern="0" dirty="0">
                <a:solidFill>
                  <a:schemeClr val="tx1"/>
                </a:solidFill>
                <a:effectLst/>
                <a:latin typeface="+mj-lt"/>
                <a:ea typeface="Times New Roman" panose="02020603050405020304" pitchFamily="18" charset="0"/>
                <a:cs typeface="Arial" panose="020B0604020202020204" pitchFamily="34" charset="0"/>
              </a:rPr>
              <a:t>In Governance, for those activities where Markman Group acts in a consultative role, we´ll provide guidance on necessary information and formats, but not leading sessions. Session attendance can be included for an additional fee.</a:t>
            </a:r>
            <a:endParaRPr lang="es-ES" sz="1100" kern="100" dirty="0">
              <a:solidFill>
                <a:schemeClr val="tx1"/>
              </a:solidFill>
              <a:effectLst/>
              <a:latin typeface="+mj-lt"/>
              <a:ea typeface="Calibri" panose="020F0502020204030204" pitchFamily="34" charset="0"/>
              <a:cs typeface="Arial" panose="020B0604020202020204" pitchFamily="34" charset="0"/>
            </a:endParaRPr>
          </a:p>
          <a:p>
            <a:pPr marL="342900" lvl="0" indent="-342900" algn="just">
              <a:lnSpc>
                <a:spcPct val="107000"/>
              </a:lnSpc>
              <a:spcAft>
                <a:spcPts val="600"/>
              </a:spcAft>
              <a:buFont typeface="Symbol" panose="05050102010706020507" pitchFamily="18" charset="2"/>
              <a:buChar char=""/>
            </a:pPr>
            <a:r>
              <a:rPr lang="en-US" sz="1100" kern="0" dirty="0">
                <a:solidFill>
                  <a:schemeClr val="tx1"/>
                </a:solidFill>
                <a:effectLst/>
                <a:latin typeface="+mj-lt"/>
                <a:ea typeface="Times New Roman" panose="02020603050405020304" pitchFamily="18" charset="0"/>
                <a:cs typeface="Arial" panose="020B0604020202020204" pitchFamily="34" charset="0"/>
              </a:rPr>
              <a:t>Metropolitan will host the solution on their infrastructure and cover associated costs (e.g., </a:t>
            </a:r>
            <a:r>
              <a:rPr lang="en-US" sz="1100" kern="0" dirty="0" err="1">
                <a:solidFill>
                  <a:schemeClr val="tx1"/>
                </a:solidFill>
                <a:effectLst/>
                <a:latin typeface="+mj-lt"/>
                <a:ea typeface="Times New Roman" panose="02020603050405020304" pitchFamily="18" charset="0"/>
                <a:cs typeface="Arial" panose="020B0604020202020204" pitchFamily="34" charset="0"/>
              </a:rPr>
              <a:t>PowerBI</a:t>
            </a:r>
            <a:r>
              <a:rPr lang="en-US" sz="1100" kern="0" dirty="0">
                <a:solidFill>
                  <a:schemeClr val="tx1"/>
                </a:solidFill>
                <a:effectLst/>
                <a:latin typeface="+mj-lt"/>
                <a:ea typeface="Times New Roman" panose="02020603050405020304" pitchFamily="18" charset="0"/>
                <a:cs typeface="Arial" panose="020B0604020202020204" pitchFamily="34" charset="0"/>
              </a:rPr>
              <a:t> licenses). Solution maintenance is excluded from the scope.</a:t>
            </a:r>
            <a:endParaRPr lang="es-ES" sz="1100" kern="100" dirty="0">
              <a:solidFill>
                <a:schemeClr val="tx1"/>
              </a:solidFill>
              <a:effectLst/>
              <a:latin typeface="+mj-lt"/>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E3DB54F1-96D7-5007-E768-9DE3FFCD8483}"/>
              </a:ext>
            </a:extLst>
          </p:cNvPr>
          <p:cNvSpPr txBox="1"/>
          <p:nvPr/>
        </p:nvSpPr>
        <p:spPr>
          <a:xfrm>
            <a:off x="7662673" y="1598839"/>
            <a:ext cx="4741345" cy="307777"/>
          </a:xfrm>
          <a:prstGeom prst="rect">
            <a:avLst/>
          </a:prstGeom>
          <a:noFill/>
        </p:spPr>
        <p:txBody>
          <a:bodyPr wrap="square" rtlCol="0">
            <a:spAutoFit/>
          </a:bodyPr>
          <a:lstStyle/>
          <a:p>
            <a:r>
              <a:rPr lang="en-US" sz="1400" b="1" dirty="0">
                <a:latin typeface="Josefin Sans SemiBold" pitchFamily="2" charset="0"/>
              </a:rPr>
              <a:t>SCOPE ASSUMPTIONS</a:t>
            </a:r>
          </a:p>
        </p:txBody>
      </p:sp>
    </p:spTree>
    <p:extLst>
      <p:ext uri="{BB962C8B-B14F-4D97-AF65-F5344CB8AC3E}">
        <p14:creationId xmlns:p14="http://schemas.microsoft.com/office/powerpoint/2010/main" val="2840093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936"/>
        </a:solidFill>
        <a:effectLst/>
      </p:bgPr>
    </p:bg>
    <p:spTree>
      <p:nvGrpSpPr>
        <p:cNvPr id="1" name=""/>
        <p:cNvGrpSpPr/>
        <p:nvPr/>
      </p:nvGrpSpPr>
      <p:grpSpPr>
        <a:xfrm>
          <a:off x="0" y="0"/>
          <a:ext cx="0" cy="0"/>
          <a:chOff x="0" y="0"/>
          <a:chExt cx="0" cy="0"/>
        </a:xfrm>
      </p:grpSpPr>
      <p:sp>
        <p:nvSpPr>
          <p:cNvPr id="12" name="Snip Diagonal Corner Rectangle 11">
            <a:extLst>
              <a:ext uri="{FF2B5EF4-FFF2-40B4-BE49-F238E27FC236}">
                <a16:creationId xmlns:a16="http://schemas.microsoft.com/office/drawing/2014/main" id="{9EE03437-D8FC-7C42-98D6-25D58E3C08E4}"/>
              </a:ext>
            </a:extLst>
          </p:cNvPr>
          <p:cNvSpPr/>
          <p:nvPr/>
        </p:nvSpPr>
        <p:spPr>
          <a:xfrm rot="10800000">
            <a:off x="901276" y="1084817"/>
            <a:ext cx="10412335" cy="4688366"/>
          </a:xfrm>
          <a:prstGeom prst="snip2DiagRect">
            <a:avLst>
              <a:gd name="adj1" fmla="val 0"/>
              <a:gd name="adj2" fmla="val 36246"/>
            </a:avLst>
          </a:prstGeom>
          <a:solidFill>
            <a:srgbClr val="1A7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 name="TextBox 3">
            <a:extLst>
              <a:ext uri="{FF2B5EF4-FFF2-40B4-BE49-F238E27FC236}">
                <a16:creationId xmlns:a16="http://schemas.microsoft.com/office/drawing/2014/main" id="{9D055E44-EC76-6145-BFC9-7A54EC8009C3}"/>
              </a:ext>
            </a:extLst>
          </p:cNvPr>
          <p:cNvSpPr txBox="1"/>
          <p:nvPr/>
        </p:nvSpPr>
        <p:spPr>
          <a:xfrm>
            <a:off x="2502757" y="3154727"/>
            <a:ext cx="8810854" cy="1107996"/>
          </a:xfrm>
          <a:prstGeom prst="rect">
            <a:avLst/>
          </a:prstGeom>
          <a:noFill/>
          <a:ln w="28575">
            <a:noFill/>
          </a:ln>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all" spc="1000" normalizeH="0" baseline="0" noProof="0" dirty="0">
                <a:ln>
                  <a:noFill/>
                </a:ln>
                <a:solidFill>
                  <a:prstClr val="white"/>
                </a:solidFill>
                <a:effectLst/>
                <a:uLnTx/>
                <a:uFillTx/>
                <a:latin typeface="Josefin Sans SemiBold" pitchFamily="2" charset="77"/>
                <a:ea typeface="+mn-ea"/>
                <a:cs typeface="+mn-cs"/>
              </a:rPr>
              <a:t>ANNEX</a:t>
            </a:r>
          </a:p>
        </p:txBody>
      </p:sp>
      <p:cxnSp>
        <p:nvCxnSpPr>
          <p:cNvPr id="18" name="Straight Connector 17">
            <a:extLst>
              <a:ext uri="{FF2B5EF4-FFF2-40B4-BE49-F238E27FC236}">
                <a16:creationId xmlns:a16="http://schemas.microsoft.com/office/drawing/2014/main" id="{83167E4B-4A06-264B-980B-E9C0C208B2DE}"/>
              </a:ext>
            </a:extLst>
          </p:cNvPr>
          <p:cNvCxnSpPr>
            <a:cxnSpLocks/>
          </p:cNvCxnSpPr>
          <p:nvPr/>
        </p:nvCxnSpPr>
        <p:spPr>
          <a:xfrm>
            <a:off x="2502757" y="4327077"/>
            <a:ext cx="706069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2798AD7-E3E5-45EF-9E36-FFFDA1739498}"/>
              </a:ext>
            </a:extLst>
          </p:cNvPr>
          <p:cNvSpPr txBox="1"/>
          <p:nvPr/>
        </p:nvSpPr>
        <p:spPr>
          <a:xfrm>
            <a:off x="7351466" y="6452754"/>
            <a:ext cx="1306952" cy="19620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prstClr val="white">
                    <a:lumMod val="85000"/>
                  </a:prstClr>
                </a:solidFill>
                <a:effectLst/>
                <a:uLnTx/>
                <a:uFillTx/>
                <a:latin typeface="Britannic Bold"/>
                <a:ea typeface="Calibri" panose="020F0502020204030204"/>
                <a:cs typeface="Calibri" panose="020F0502020204030204"/>
                <a:hlinkClick r:id="rId2">
                  <a:extLst>
                    <a:ext uri="{A12FA001-AC4F-418D-AE19-62706E023703}">
                      <ahyp:hlinkClr xmlns:ahyp="http://schemas.microsoft.com/office/drawing/2018/hyperlinkcolor" val="tx"/>
                    </a:ext>
                  </a:extLst>
                </a:hlinkClick>
              </a:rPr>
              <a:t>markman-group.com</a:t>
            </a:r>
            <a:endParaRPr kumimoji="0" lang="en-US" sz="1350" b="1" i="0" u="none" strike="noStrike" kern="1200" cap="none" spc="0" normalizeH="0" baseline="0" noProof="0">
              <a:ln>
                <a:noFill/>
              </a:ln>
              <a:solidFill>
                <a:prstClr val="white">
                  <a:lumMod val="85000"/>
                </a:prstClr>
              </a:solidFill>
              <a:effectLst/>
              <a:uLnTx/>
              <a:uFillTx/>
              <a:latin typeface="Britannic Bold"/>
              <a:ea typeface="+mn-ea"/>
              <a:cs typeface="+mn-cs"/>
            </a:endParaRPr>
          </a:p>
        </p:txBody>
      </p:sp>
      <p:sp>
        <p:nvSpPr>
          <p:cNvPr id="20" name="TextBox 19">
            <a:extLst>
              <a:ext uri="{FF2B5EF4-FFF2-40B4-BE49-F238E27FC236}">
                <a16:creationId xmlns:a16="http://schemas.microsoft.com/office/drawing/2014/main" id="{860AE965-80E7-4545-8B84-E9645D71F454}"/>
              </a:ext>
            </a:extLst>
          </p:cNvPr>
          <p:cNvSpPr txBox="1"/>
          <p:nvPr/>
        </p:nvSpPr>
        <p:spPr>
          <a:xfrm>
            <a:off x="9748207" y="6447562"/>
            <a:ext cx="2009742" cy="19620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prstClr val="white">
                    <a:lumMod val="85000"/>
                  </a:prstClr>
                </a:solidFill>
                <a:effectLst/>
                <a:uLnTx/>
                <a:uFillTx/>
                <a:latin typeface="Britannic Bold"/>
                <a:ea typeface="Calibri" panose="020F0502020204030204"/>
                <a:cs typeface="Calibri" panose="020F0502020204030204"/>
                <a:hlinkClick r:id="rId3">
                  <a:extLst>
                    <a:ext uri="{A12FA001-AC4F-418D-AE19-62706E023703}">
                      <ahyp:hlinkClr xmlns:ahyp="http://schemas.microsoft.com/office/drawing/2018/hyperlinkcolor" val="tx"/>
                    </a:ext>
                  </a:extLst>
                </a:hlinkClick>
              </a:rPr>
              <a:t>connect@markmanassociates.com</a:t>
            </a:r>
            <a:endParaRPr kumimoji="0" lang="en-US" sz="1350" b="0" i="0" u="none" strike="noStrike" kern="1200" cap="none" spc="0" normalizeH="0" baseline="0" noProof="0">
              <a:ln>
                <a:noFill/>
              </a:ln>
              <a:solidFill>
                <a:prstClr val="white">
                  <a:lumMod val="85000"/>
                </a:prstClr>
              </a:solidFill>
              <a:effectLst/>
              <a:uLnTx/>
              <a:uFillTx/>
              <a:latin typeface="Calibri" panose="020F0502020204030204"/>
              <a:ea typeface="+mn-ea"/>
              <a:cs typeface="+mn-cs"/>
              <a:hlinkClick r:id="rId3">
                <a:extLst>
                  <a:ext uri="{A12FA001-AC4F-418D-AE19-62706E023703}">
                    <ahyp:hlinkClr xmlns:ahyp="http://schemas.microsoft.com/office/drawing/2018/hyperlinkcolor" val="tx"/>
                  </a:ext>
                </a:extLst>
              </a:hlinkClick>
            </a:endParaRPr>
          </a:p>
        </p:txBody>
      </p:sp>
      <p:cxnSp>
        <p:nvCxnSpPr>
          <p:cNvPr id="21" name="Straight Arrow Connector 20">
            <a:extLst>
              <a:ext uri="{FF2B5EF4-FFF2-40B4-BE49-F238E27FC236}">
                <a16:creationId xmlns:a16="http://schemas.microsoft.com/office/drawing/2014/main" id="{FD83CAF4-97D8-4F51-BE15-3FA648A5378C}"/>
              </a:ext>
            </a:extLst>
          </p:cNvPr>
          <p:cNvCxnSpPr>
            <a:cxnSpLocks/>
          </p:cNvCxnSpPr>
          <p:nvPr/>
        </p:nvCxnSpPr>
        <p:spPr>
          <a:xfrm flipV="1">
            <a:off x="161539" y="6388399"/>
            <a:ext cx="11868919" cy="1"/>
          </a:xfrm>
          <a:prstGeom prst="straightConnector1">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B6DAA981-364C-4193-B3D1-7C876BB1129F}"/>
              </a:ext>
            </a:extLst>
          </p:cNvPr>
          <p:cNvPicPr>
            <a:picLocks noChangeAspect="1"/>
          </p:cNvPicPr>
          <p:nvPr/>
        </p:nvPicPr>
        <p:blipFill>
          <a:blip r:embed="rId4"/>
          <a:stretch>
            <a:fillRect/>
          </a:stretch>
        </p:blipFill>
        <p:spPr>
          <a:xfrm>
            <a:off x="9394112" y="3876571"/>
            <a:ext cx="1896612" cy="1896612"/>
          </a:xfrm>
          <a:prstGeom prst="rect">
            <a:avLst/>
          </a:prstGeom>
        </p:spPr>
      </p:pic>
    </p:spTree>
    <p:extLst>
      <p:ext uri="{BB962C8B-B14F-4D97-AF65-F5344CB8AC3E}">
        <p14:creationId xmlns:p14="http://schemas.microsoft.com/office/powerpoint/2010/main" val="1232023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A3A9-2099-56C1-1177-7C8D1286103C}"/>
            </a:ext>
          </a:extLst>
        </p:cNvPr>
        <p:cNvGrpSpPr/>
        <p:nvPr/>
      </p:nvGrpSpPr>
      <p:grpSpPr>
        <a:xfrm>
          <a:off x="0" y="0"/>
          <a:ext cx="0" cy="0"/>
          <a:chOff x="0" y="0"/>
          <a:chExt cx="0" cy="0"/>
        </a:xfrm>
      </p:grpSpPr>
      <p:sp>
        <p:nvSpPr>
          <p:cNvPr id="50" name="Snip Diagonal Corner Rectangle 7">
            <a:extLst>
              <a:ext uri="{FF2B5EF4-FFF2-40B4-BE49-F238E27FC236}">
                <a16:creationId xmlns:a16="http://schemas.microsoft.com/office/drawing/2014/main" id="{C1A7B401-0439-4B21-9573-E51D524E634D}"/>
              </a:ext>
            </a:extLst>
          </p:cNvPr>
          <p:cNvSpPr/>
          <p:nvPr/>
        </p:nvSpPr>
        <p:spPr>
          <a:xfrm>
            <a:off x="156601" y="92862"/>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9" name="TextBox 48">
            <a:extLst>
              <a:ext uri="{FF2B5EF4-FFF2-40B4-BE49-F238E27FC236}">
                <a16:creationId xmlns:a16="http://schemas.microsoft.com/office/drawing/2014/main" id="{B4F7C303-5559-09E3-DD29-CD6347C6EC9D}"/>
              </a:ext>
            </a:extLst>
          </p:cNvPr>
          <p:cNvSpPr txBox="1"/>
          <p:nvPr/>
        </p:nvSpPr>
        <p:spPr>
          <a:xfrm>
            <a:off x="129857" y="361246"/>
            <a:ext cx="11932285" cy="492443"/>
          </a:xfrm>
          <a:prstGeom prst="rect">
            <a:avLst/>
          </a:prstGeom>
          <a:noFill/>
          <a:ln>
            <a:noFill/>
          </a:ln>
        </p:spPr>
        <p:txBody>
          <a:bodyPr wrap="square" lIns="0" tIns="0" rIns="0" bIns="0" rtlCol="0" anchor="t">
            <a:spAutoFit/>
          </a:bodyPr>
          <a:lstStyle/>
          <a:p>
            <a:pPr algn="ctr"/>
            <a:r>
              <a:rPr lang="en-US" sz="3200" cap="all" spc="600" dirty="0">
                <a:solidFill>
                  <a:schemeClr val="bg1"/>
                </a:solidFill>
                <a:latin typeface="Josefin Sans SemiBold"/>
              </a:rPr>
              <a:t>Project WIDE ACTIVITIES</a:t>
            </a:r>
          </a:p>
        </p:txBody>
      </p:sp>
      <p:sp>
        <p:nvSpPr>
          <p:cNvPr id="4" name="Slide Number Placeholder 5">
            <a:extLst>
              <a:ext uri="{FF2B5EF4-FFF2-40B4-BE49-F238E27FC236}">
                <a16:creationId xmlns:a16="http://schemas.microsoft.com/office/drawing/2014/main" id="{8F0D8DB4-75F8-DFB6-AE45-6111C8238232}"/>
              </a:ext>
            </a:extLst>
          </p:cNvPr>
          <p:cNvSpPr txBox="1">
            <a:spLocks/>
          </p:cNvSpPr>
          <p:nvPr/>
        </p:nvSpPr>
        <p:spPr>
          <a:xfrm>
            <a:off x="9937961" y="6503784"/>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5" name="Rectangle 39">
            <a:extLst>
              <a:ext uri="{FF2B5EF4-FFF2-40B4-BE49-F238E27FC236}">
                <a16:creationId xmlns:a16="http://schemas.microsoft.com/office/drawing/2014/main" id="{632E0BF3-4ED4-47B2-E990-90FB3801891B}"/>
              </a:ext>
            </a:extLst>
          </p:cNvPr>
          <p:cNvSpPr/>
          <p:nvPr/>
        </p:nvSpPr>
        <p:spPr>
          <a:xfrm>
            <a:off x="639384" y="1109790"/>
            <a:ext cx="11449501" cy="311024"/>
          </a:xfrm>
          <a:prstGeom prst="rect">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marL="0" marR="0">
              <a:lnSpc>
                <a:spcPct val="107000"/>
              </a:lnSpc>
              <a:spcBef>
                <a:spcPts val="1200"/>
              </a:spcBef>
            </a:pPr>
            <a:r>
              <a:rPr lang="en-US" sz="1600" b="1" kern="0" dirty="0">
                <a:solidFill>
                  <a:schemeClr val="bg1"/>
                </a:solidFill>
                <a:effectLst/>
                <a:latin typeface="Josefin Sans SemiBold" pitchFamily="2" charset="0"/>
                <a:ea typeface="Times New Roman" panose="02020603050405020304" pitchFamily="18" charset="0"/>
                <a:cs typeface="Times New Roman" panose="02020603050405020304" pitchFamily="18" charset="0"/>
              </a:rPr>
              <a:t>Deal Cloud Customization – Details </a:t>
            </a:r>
          </a:p>
        </p:txBody>
      </p:sp>
      <p:graphicFrame>
        <p:nvGraphicFramePr>
          <p:cNvPr id="14" name="Table 13">
            <a:extLst>
              <a:ext uri="{FF2B5EF4-FFF2-40B4-BE49-F238E27FC236}">
                <a16:creationId xmlns:a16="http://schemas.microsoft.com/office/drawing/2014/main" id="{EDBC5A76-79CA-E641-BA42-30A2CE5B1928}"/>
              </a:ext>
            </a:extLst>
          </p:cNvPr>
          <p:cNvGraphicFramePr>
            <a:graphicFrameLocks noGrp="1"/>
          </p:cNvGraphicFramePr>
          <p:nvPr>
            <p:extLst>
              <p:ext uri="{D42A27DB-BD31-4B8C-83A1-F6EECF244321}">
                <p14:modId xmlns:p14="http://schemas.microsoft.com/office/powerpoint/2010/main" val="2203963092"/>
              </p:ext>
            </p:extLst>
          </p:nvPr>
        </p:nvGraphicFramePr>
        <p:xfrm>
          <a:off x="639384" y="1559372"/>
          <a:ext cx="9208703" cy="5014532"/>
        </p:xfrm>
        <a:graphic>
          <a:graphicData uri="http://schemas.openxmlformats.org/drawingml/2006/table">
            <a:tbl>
              <a:tblPr firstRow="1" bandRow="1">
                <a:tableStyleId>{5C22544A-7EE6-4342-B048-85BDC9FD1C3A}</a:tableStyleId>
              </a:tblPr>
              <a:tblGrid>
                <a:gridCol w="2465894">
                  <a:extLst>
                    <a:ext uri="{9D8B030D-6E8A-4147-A177-3AD203B41FA5}">
                      <a16:colId xmlns:a16="http://schemas.microsoft.com/office/drawing/2014/main" val="773525726"/>
                    </a:ext>
                  </a:extLst>
                </a:gridCol>
                <a:gridCol w="2539314">
                  <a:extLst>
                    <a:ext uri="{9D8B030D-6E8A-4147-A177-3AD203B41FA5}">
                      <a16:colId xmlns:a16="http://schemas.microsoft.com/office/drawing/2014/main" val="1466932052"/>
                    </a:ext>
                  </a:extLst>
                </a:gridCol>
                <a:gridCol w="1420293">
                  <a:extLst>
                    <a:ext uri="{9D8B030D-6E8A-4147-A177-3AD203B41FA5}">
                      <a16:colId xmlns:a16="http://schemas.microsoft.com/office/drawing/2014/main" val="400400973"/>
                    </a:ext>
                  </a:extLst>
                </a:gridCol>
                <a:gridCol w="1391601">
                  <a:extLst>
                    <a:ext uri="{9D8B030D-6E8A-4147-A177-3AD203B41FA5}">
                      <a16:colId xmlns:a16="http://schemas.microsoft.com/office/drawing/2014/main" val="2475714945"/>
                    </a:ext>
                  </a:extLst>
                </a:gridCol>
                <a:gridCol w="1391601">
                  <a:extLst>
                    <a:ext uri="{9D8B030D-6E8A-4147-A177-3AD203B41FA5}">
                      <a16:colId xmlns:a16="http://schemas.microsoft.com/office/drawing/2014/main" val="681672603"/>
                    </a:ext>
                  </a:extLst>
                </a:gridCol>
              </a:tblGrid>
              <a:tr h="299802">
                <a:tc>
                  <a:txBody>
                    <a:bodyPr/>
                    <a:lstStyle/>
                    <a:p>
                      <a:pPr algn="ctr"/>
                      <a:r>
                        <a:rPr lang="es-ES" sz="1200" b="1" dirty="0">
                          <a:latin typeface="+mj-lt"/>
                        </a:rPr>
                        <a:t>TASK</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OUTPUT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err="1">
                          <a:latin typeface="+mj-lt"/>
                        </a:rPr>
                        <a:t>Markman</a:t>
                      </a:r>
                      <a:endParaRPr lang="es-ES" sz="1200" b="1" dirty="0">
                        <a:latin typeface="+mj-lt"/>
                      </a:endParaRP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a:latin typeface="+mj-lt"/>
                        </a:rPr>
                        <a:t>MET</a:t>
                      </a: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tc>
                  <a:txBody>
                    <a:bodyPr/>
                    <a:lstStyle/>
                    <a:p>
                      <a:pPr algn="ctr"/>
                      <a:r>
                        <a:rPr lang="es-ES" sz="1200" b="1" dirty="0" err="1">
                          <a:solidFill>
                            <a:schemeClr val="bg1"/>
                          </a:solidFill>
                          <a:latin typeface="+mj-lt"/>
                        </a:rPr>
                        <a:t>DealCloud</a:t>
                      </a:r>
                      <a:r>
                        <a:rPr lang="es-ES" sz="1200" b="1" dirty="0">
                          <a:solidFill>
                            <a:schemeClr val="bg1"/>
                          </a:solidFill>
                          <a:latin typeface="+mj-lt"/>
                        </a:rPr>
                        <a:t> </a:t>
                      </a:r>
                      <a:r>
                        <a:rPr lang="es-ES" sz="1200" b="1" dirty="0" err="1">
                          <a:solidFill>
                            <a:schemeClr val="bg1"/>
                          </a:solidFill>
                          <a:latin typeface="+mj-lt"/>
                        </a:rPr>
                        <a:t>Support</a:t>
                      </a:r>
                      <a:endParaRPr lang="es-ES" sz="1200" b="1" dirty="0">
                        <a:solidFill>
                          <a:schemeClr val="bg1"/>
                        </a:solidFill>
                        <a:latin typeface="+mj-lt"/>
                      </a:endParaRPr>
                    </a:p>
                  </a:txBody>
                  <a:tcPr anchor="ctr">
                    <a:lnL w="12700" cap="flat" cmpd="sng" algn="ctr">
                      <a:solidFill>
                        <a:srgbClr val="208E9B"/>
                      </a:solidFill>
                      <a:prstDash val="solid"/>
                      <a:round/>
                      <a:headEnd type="none" w="med" len="med"/>
                      <a:tailEnd type="none" w="med" len="med"/>
                    </a:lnL>
                    <a:lnR w="12700" cap="flat" cmpd="sng" algn="ctr">
                      <a:solidFill>
                        <a:srgbClr val="208E9B"/>
                      </a:solidFill>
                      <a:prstDash val="solid"/>
                      <a:round/>
                      <a:headEnd type="none" w="med" len="med"/>
                      <a:tailEnd type="none" w="med" len="med"/>
                    </a:lnR>
                    <a:lnT w="12700" cap="flat" cmpd="sng" algn="ctr">
                      <a:solidFill>
                        <a:srgbClr val="208E9B"/>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08E9B"/>
                    </a:solidFill>
                  </a:tcPr>
                </a:tc>
                <a:extLst>
                  <a:ext uri="{0D108BD9-81ED-4DB2-BD59-A6C34878D82A}">
                    <a16:rowId xmlns:a16="http://schemas.microsoft.com/office/drawing/2014/main" val="2341054394"/>
                  </a:ext>
                </a:extLst>
              </a:tr>
              <a:tr h="466358">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Analyze Current Integration Points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Integration Map (API connections, manual data flows)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574225574"/>
                  </a:ext>
                </a:extLst>
              </a:tr>
              <a:tr h="466358">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Define Target Operating Model for DealCloud Usage</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Target Operating Model Document (how each team should use DealCloud)</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598340403"/>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Design Optimized Workflows for Each Team</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effectLst/>
                          <a:latin typeface="Calibri Light" panose="020F0302020204030204" pitchFamily="34" charset="0"/>
                          <a:ea typeface="Times New Roman" panose="02020603050405020304" pitchFamily="18" charset="0"/>
                          <a:cs typeface="Arial" panose="020B0604020202020204" pitchFamily="34" charset="0"/>
                        </a:rPr>
                        <a:t>Workflow Diagrams (Deal Team, IR, Asset Management, etc.)</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90413840"/>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Standardize Data Fields &amp; Structures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Data Field Dictionary (standardized fields, formats, mandatory fields)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100" kern="1200" noProof="0" dirty="0">
                          <a:solidFill>
                            <a:schemeClr val="tx1"/>
                          </a:solidFill>
                          <a:latin typeface="Calibri Light" panose="020F0302020204030204" pitchFamily="34" charset="0"/>
                          <a:ea typeface="+mn-ea"/>
                          <a:cs typeface="+mn-cs"/>
                        </a:rPr>
                        <a: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699649706"/>
                  </a:ext>
                </a:extLst>
              </a:tr>
              <a:tr h="466358">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Onboard teams to DealCloud</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effectLst/>
                          <a:latin typeface="Calibri Light" panose="020F0302020204030204" pitchFamily="34" charset="0"/>
                          <a:ea typeface="Times New Roman" panose="02020603050405020304" pitchFamily="18" charset="0"/>
                          <a:cs typeface="Arial" panose="020B0604020202020204" pitchFamily="34" charset="0"/>
                        </a:rPr>
                        <a:t>Teams Onboarding Plan</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89475340"/>
                  </a:ext>
                </a:extLst>
              </a:tr>
              <a:tr h="404813">
                <a:tc>
                  <a:txBody>
                    <a:bodyPr/>
                    <a:lstStyle/>
                    <a:p>
                      <a:pPr algn="l">
                        <a:lnSpc>
                          <a:spcPct val="107000"/>
                        </a:lnSpc>
                        <a:spcAft>
                          <a:spcPts val="800"/>
                        </a:spcAft>
                      </a:pPr>
                      <a:r>
                        <a:rPr lang="en-US" sz="1000" i="0" kern="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Configure Data Fields &amp; Structures</a:t>
                      </a:r>
                      <a:endParaRPr lang="es-ES" sz="1100" i="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Updated DealCloud Data Model (new fields, modified field types, standardized formats)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Informed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699932493"/>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Customize Workflows &amp; Automations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effectLst/>
                          <a:latin typeface="Calibri Light" panose="020F0302020204030204" pitchFamily="34" charset="0"/>
                          <a:ea typeface="Times New Roman" panose="02020603050405020304" pitchFamily="18" charset="0"/>
                          <a:cs typeface="Arial" panose="020B0604020202020204" pitchFamily="34" charset="0"/>
                        </a:rPr>
                        <a:t>Configured Workflows (stage-specific workflows, task automation within DealCloud)</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Informed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92478912"/>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Implement Role-Based Access Controls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Updated Access Permissions (aligned with the data governance framework)</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Informed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914075573"/>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Testing &amp; User Acceptance</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effectLst/>
                          <a:latin typeface="Calibri Light" panose="020F0302020204030204" pitchFamily="34" charset="0"/>
                          <a:ea typeface="Times New Roman" panose="02020603050405020304" pitchFamily="18" charset="0"/>
                          <a:cs typeface="Arial" panose="020B0604020202020204" pitchFamily="34" charset="0"/>
                        </a:rPr>
                        <a:t>UAT Test Plans &amp; Results (ensures changes meet business needs and workflows function correctly)</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Informed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645812903"/>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Documentation of Changes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System Configuration Documentation (details of all customizations for future reference)</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Informed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Accountable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46888641"/>
                  </a:ext>
                </a:extLst>
              </a:tr>
              <a:tr h="404813">
                <a:tc>
                  <a:txBody>
                    <a:bodyPr/>
                    <a:lstStyle/>
                    <a:p>
                      <a:pPr algn="l">
                        <a:lnSpc>
                          <a:spcPct val="107000"/>
                        </a:lnSpc>
                        <a:spcAft>
                          <a:spcPts val="800"/>
                        </a:spcAft>
                      </a:pPr>
                      <a:r>
                        <a:rPr lang="en-US" sz="1000" i="0" kern="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User Training on New Features</a:t>
                      </a:r>
                      <a:endParaRPr lang="es-ES" sz="1100" i="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lnSpc>
                          <a:spcPct val="107000"/>
                        </a:lnSpc>
                        <a:spcAft>
                          <a:spcPts val="800"/>
                        </a:spcAft>
                      </a:pPr>
                      <a:r>
                        <a:rPr lang="en-US" sz="1000" i="0" kern="0" dirty="0">
                          <a:effectLst/>
                          <a:latin typeface="Calibri Light" panose="020F0302020204030204" pitchFamily="34" charset="0"/>
                          <a:ea typeface="Times New Roman" panose="02020603050405020304" pitchFamily="18" charset="0"/>
                          <a:cs typeface="Arial" panose="020B0604020202020204" pitchFamily="34" charset="0"/>
                        </a:rPr>
                        <a:t>Training Materials &amp; Sessions (focused on new workflows, fields, and dashboards)</a:t>
                      </a:r>
                      <a:endParaRPr lang="es-ES" sz="1100" i="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r>
                        <a:rPr lang="en-AU" sz="1050" kern="1200" noProof="0" dirty="0">
                          <a:solidFill>
                            <a:schemeClr val="tx1"/>
                          </a:solidFill>
                          <a:latin typeface="Calibri Light" panose="020F0302020204030204" pitchFamily="34" charset="0"/>
                          <a:ea typeface="+mn-ea"/>
                          <a:cs typeface="+mn-cs"/>
                        </a:rPr>
                        <a:t>Informed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Responsible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noProof="0" dirty="0">
                          <a:solidFill>
                            <a:schemeClr val="tx1"/>
                          </a:solidFill>
                          <a:latin typeface="Calibri Light" panose="020F0302020204030204" pitchFamily="34" charset="0"/>
                          <a:ea typeface="+mn-ea"/>
                          <a:cs typeface="+mn-cs"/>
                        </a:rPr>
                        <a:t>Consulted</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988211567"/>
                  </a:ext>
                </a:extLst>
              </a:tr>
            </a:tbl>
          </a:graphicData>
        </a:graphic>
      </p:graphicFrame>
    </p:spTree>
    <p:extLst>
      <p:ext uri="{BB962C8B-B14F-4D97-AF65-F5344CB8AC3E}">
        <p14:creationId xmlns:p14="http://schemas.microsoft.com/office/powerpoint/2010/main" val="3432884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80988-585C-7A2B-3AF5-E964D7E7C7B9}"/>
            </a:ext>
          </a:extLst>
        </p:cNvPr>
        <p:cNvGrpSpPr/>
        <p:nvPr/>
      </p:nvGrpSpPr>
      <p:grpSpPr>
        <a:xfrm>
          <a:off x="0" y="0"/>
          <a:ext cx="0" cy="0"/>
          <a:chOff x="0" y="0"/>
          <a:chExt cx="0" cy="0"/>
        </a:xfrm>
      </p:grpSpPr>
      <p:sp>
        <p:nvSpPr>
          <p:cNvPr id="289" name="Snip Diagonal Corner Rectangle 7">
            <a:extLst>
              <a:ext uri="{FF2B5EF4-FFF2-40B4-BE49-F238E27FC236}">
                <a16:creationId xmlns:a16="http://schemas.microsoft.com/office/drawing/2014/main" id="{31AA12A8-3928-0F50-4DC8-BCB905B89772}"/>
              </a:ext>
            </a:extLst>
          </p:cNvPr>
          <p:cNvSpPr/>
          <p:nvPr/>
        </p:nvSpPr>
        <p:spPr>
          <a:xfrm>
            <a:off x="170558" y="105635"/>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21" name="TextBox 220">
            <a:extLst>
              <a:ext uri="{FF2B5EF4-FFF2-40B4-BE49-F238E27FC236}">
                <a16:creationId xmlns:a16="http://schemas.microsoft.com/office/drawing/2014/main" id="{66F684E5-E483-75F2-EC96-C0244D6E4F06}"/>
              </a:ext>
            </a:extLst>
          </p:cNvPr>
          <p:cNvSpPr txBox="1"/>
          <p:nvPr/>
        </p:nvSpPr>
        <p:spPr>
          <a:xfrm>
            <a:off x="156601" y="378661"/>
            <a:ext cx="11932285" cy="430887"/>
          </a:xfrm>
          <a:prstGeom prst="rect">
            <a:avLst/>
          </a:prstGeom>
          <a:noFill/>
          <a:ln>
            <a:noFill/>
          </a:ln>
        </p:spPr>
        <p:txBody>
          <a:bodyPr wrap="square" lIns="0" tIns="0" rIns="0" bIns="0" rtlCol="0">
            <a:spAutoFit/>
          </a:bodyPr>
          <a:lstStyle/>
          <a:p>
            <a:pPr algn="ctr"/>
            <a:r>
              <a:rPr lang="en-US" sz="2800" cap="all" spc="600" dirty="0">
                <a:solidFill>
                  <a:schemeClr val="bg1"/>
                </a:solidFill>
                <a:latin typeface="Josefin Sans SemiBold" pitchFamily="2" charset="77"/>
              </a:rPr>
              <a:t>Proposed Proof of concept (2)</a:t>
            </a:r>
          </a:p>
        </p:txBody>
      </p:sp>
      <p:sp>
        <p:nvSpPr>
          <p:cNvPr id="2" name="Slide Number Placeholder 5">
            <a:extLst>
              <a:ext uri="{FF2B5EF4-FFF2-40B4-BE49-F238E27FC236}">
                <a16:creationId xmlns:a16="http://schemas.microsoft.com/office/drawing/2014/main" id="{674F1618-A5F4-B764-EC79-FDD76C88DEB5}"/>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ES" sz="750" b="0" i="0" u="none" strike="noStrike" kern="1200" cap="none" spc="0" normalizeH="0" baseline="0">
              <a:ln>
                <a:noFill/>
              </a:ln>
              <a:solidFill>
                <a:srgbClr val="000000"/>
              </a:solidFill>
              <a:effectLst/>
              <a:uLnTx/>
              <a:uFillTx/>
              <a:ea typeface="+mn-ea"/>
              <a:cs typeface="+mn-cs"/>
            </a:endParaRPr>
          </a:p>
        </p:txBody>
      </p:sp>
      <p:pic>
        <p:nvPicPr>
          <p:cNvPr id="11" name="Graphic 10" descr="Lights On with solid fill">
            <a:extLst>
              <a:ext uri="{FF2B5EF4-FFF2-40B4-BE49-F238E27FC236}">
                <a16:creationId xmlns:a16="http://schemas.microsoft.com/office/drawing/2014/main" id="{92ABC07F-6B69-ED79-C685-9ED7ABC29F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0554" y="6294733"/>
            <a:ext cx="276174" cy="276174"/>
          </a:xfrm>
          <a:prstGeom prst="rect">
            <a:avLst/>
          </a:prstGeom>
        </p:spPr>
      </p:pic>
      <p:sp>
        <p:nvSpPr>
          <p:cNvPr id="39" name="Oval 38">
            <a:extLst>
              <a:ext uri="{FF2B5EF4-FFF2-40B4-BE49-F238E27FC236}">
                <a16:creationId xmlns:a16="http://schemas.microsoft.com/office/drawing/2014/main" id="{1005291D-23E8-B177-9758-FCF668423824}"/>
              </a:ext>
            </a:extLst>
          </p:cNvPr>
          <p:cNvSpPr/>
          <p:nvPr/>
        </p:nvSpPr>
        <p:spPr>
          <a:xfrm>
            <a:off x="334077" y="6240565"/>
            <a:ext cx="429129" cy="384510"/>
          </a:xfrm>
          <a:prstGeom prst="ellipse">
            <a:avLst/>
          </a:prstGeom>
          <a:noFill/>
          <a:ln w="9525">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1" name="TextBox 40">
            <a:extLst>
              <a:ext uri="{FF2B5EF4-FFF2-40B4-BE49-F238E27FC236}">
                <a16:creationId xmlns:a16="http://schemas.microsoft.com/office/drawing/2014/main" id="{7ED552C9-AB8B-7B84-7CF8-94FAA7F582F5}"/>
              </a:ext>
            </a:extLst>
          </p:cNvPr>
          <p:cNvSpPr txBox="1"/>
          <p:nvPr/>
        </p:nvSpPr>
        <p:spPr>
          <a:xfrm>
            <a:off x="763205" y="6260762"/>
            <a:ext cx="11208055" cy="307777"/>
          </a:xfrm>
          <a:prstGeom prst="rect">
            <a:avLst/>
          </a:prstGeom>
          <a:noFill/>
        </p:spPr>
        <p:txBody>
          <a:bodyPr wrap="square">
            <a:spAutoFit/>
          </a:bodyPr>
          <a:lstStyle/>
          <a:p>
            <a:pPr marL="0" marR="0" algn="just"/>
            <a:r>
              <a:rPr lang="en-US" sz="1400" dirty="0">
                <a:effectLst/>
                <a:latin typeface="Calibri Light" panose="020F0302020204030204" pitchFamily="34" charset="0"/>
                <a:ea typeface="Times New Roman" panose="02020603050405020304" pitchFamily="18" charset="0"/>
              </a:rPr>
              <a:t>Those quick wins will </a:t>
            </a:r>
            <a:r>
              <a:rPr lang="en-US" sz="1400" dirty="0">
                <a:latin typeface="Calibri Light" panose="020F0302020204030204" pitchFamily="34" charset="0"/>
                <a:ea typeface="Times New Roman" panose="02020603050405020304" pitchFamily="18" charset="0"/>
              </a:rPr>
              <a:t>act as p</a:t>
            </a:r>
            <a:r>
              <a:rPr lang="en-US" sz="1400" dirty="0">
                <a:effectLst/>
                <a:latin typeface="Calibri Light" panose="020F0302020204030204" pitchFamily="34" charset="0"/>
                <a:ea typeface="Times New Roman" panose="02020603050405020304" pitchFamily="18" charset="0"/>
              </a:rPr>
              <a:t>roof of concept for applying similar principles to broader data architecture initiatives in the future</a:t>
            </a:r>
            <a:endParaRPr lang="bg-BG" sz="14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8F84E906-6F40-DE7A-A353-08C45DA245F1}"/>
              </a:ext>
            </a:extLst>
          </p:cNvPr>
          <p:cNvSpPr txBox="1"/>
          <p:nvPr/>
        </p:nvSpPr>
        <p:spPr>
          <a:xfrm>
            <a:off x="2078288" y="2580560"/>
            <a:ext cx="8110727" cy="3005951"/>
          </a:xfrm>
          <a:prstGeom prst="rect">
            <a:avLst/>
          </a:prstGeom>
          <a:noFill/>
        </p:spPr>
        <p:txBody>
          <a:bodyPr wrap="square">
            <a:spAutoFit/>
          </a:bodyPr>
          <a:lstStyle/>
          <a:p>
            <a:pPr algn="just"/>
            <a:r>
              <a:rPr lang="en-US" sz="1600" b="1" dirty="0">
                <a:solidFill>
                  <a:srgbClr val="208E9B"/>
                </a:solidFill>
                <a:latin typeface="Calibri Light" panose="020F0302020204030204" pitchFamily="34" charset="0"/>
              </a:rPr>
              <a:t>Goal: </a:t>
            </a:r>
            <a:r>
              <a:rPr lang="en-US" sz="1600" dirty="0">
                <a:latin typeface="Calibri Light" panose="020F0302020204030204" pitchFamily="34" charset="0"/>
              </a:rPr>
              <a:t>reduction in manual data extraction efforts, increased user engagement with dashboards as well as improved decision-making based on real-time insights.</a:t>
            </a:r>
          </a:p>
          <a:p>
            <a:pPr algn="just">
              <a:spcBef>
                <a:spcPts val="800"/>
              </a:spcBef>
            </a:pPr>
            <a:r>
              <a:rPr lang="en-US" sz="1600" b="1" dirty="0">
                <a:solidFill>
                  <a:srgbClr val="208E9B"/>
                </a:solidFill>
                <a:latin typeface="Calibri Light" panose="020F0302020204030204" pitchFamily="34" charset="0"/>
              </a:rPr>
              <a:t>Objective: </a:t>
            </a:r>
            <a:r>
              <a:rPr lang="en-US" sz="1600" dirty="0">
                <a:effectLst/>
                <a:latin typeface="Calibri Light" panose="020F0302020204030204" pitchFamily="34" charset="0"/>
                <a:ea typeface="Times New Roman" panose="02020603050405020304" pitchFamily="18" charset="0"/>
              </a:rPr>
              <a:t>design and implement a dashboard visualizing PIPE information that allows business users to extract and analyze data from PIPE efficiently, improving decision-making and operational insights.</a:t>
            </a:r>
          </a:p>
          <a:p>
            <a:pPr algn="just">
              <a:spcBef>
                <a:spcPts val="800"/>
              </a:spcBef>
            </a:pPr>
            <a:r>
              <a:rPr lang="en-US" sz="1600" b="1" dirty="0">
                <a:solidFill>
                  <a:srgbClr val="208E9B"/>
                </a:solidFill>
                <a:latin typeface="Calibri Light" panose="020F0302020204030204" pitchFamily="34" charset="0"/>
              </a:rPr>
              <a:t>Roles:</a:t>
            </a:r>
            <a:endParaRPr lang="en-US" sz="1600" dirty="0">
              <a:latin typeface="Calibri Light" panose="020F0302020204030204" pitchFamily="34" charset="0"/>
            </a:endParaRPr>
          </a:p>
          <a:p>
            <a:pPr marL="0" marR="0" algn="just"/>
            <a:r>
              <a:rPr lang="en-US" sz="1600" b="1" dirty="0">
                <a:latin typeface="Calibri Light" panose="020F0302020204030204" pitchFamily="34" charset="0"/>
              </a:rPr>
              <a:t>Markman Group </a:t>
            </a:r>
            <a:r>
              <a:rPr lang="en-US" sz="1600" dirty="0">
                <a:latin typeface="Calibri Light" panose="020F0302020204030204" pitchFamily="34" charset="0"/>
              </a:rPr>
              <a:t>will be responsible for driving the business requirements gathering sessions as well as building the dashboard.</a:t>
            </a:r>
          </a:p>
          <a:p>
            <a:pPr algn="just"/>
            <a:r>
              <a:rPr lang="en-US" sz="1600" b="1" dirty="0">
                <a:latin typeface="Calibri Light" panose="020F0302020204030204" pitchFamily="34" charset="0"/>
              </a:rPr>
              <a:t>Metropolitan</a:t>
            </a:r>
            <a:r>
              <a:rPr lang="en-US" sz="1600" dirty="0">
                <a:latin typeface="Calibri Light" panose="020F0302020204030204" pitchFamily="34" charset="0"/>
              </a:rPr>
              <a:t> team </a:t>
            </a:r>
            <a:r>
              <a:rPr lang="en-US" sz="1600" kern="0" dirty="0">
                <a:effectLst/>
                <a:latin typeface="Calibri Light" panose="020F0302020204030204" pitchFamily="34" charset="0"/>
                <a:ea typeface="Times New Roman" panose="02020603050405020304" pitchFamily="18" charset="0"/>
                <a:cs typeface="Times New Roman" panose="02020603050405020304" pitchFamily="18" charset="0"/>
              </a:rPr>
              <a:t>will be responsible for communicating the requirements in due time as well as testing and validating dashboard output.</a:t>
            </a:r>
            <a:endParaRPr lang="bg-BG"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endParaRPr lang="en-US" sz="1600" dirty="0">
              <a:latin typeface="Calibri Light" panose="020F0302020204030204" pitchFamily="34" charset="0"/>
            </a:endParaRPr>
          </a:p>
        </p:txBody>
      </p:sp>
      <p:sp>
        <p:nvSpPr>
          <p:cNvPr id="4" name="Rectangle: Rounded Corners 3">
            <a:extLst>
              <a:ext uri="{FF2B5EF4-FFF2-40B4-BE49-F238E27FC236}">
                <a16:creationId xmlns:a16="http://schemas.microsoft.com/office/drawing/2014/main" id="{98DE6991-4F56-5BA8-20DB-7C352BC1EFC5}"/>
              </a:ext>
            </a:extLst>
          </p:cNvPr>
          <p:cNvSpPr/>
          <p:nvPr/>
        </p:nvSpPr>
        <p:spPr>
          <a:xfrm>
            <a:off x="1898904" y="1816164"/>
            <a:ext cx="8394192" cy="3770347"/>
          </a:xfrm>
          <a:prstGeom prst="roundRect">
            <a:avLst>
              <a:gd name="adj" fmla="val 4560"/>
            </a:avLst>
          </a:prstGeom>
          <a:noFill/>
          <a:ln w="9525">
            <a:solidFill>
              <a:srgbClr val="208E9B"/>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solidFill>
                <a:srgbClr val="208E9B"/>
              </a:solidFill>
            </a:endParaRPr>
          </a:p>
        </p:txBody>
      </p:sp>
      <p:sp>
        <p:nvSpPr>
          <p:cNvPr id="5" name="TextBox 4">
            <a:extLst>
              <a:ext uri="{FF2B5EF4-FFF2-40B4-BE49-F238E27FC236}">
                <a16:creationId xmlns:a16="http://schemas.microsoft.com/office/drawing/2014/main" id="{0EFC3E28-3539-47D0-3DD0-68499F746311}"/>
              </a:ext>
            </a:extLst>
          </p:cNvPr>
          <p:cNvSpPr txBox="1"/>
          <p:nvPr/>
        </p:nvSpPr>
        <p:spPr>
          <a:xfrm>
            <a:off x="4530348" y="1492936"/>
            <a:ext cx="3475791" cy="752618"/>
          </a:xfrm>
          <a:prstGeom prst="roundRect">
            <a:avLst/>
          </a:prstGeom>
          <a:solidFill>
            <a:schemeClr val="bg1"/>
          </a:solidFill>
          <a:ln w="9525">
            <a:solidFill>
              <a:srgbClr val="208E9B"/>
            </a:solidFill>
          </a:ln>
        </p:spPr>
        <p:txBody>
          <a:bodyPr wrap="square">
            <a:spAutoFit/>
          </a:bodyPr>
          <a:lstStyle/>
          <a:p>
            <a:pPr marL="0" marR="0" algn="ctr">
              <a:lnSpc>
                <a:spcPct val="107000"/>
              </a:lnSpc>
              <a:spcBef>
                <a:spcPts val="1200"/>
              </a:spcBef>
            </a:pPr>
            <a:r>
              <a:rPr lang="en-US" sz="1800" b="1" kern="0" dirty="0">
                <a:solidFill>
                  <a:srgbClr val="208E9B"/>
                </a:solidFill>
                <a:effectLst/>
                <a:latin typeface="Josefin Sans SemiBold" pitchFamily="2" charset="0"/>
                <a:ea typeface="Times New Roman" panose="02020603050405020304" pitchFamily="18" charset="0"/>
                <a:cs typeface="Times New Roman" panose="02020603050405020304" pitchFamily="18" charset="0"/>
              </a:rPr>
              <a:t>Visualization of PIPE via </a:t>
            </a:r>
            <a:r>
              <a:rPr lang="en-US" sz="1800" b="1" kern="0" dirty="0" err="1">
                <a:solidFill>
                  <a:srgbClr val="208E9B"/>
                </a:solidFill>
                <a:effectLst/>
                <a:latin typeface="Josefin Sans SemiBold" pitchFamily="2" charset="0"/>
                <a:ea typeface="Times New Roman" panose="02020603050405020304" pitchFamily="18" charset="0"/>
                <a:cs typeface="Times New Roman" panose="02020603050405020304" pitchFamily="18" charset="0"/>
              </a:rPr>
              <a:t>PowerBI</a:t>
            </a:r>
            <a:endParaRPr lang="en-US" sz="1800" b="1" kern="0" dirty="0">
              <a:solidFill>
                <a:srgbClr val="208E9B"/>
              </a:solidFill>
              <a:effectLst/>
              <a:latin typeface="Josefin Sans SemiBold" pitchFamily="2" charset="0"/>
              <a:ea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88413224-C03A-8E25-3E80-007BAC02B63E}"/>
              </a:ext>
            </a:extLst>
          </p:cNvPr>
          <p:cNvGrpSpPr/>
          <p:nvPr/>
        </p:nvGrpSpPr>
        <p:grpSpPr>
          <a:xfrm>
            <a:off x="3350431" y="1452956"/>
            <a:ext cx="914400" cy="759122"/>
            <a:chOff x="6480727" y="1137010"/>
            <a:chExt cx="914400" cy="759122"/>
          </a:xfrm>
        </p:grpSpPr>
        <p:grpSp>
          <p:nvGrpSpPr>
            <p:cNvPr id="8" name="Group 7">
              <a:extLst>
                <a:ext uri="{FF2B5EF4-FFF2-40B4-BE49-F238E27FC236}">
                  <a16:creationId xmlns:a16="http://schemas.microsoft.com/office/drawing/2014/main" id="{FD18C334-4DFC-7A31-6BCD-2557645FF175}"/>
                </a:ext>
              </a:extLst>
            </p:cNvPr>
            <p:cNvGrpSpPr/>
            <p:nvPr/>
          </p:nvGrpSpPr>
          <p:grpSpPr>
            <a:xfrm>
              <a:off x="6480727" y="1137010"/>
              <a:ext cx="914400" cy="759122"/>
              <a:chOff x="518627" y="1094276"/>
              <a:chExt cx="914400" cy="759122"/>
            </a:xfrm>
          </p:grpSpPr>
          <p:sp>
            <p:nvSpPr>
              <p:cNvPr id="10" name="Rectangle 9">
                <a:extLst>
                  <a:ext uri="{FF2B5EF4-FFF2-40B4-BE49-F238E27FC236}">
                    <a16:creationId xmlns:a16="http://schemas.microsoft.com/office/drawing/2014/main" id="{2F64B7F8-B91D-84A7-855A-A1378D2AE2B8}"/>
                  </a:ext>
                </a:extLst>
              </p:cNvPr>
              <p:cNvSpPr/>
              <p:nvPr/>
            </p:nvSpPr>
            <p:spPr>
              <a:xfrm>
                <a:off x="518627" y="1094276"/>
                <a:ext cx="914400" cy="752617"/>
              </a:xfrm>
              <a:prstGeom prst="rect">
                <a:avLst/>
              </a:prstGeom>
              <a:solidFill>
                <a:schemeClr val="bg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Oval 11">
                <a:extLst>
                  <a:ext uri="{FF2B5EF4-FFF2-40B4-BE49-F238E27FC236}">
                    <a16:creationId xmlns:a16="http://schemas.microsoft.com/office/drawing/2014/main" id="{6CD0DB94-3285-A89C-7D0F-33634CB179D7}"/>
                  </a:ext>
                </a:extLst>
              </p:cNvPr>
              <p:cNvSpPr/>
              <p:nvPr/>
            </p:nvSpPr>
            <p:spPr>
              <a:xfrm>
                <a:off x="627231" y="1137010"/>
                <a:ext cx="729600" cy="716388"/>
              </a:xfrm>
              <a:prstGeom prst="ellipse">
                <a:avLst/>
              </a:prstGeom>
              <a:noFill/>
              <a:ln w="9525">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grpSp>
        <p:pic>
          <p:nvPicPr>
            <p:cNvPr id="9" name="Graphic 8" descr="Bar graph with upward trend with solid fill">
              <a:extLst>
                <a:ext uri="{FF2B5EF4-FFF2-40B4-BE49-F238E27FC236}">
                  <a16:creationId xmlns:a16="http://schemas.microsoft.com/office/drawing/2014/main" id="{8D7AD69A-C01F-3C1F-A17E-12657EDCA5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09816" y="1284718"/>
              <a:ext cx="443459" cy="457200"/>
            </a:xfrm>
            <a:prstGeom prst="rect">
              <a:avLst/>
            </a:prstGeom>
          </p:spPr>
        </p:pic>
      </p:grpSp>
      <p:sp>
        <p:nvSpPr>
          <p:cNvPr id="13" name="Rectangle 12">
            <a:extLst>
              <a:ext uri="{FF2B5EF4-FFF2-40B4-BE49-F238E27FC236}">
                <a16:creationId xmlns:a16="http://schemas.microsoft.com/office/drawing/2014/main" id="{189EF365-BE41-9A87-DEF8-7BA117FC7B4E}"/>
              </a:ext>
            </a:extLst>
          </p:cNvPr>
          <p:cNvSpPr/>
          <p:nvPr/>
        </p:nvSpPr>
        <p:spPr>
          <a:xfrm flipH="1">
            <a:off x="3903435" y="1657047"/>
            <a:ext cx="45720" cy="256032"/>
          </a:xfrm>
          <a:prstGeom prst="rect">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4146799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4156-D9C2-7322-E796-497B4EC78D33}"/>
            </a:ext>
          </a:extLst>
        </p:cNvPr>
        <p:cNvGrpSpPr/>
        <p:nvPr/>
      </p:nvGrpSpPr>
      <p:grpSpPr>
        <a:xfrm>
          <a:off x="0" y="0"/>
          <a:ext cx="0" cy="0"/>
          <a:chOff x="0" y="0"/>
          <a:chExt cx="0" cy="0"/>
        </a:xfrm>
      </p:grpSpPr>
      <p:sp>
        <p:nvSpPr>
          <p:cNvPr id="289" name="Snip Diagonal Corner Rectangle 7">
            <a:extLst>
              <a:ext uri="{FF2B5EF4-FFF2-40B4-BE49-F238E27FC236}">
                <a16:creationId xmlns:a16="http://schemas.microsoft.com/office/drawing/2014/main" id="{1172971D-9858-232A-BEE3-365E6DA04E86}"/>
              </a:ext>
            </a:extLst>
          </p:cNvPr>
          <p:cNvSpPr/>
          <p:nvPr/>
        </p:nvSpPr>
        <p:spPr>
          <a:xfrm>
            <a:off x="170558" y="105635"/>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21" name="TextBox 220">
            <a:extLst>
              <a:ext uri="{FF2B5EF4-FFF2-40B4-BE49-F238E27FC236}">
                <a16:creationId xmlns:a16="http://schemas.microsoft.com/office/drawing/2014/main" id="{C72F3138-285C-3859-59A2-A233CF342381}"/>
              </a:ext>
            </a:extLst>
          </p:cNvPr>
          <p:cNvSpPr txBox="1"/>
          <p:nvPr/>
        </p:nvSpPr>
        <p:spPr>
          <a:xfrm>
            <a:off x="156601" y="378661"/>
            <a:ext cx="11932285" cy="430887"/>
          </a:xfrm>
          <a:prstGeom prst="rect">
            <a:avLst/>
          </a:prstGeom>
          <a:noFill/>
          <a:ln>
            <a:noFill/>
          </a:ln>
        </p:spPr>
        <p:txBody>
          <a:bodyPr wrap="square" lIns="0" tIns="0" rIns="0" bIns="0" rtlCol="0">
            <a:spAutoFit/>
          </a:bodyPr>
          <a:lstStyle/>
          <a:p>
            <a:pPr algn="ctr"/>
            <a:r>
              <a:rPr lang="en-US" sz="2800" cap="all" spc="600" dirty="0">
                <a:solidFill>
                  <a:schemeClr val="bg1"/>
                </a:solidFill>
                <a:latin typeface="Josefin Sans SemiBold" pitchFamily="2" charset="77"/>
              </a:rPr>
              <a:t>Quick Wins and PROOF OF CONCEPT (2)</a:t>
            </a:r>
          </a:p>
        </p:txBody>
      </p:sp>
      <p:sp>
        <p:nvSpPr>
          <p:cNvPr id="2" name="Slide Number Placeholder 5">
            <a:extLst>
              <a:ext uri="{FF2B5EF4-FFF2-40B4-BE49-F238E27FC236}">
                <a16:creationId xmlns:a16="http://schemas.microsoft.com/office/drawing/2014/main" id="{4D948561-4FDD-CDFF-E404-5BEF547EFD39}"/>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ES" sz="750" b="0" i="0" u="none" strike="noStrike" kern="1200" cap="none" spc="0" normalizeH="0" baseline="0">
              <a:ln>
                <a:noFill/>
              </a:ln>
              <a:solidFill>
                <a:srgbClr val="000000"/>
              </a:solidFill>
              <a:effectLst/>
              <a:uLnTx/>
              <a:uFillTx/>
              <a:ea typeface="+mn-ea"/>
              <a:cs typeface="+mn-cs"/>
            </a:endParaRPr>
          </a:p>
        </p:txBody>
      </p:sp>
      <p:sp>
        <p:nvSpPr>
          <p:cNvPr id="3" name="TextBox 2">
            <a:extLst>
              <a:ext uri="{FF2B5EF4-FFF2-40B4-BE49-F238E27FC236}">
                <a16:creationId xmlns:a16="http://schemas.microsoft.com/office/drawing/2014/main" id="{3A6494AB-82BF-802B-8CB6-14E3FBB1BA89}"/>
              </a:ext>
            </a:extLst>
          </p:cNvPr>
          <p:cNvSpPr txBox="1"/>
          <p:nvPr/>
        </p:nvSpPr>
        <p:spPr>
          <a:xfrm>
            <a:off x="685800" y="1243584"/>
            <a:ext cx="11403086" cy="738664"/>
          </a:xfrm>
          <a:prstGeom prst="rect">
            <a:avLst/>
          </a:prstGeom>
          <a:noFill/>
        </p:spPr>
        <p:txBody>
          <a:bodyPr wrap="square" rtlCol="0">
            <a:spAutoFit/>
          </a:bodyPr>
          <a:lstStyle/>
          <a:p>
            <a:r>
              <a:rPr lang="en-US" sz="1400" noProof="0" dirty="0">
                <a:latin typeface="Calibri Light" panose="020F0302020204030204" pitchFamily="34" charset="0"/>
              </a:rPr>
              <a:t>Markman Group's approach involves two parallel tracks: Alongside developing a strong data governance framework, delivering early, tangible results.  Based on the Phase 1 analysis, they will implement automated quality checks and dashboards. This will not only reduce manual effort and improve data accuracy but also provide Metropolitan with faster access to improved data insights.</a:t>
            </a:r>
            <a:endParaRPr lang="en-GB" sz="1400" noProof="0" dirty="0">
              <a:latin typeface="Calibri Light" panose="020F0302020204030204" pitchFamily="34" charset="0"/>
            </a:endParaRPr>
          </a:p>
        </p:txBody>
      </p:sp>
      <p:sp>
        <p:nvSpPr>
          <p:cNvPr id="197" name="Google Shape;1369;p189">
            <a:extLst>
              <a:ext uri="{FF2B5EF4-FFF2-40B4-BE49-F238E27FC236}">
                <a16:creationId xmlns:a16="http://schemas.microsoft.com/office/drawing/2014/main" id="{E8E73ED9-E3BD-51A4-42E4-3FEAB805C634}"/>
              </a:ext>
            </a:extLst>
          </p:cNvPr>
          <p:cNvSpPr/>
          <p:nvPr/>
        </p:nvSpPr>
        <p:spPr>
          <a:xfrm>
            <a:off x="4006204" y="3558044"/>
            <a:ext cx="1303763" cy="1244705"/>
          </a:xfrm>
          <a:prstGeom prst="rect">
            <a:avLst/>
          </a:prstGeom>
          <a:solidFill>
            <a:srgbClr val="208E9B"/>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198" name="Google Shape;1366;p189">
            <a:extLst>
              <a:ext uri="{FF2B5EF4-FFF2-40B4-BE49-F238E27FC236}">
                <a16:creationId xmlns:a16="http://schemas.microsoft.com/office/drawing/2014/main" id="{C09702B4-9EF5-6976-4211-3A0D8F65C512}"/>
              </a:ext>
            </a:extLst>
          </p:cNvPr>
          <p:cNvSpPr/>
          <p:nvPr/>
        </p:nvSpPr>
        <p:spPr>
          <a:xfrm rot="5400000">
            <a:off x="10007796" y="3979393"/>
            <a:ext cx="1244705" cy="402542"/>
          </a:xfrm>
          <a:prstGeom prst="parallelogram">
            <a:avLst>
              <a:gd name="adj" fmla="val 112950"/>
            </a:avLst>
          </a:prstGeom>
          <a:solidFill>
            <a:srgbClr val="1A7B73">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cs typeface="Arial"/>
              <a:sym typeface="Arial"/>
            </a:endParaRPr>
          </a:p>
        </p:txBody>
      </p:sp>
      <p:sp>
        <p:nvSpPr>
          <p:cNvPr id="199" name="Google Shape;1366;p189">
            <a:extLst>
              <a:ext uri="{FF2B5EF4-FFF2-40B4-BE49-F238E27FC236}">
                <a16:creationId xmlns:a16="http://schemas.microsoft.com/office/drawing/2014/main" id="{ACACB191-3EEC-4258-40CE-1B927E278935}"/>
              </a:ext>
            </a:extLst>
          </p:cNvPr>
          <p:cNvSpPr/>
          <p:nvPr/>
        </p:nvSpPr>
        <p:spPr>
          <a:xfrm rot="5400000">
            <a:off x="8298330" y="3973996"/>
            <a:ext cx="1243584" cy="409986"/>
          </a:xfrm>
          <a:prstGeom prst="parallelogram">
            <a:avLst>
              <a:gd name="adj" fmla="val 112950"/>
            </a:avLst>
          </a:prstGeom>
          <a:solidFill>
            <a:srgbClr val="208E9B">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00" name="Google Shape;1366;p189">
            <a:extLst>
              <a:ext uri="{FF2B5EF4-FFF2-40B4-BE49-F238E27FC236}">
                <a16:creationId xmlns:a16="http://schemas.microsoft.com/office/drawing/2014/main" id="{89E24B6C-D605-E59C-76B7-746E41E18810}"/>
              </a:ext>
            </a:extLst>
          </p:cNvPr>
          <p:cNvSpPr/>
          <p:nvPr/>
        </p:nvSpPr>
        <p:spPr>
          <a:xfrm rot="5400000">
            <a:off x="6592026" y="3974845"/>
            <a:ext cx="1243584" cy="409986"/>
          </a:xfrm>
          <a:prstGeom prst="parallelogram">
            <a:avLst>
              <a:gd name="adj" fmla="val 112950"/>
            </a:avLst>
          </a:prstGeom>
          <a:solidFill>
            <a:srgbClr val="112A48">
              <a:alpha val="65882"/>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cs typeface="Arial"/>
              <a:sym typeface="Arial"/>
            </a:endParaRPr>
          </a:p>
        </p:txBody>
      </p:sp>
      <p:sp>
        <p:nvSpPr>
          <p:cNvPr id="201" name="Google Shape;1364;p189">
            <a:extLst>
              <a:ext uri="{FF2B5EF4-FFF2-40B4-BE49-F238E27FC236}">
                <a16:creationId xmlns:a16="http://schemas.microsoft.com/office/drawing/2014/main" id="{AF5D8898-C3D5-6B90-5516-5C3EFE3543B9}"/>
              </a:ext>
            </a:extLst>
          </p:cNvPr>
          <p:cNvSpPr/>
          <p:nvPr/>
        </p:nvSpPr>
        <p:spPr>
          <a:xfrm rot="5400000">
            <a:off x="4887251" y="3975009"/>
            <a:ext cx="1243584" cy="406928"/>
          </a:xfrm>
          <a:prstGeom prst="parallelogram">
            <a:avLst>
              <a:gd name="adj" fmla="val 112950"/>
            </a:avLst>
          </a:prstGeom>
          <a:solidFill>
            <a:srgbClr val="208E9B">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02" name="Google Shape;1363;p189">
            <a:extLst>
              <a:ext uri="{FF2B5EF4-FFF2-40B4-BE49-F238E27FC236}">
                <a16:creationId xmlns:a16="http://schemas.microsoft.com/office/drawing/2014/main" id="{28E8036D-31FF-0C5C-165D-B53D04D398F1}"/>
              </a:ext>
            </a:extLst>
          </p:cNvPr>
          <p:cNvSpPr/>
          <p:nvPr/>
        </p:nvSpPr>
        <p:spPr>
          <a:xfrm rot="5400000">
            <a:off x="3178162" y="3974996"/>
            <a:ext cx="1243584" cy="412489"/>
          </a:xfrm>
          <a:prstGeom prst="parallelogram">
            <a:avLst>
              <a:gd name="adj" fmla="val 112950"/>
            </a:avLst>
          </a:prstGeom>
          <a:solidFill>
            <a:srgbClr val="1A7B73">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03" name="Google Shape;1362;p189">
            <a:extLst>
              <a:ext uri="{FF2B5EF4-FFF2-40B4-BE49-F238E27FC236}">
                <a16:creationId xmlns:a16="http://schemas.microsoft.com/office/drawing/2014/main" id="{E02C38D6-AAB5-59EE-3C01-3F2474952DFA}"/>
              </a:ext>
            </a:extLst>
          </p:cNvPr>
          <p:cNvSpPr/>
          <p:nvPr/>
        </p:nvSpPr>
        <p:spPr>
          <a:xfrm rot="5400000">
            <a:off x="1472927" y="3973367"/>
            <a:ext cx="1243584" cy="410213"/>
          </a:xfrm>
          <a:prstGeom prst="parallelogram">
            <a:avLst>
              <a:gd name="adj" fmla="val 112950"/>
            </a:avLst>
          </a:prstGeom>
          <a:solidFill>
            <a:srgbClr val="CFF0D5">
              <a:alpha val="698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04" name="Google Shape;1372;p189">
            <a:extLst>
              <a:ext uri="{FF2B5EF4-FFF2-40B4-BE49-F238E27FC236}">
                <a16:creationId xmlns:a16="http://schemas.microsoft.com/office/drawing/2014/main" id="{9AB1A967-96F2-7343-8059-37896F3C87DC}"/>
              </a:ext>
            </a:extLst>
          </p:cNvPr>
          <p:cNvSpPr/>
          <p:nvPr/>
        </p:nvSpPr>
        <p:spPr>
          <a:xfrm rot="5400000">
            <a:off x="10459097" y="3922071"/>
            <a:ext cx="1244705" cy="514953"/>
          </a:xfrm>
          <a:prstGeom prst="triangle">
            <a:avLst>
              <a:gd name="adj" fmla="val 50000"/>
            </a:avLst>
          </a:prstGeom>
          <a:solidFill>
            <a:srgbClr val="208E9B"/>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05" name="Elipse 11">
            <a:extLst>
              <a:ext uri="{FF2B5EF4-FFF2-40B4-BE49-F238E27FC236}">
                <a16:creationId xmlns:a16="http://schemas.microsoft.com/office/drawing/2014/main" id="{B030829E-FB48-B904-96E0-F9D1B833FEAA}"/>
              </a:ext>
            </a:extLst>
          </p:cNvPr>
          <p:cNvSpPr/>
          <p:nvPr/>
        </p:nvSpPr>
        <p:spPr>
          <a:xfrm>
            <a:off x="1168716" y="5110130"/>
            <a:ext cx="152013" cy="155588"/>
          </a:xfrm>
          <a:prstGeom prst="ellipse">
            <a:avLst/>
          </a:prstGeom>
          <a:solidFill>
            <a:srgbClr val="CFF0D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06" name="Elipse 123">
            <a:extLst>
              <a:ext uri="{FF2B5EF4-FFF2-40B4-BE49-F238E27FC236}">
                <a16:creationId xmlns:a16="http://schemas.microsoft.com/office/drawing/2014/main" id="{F063ADC4-2036-C537-BAE2-053DF248C48F}"/>
              </a:ext>
            </a:extLst>
          </p:cNvPr>
          <p:cNvSpPr/>
          <p:nvPr/>
        </p:nvSpPr>
        <p:spPr>
          <a:xfrm>
            <a:off x="1206719" y="5149027"/>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207" name="Conector recto 14">
            <a:extLst>
              <a:ext uri="{FF2B5EF4-FFF2-40B4-BE49-F238E27FC236}">
                <a16:creationId xmlns:a16="http://schemas.microsoft.com/office/drawing/2014/main" id="{3C5081AA-499B-9DE9-34E8-FFC71622FA52}"/>
              </a:ext>
            </a:extLst>
          </p:cNvPr>
          <p:cNvCxnSpPr>
            <a:cxnSpLocks/>
            <a:stCxn id="218" idx="2"/>
            <a:endCxn id="206" idx="0"/>
          </p:cNvCxnSpPr>
          <p:nvPr/>
        </p:nvCxnSpPr>
        <p:spPr>
          <a:xfrm flipH="1">
            <a:off x="1244723" y="4802749"/>
            <a:ext cx="755" cy="346278"/>
          </a:xfrm>
          <a:prstGeom prst="line">
            <a:avLst/>
          </a:prstGeom>
          <a:ln w="12700" cap="sq">
            <a:solidFill>
              <a:schemeClr val="accent6">
                <a:lumMod val="20000"/>
                <a:lumOff val="80000"/>
              </a:schemeClr>
            </a:solidFill>
            <a:prstDash val="sysDot"/>
          </a:ln>
        </p:spPr>
        <p:style>
          <a:lnRef idx="1">
            <a:schemeClr val="accent1"/>
          </a:lnRef>
          <a:fillRef idx="0">
            <a:schemeClr val="accent1"/>
          </a:fillRef>
          <a:effectRef idx="0">
            <a:schemeClr val="dk1"/>
          </a:effectRef>
          <a:fontRef idx="minor">
            <a:schemeClr val="lt1"/>
          </a:fontRef>
        </p:style>
      </p:cxnSp>
      <p:cxnSp>
        <p:nvCxnSpPr>
          <p:cNvPr id="208" name="Conector recto 126">
            <a:extLst>
              <a:ext uri="{FF2B5EF4-FFF2-40B4-BE49-F238E27FC236}">
                <a16:creationId xmlns:a16="http://schemas.microsoft.com/office/drawing/2014/main" id="{E446EA1D-3840-79B8-06C7-5BDCBC93070D}"/>
              </a:ext>
            </a:extLst>
          </p:cNvPr>
          <p:cNvCxnSpPr>
            <a:cxnSpLocks/>
            <a:stCxn id="209" idx="4"/>
            <a:endCxn id="222" idx="0"/>
          </p:cNvCxnSpPr>
          <p:nvPr/>
        </p:nvCxnSpPr>
        <p:spPr>
          <a:xfrm flipH="1">
            <a:off x="2951782" y="3154588"/>
            <a:ext cx="278" cy="403456"/>
          </a:xfrm>
          <a:prstGeom prst="line">
            <a:avLst/>
          </a:prstGeom>
          <a:ln w="12700" cap="sq">
            <a:solidFill>
              <a:schemeClr val="bg1">
                <a:lumMod val="65000"/>
              </a:schemeClr>
            </a:solidFill>
            <a:prstDash val="sysDot"/>
          </a:ln>
        </p:spPr>
        <p:style>
          <a:lnRef idx="1">
            <a:schemeClr val="accent1"/>
          </a:lnRef>
          <a:fillRef idx="0">
            <a:schemeClr val="accent1"/>
          </a:fillRef>
          <a:effectRef idx="0">
            <a:schemeClr val="dk1"/>
          </a:effectRef>
          <a:fontRef idx="minor">
            <a:schemeClr val="lt1"/>
          </a:fontRef>
        </p:style>
      </p:cxnSp>
      <p:sp>
        <p:nvSpPr>
          <p:cNvPr id="209" name="Elipse 124">
            <a:extLst>
              <a:ext uri="{FF2B5EF4-FFF2-40B4-BE49-F238E27FC236}">
                <a16:creationId xmlns:a16="http://schemas.microsoft.com/office/drawing/2014/main" id="{6E7CB31F-C3CE-8953-4DDD-D20712383339}"/>
              </a:ext>
            </a:extLst>
          </p:cNvPr>
          <p:cNvSpPr/>
          <p:nvPr/>
        </p:nvSpPr>
        <p:spPr>
          <a:xfrm>
            <a:off x="2876053" y="2999000"/>
            <a:ext cx="152013" cy="155588"/>
          </a:xfrm>
          <a:prstGeom prst="ellipse">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10" name="Elipse 125">
            <a:extLst>
              <a:ext uri="{FF2B5EF4-FFF2-40B4-BE49-F238E27FC236}">
                <a16:creationId xmlns:a16="http://schemas.microsoft.com/office/drawing/2014/main" id="{2A256FF5-B8EB-F220-374C-A5F70F2F851E}"/>
              </a:ext>
            </a:extLst>
          </p:cNvPr>
          <p:cNvSpPr/>
          <p:nvPr/>
        </p:nvSpPr>
        <p:spPr>
          <a:xfrm>
            <a:off x="2913778" y="3037897"/>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11" name="Elipse 128">
            <a:extLst>
              <a:ext uri="{FF2B5EF4-FFF2-40B4-BE49-F238E27FC236}">
                <a16:creationId xmlns:a16="http://schemas.microsoft.com/office/drawing/2014/main" id="{4A58F9F5-A74C-2C16-08EF-FC37D283E17E}"/>
              </a:ext>
            </a:extLst>
          </p:cNvPr>
          <p:cNvSpPr/>
          <p:nvPr/>
        </p:nvSpPr>
        <p:spPr>
          <a:xfrm>
            <a:off x="4587444" y="5264420"/>
            <a:ext cx="152013" cy="155588"/>
          </a:xfrm>
          <a:prstGeom prst="ellipse">
            <a:avLst/>
          </a:prstGeom>
          <a:solidFill>
            <a:srgbClr val="208E9B"/>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12" name="Elipse 129">
            <a:extLst>
              <a:ext uri="{FF2B5EF4-FFF2-40B4-BE49-F238E27FC236}">
                <a16:creationId xmlns:a16="http://schemas.microsoft.com/office/drawing/2014/main" id="{FA61229B-544E-C359-2903-019DA3932246}"/>
              </a:ext>
            </a:extLst>
          </p:cNvPr>
          <p:cNvSpPr/>
          <p:nvPr/>
        </p:nvSpPr>
        <p:spPr>
          <a:xfrm>
            <a:off x="4625447" y="5304273"/>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213" name="Conector recto 130">
            <a:extLst>
              <a:ext uri="{FF2B5EF4-FFF2-40B4-BE49-F238E27FC236}">
                <a16:creationId xmlns:a16="http://schemas.microsoft.com/office/drawing/2014/main" id="{5921CC20-15BB-D2CA-30EF-1931963CD346}"/>
              </a:ext>
            </a:extLst>
          </p:cNvPr>
          <p:cNvCxnSpPr>
            <a:cxnSpLocks/>
            <a:stCxn id="197" idx="2"/>
            <a:endCxn id="211" idx="0"/>
          </p:cNvCxnSpPr>
          <p:nvPr/>
        </p:nvCxnSpPr>
        <p:spPr>
          <a:xfrm>
            <a:off x="4658086" y="4802749"/>
            <a:ext cx="5365" cy="461671"/>
          </a:xfrm>
          <a:prstGeom prst="line">
            <a:avLst/>
          </a:prstGeom>
          <a:ln w="12700" cap="sq">
            <a:solidFill>
              <a:schemeClr val="bg1">
                <a:lumMod val="65000"/>
              </a:schemeClr>
            </a:solidFill>
            <a:prstDash val="sysDot"/>
          </a:ln>
        </p:spPr>
        <p:style>
          <a:lnRef idx="1">
            <a:schemeClr val="accent1"/>
          </a:lnRef>
          <a:fillRef idx="0">
            <a:schemeClr val="accent1"/>
          </a:fillRef>
          <a:effectRef idx="0">
            <a:schemeClr val="dk1"/>
          </a:effectRef>
          <a:fontRef idx="minor">
            <a:schemeClr val="lt1"/>
          </a:fontRef>
        </p:style>
      </p:cxnSp>
      <p:sp>
        <p:nvSpPr>
          <p:cNvPr id="214" name="Elipse 136">
            <a:extLst>
              <a:ext uri="{FF2B5EF4-FFF2-40B4-BE49-F238E27FC236}">
                <a16:creationId xmlns:a16="http://schemas.microsoft.com/office/drawing/2014/main" id="{8F4EF9F5-0F92-1F46-84F9-528487EBE7CC}"/>
              </a:ext>
            </a:extLst>
          </p:cNvPr>
          <p:cNvSpPr/>
          <p:nvPr/>
        </p:nvSpPr>
        <p:spPr>
          <a:xfrm>
            <a:off x="6296941" y="3169290"/>
            <a:ext cx="152013" cy="155588"/>
          </a:xfrm>
          <a:prstGeom prst="ellipse">
            <a:avLst/>
          </a:prstGeom>
          <a:solidFill>
            <a:srgbClr val="112A48"/>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15" name="Elipse 137">
            <a:extLst>
              <a:ext uri="{FF2B5EF4-FFF2-40B4-BE49-F238E27FC236}">
                <a16:creationId xmlns:a16="http://schemas.microsoft.com/office/drawing/2014/main" id="{EF3A4E6C-3F51-F894-2967-19E7A84CDE20}"/>
              </a:ext>
            </a:extLst>
          </p:cNvPr>
          <p:cNvSpPr/>
          <p:nvPr/>
        </p:nvSpPr>
        <p:spPr>
          <a:xfrm>
            <a:off x="6334944" y="3207187"/>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216" name="Conector recto 138">
            <a:extLst>
              <a:ext uri="{FF2B5EF4-FFF2-40B4-BE49-F238E27FC236}">
                <a16:creationId xmlns:a16="http://schemas.microsoft.com/office/drawing/2014/main" id="{EDA4E520-DB55-EE3D-2B4C-0AE8C4FDA746}"/>
              </a:ext>
            </a:extLst>
          </p:cNvPr>
          <p:cNvCxnSpPr>
            <a:cxnSpLocks/>
            <a:stCxn id="214" idx="4"/>
          </p:cNvCxnSpPr>
          <p:nvPr/>
        </p:nvCxnSpPr>
        <p:spPr>
          <a:xfrm flipH="1">
            <a:off x="6365296" y="3324878"/>
            <a:ext cx="7652" cy="293873"/>
          </a:xfrm>
          <a:prstGeom prst="line">
            <a:avLst/>
          </a:prstGeom>
          <a:ln w="12700" cap="sq">
            <a:solidFill>
              <a:srgbClr val="112A48"/>
            </a:solidFill>
            <a:prstDash val="sysDot"/>
          </a:ln>
        </p:spPr>
        <p:style>
          <a:lnRef idx="1">
            <a:schemeClr val="accent1"/>
          </a:lnRef>
          <a:fillRef idx="0">
            <a:schemeClr val="accent1"/>
          </a:fillRef>
          <a:effectRef idx="0">
            <a:schemeClr val="dk1"/>
          </a:effectRef>
          <a:fontRef idx="minor">
            <a:schemeClr val="lt1"/>
          </a:fontRef>
        </p:style>
      </p:cxnSp>
      <p:grpSp>
        <p:nvGrpSpPr>
          <p:cNvPr id="217" name="Group 216">
            <a:extLst>
              <a:ext uri="{FF2B5EF4-FFF2-40B4-BE49-F238E27FC236}">
                <a16:creationId xmlns:a16="http://schemas.microsoft.com/office/drawing/2014/main" id="{A8A62C80-7A00-CCC9-94CC-BD03561618B2}"/>
              </a:ext>
            </a:extLst>
          </p:cNvPr>
          <p:cNvGrpSpPr/>
          <p:nvPr/>
        </p:nvGrpSpPr>
        <p:grpSpPr>
          <a:xfrm>
            <a:off x="593596" y="3558044"/>
            <a:ext cx="1303763" cy="1244705"/>
            <a:chOff x="739174" y="2916910"/>
            <a:chExt cx="1303763" cy="1244705"/>
          </a:xfrm>
        </p:grpSpPr>
        <p:sp>
          <p:nvSpPr>
            <p:cNvPr id="218" name="Google Shape;1367;p189">
              <a:extLst>
                <a:ext uri="{FF2B5EF4-FFF2-40B4-BE49-F238E27FC236}">
                  <a16:creationId xmlns:a16="http://schemas.microsoft.com/office/drawing/2014/main" id="{9E573A72-90A8-CB96-F97B-2C250FB9865A}"/>
                </a:ext>
              </a:extLst>
            </p:cNvPr>
            <p:cNvSpPr/>
            <p:nvPr/>
          </p:nvSpPr>
          <p:spPr>
            <a:xfrm>
              <a:off x="739174" y="2916910"/>
              <a:ext cx="1303763" cy="1244705"/>
            </a:xfrm>
            <a:prstGeom prst="rect">
              <a:avLst/>
            </a:prstGeom>
            <a:solidFill>
              <a:srgbClr val="CFF0D5"/>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19" name="Google Shape;1398;p189">
              <a:extLst>
                <a:ext uri="{FF2B5EF4-FFF2-40B4-BE49-F238E27FC236}">
                  <a16:creationId xmlns:a16="http://schemas.microsoft.com/office/drawing/2014/main" id="{E31A9E3A-6DBA-BF84-2B5B-77A7465800A0}"/>
                </a:ext>
              </a:extLst>
            </p:cNvPr>
            <p:cNvSpPr/>
            <p:nvPr/>
          </p:nvSpPr>
          <p:spPr>
            <a:xfrm>
              <a:off x="873163" y="3091946"/>
              <a:ext cx="1035784" cy="894632"/>
            </a:xfrm>
            <a:custGeom>
              <a:avLst/>
              <a:gdLst/>
              <a:ahLst/>
              <a:cxnLst/>
              <a:rect l="l" t="t" r="r" b="b"/>
              <a:pathLst>
                <a:path w="6673" h="6672" extrusionOk="0">
                  <a:moveTo>
                    <a:pt x="0" y="0"/>
                  </a:moveTo>
                  <a:lnTo>
                    <a:pt x="0" y="6672"/>
                  </a:lnTo>
                  <a:lnTo>
                    <a:pt x="6673" y="6672"/>
                  </a:lnTo>
                  <a:lnTo>
                    <a:pt x="6673" y="0"/>
                  </a:lnTo>
                  <a:lnTo>
                    <a:pt x="0" y="0"/>
                  </a:lnTo>
                  <a:close/>
                  <a:moveTo>
                    <a:pt x="6389" y="6386"/>
                  </a:moveTo>
                  <a:lnTo>
                    <a:pt x="284" y="6386"/>
                  </a:lnTo>
                  <a:lnTo>
                    <a:pt x="284" y="286"/>
                  </a:lnTo>
                  <a:lnTo>
                    <a:pt x="6389" y="286"/>
                  </a:lnTo>
                  <a:lnTo>
                    <a:pt x="6389" y="6386"/>
                  </a:lnTo>
                  <a:close/>
                </a:path>
              </a:pathLst>
            </a:custGeom>
            <a:solidFill>
              <a:srgbClr val="208E9B"/>
            </a:solidFill>
            <a:ln>
              <a:noFill/>
            </a:ln>
          </p:spPr>
          <p:txBody>
            <a:bodyPr spcFirstLastPara="1" wrap="square" lIns="208867" tIns="104400" rIns="208867" bIns="104400" anchor="t" anchorCtr="0">
              <a:noAutofit/>
            </a:bodyPr>
            <a:lstStyle/>
            <a:p>
              <a:pPr defTabSz="1219170">
                <a:buClr>
                  <a:srgbClr val="000000"/>
                </a:buClr>
              </a:pPr>
              <a:endParaRPr sz="2133" kern="0">
                <a:solidFill>
                  <a:srgbClr val="000000"/>
                </a:solidFill>
                <a:latin typeface="Julius Sans One"/>
                <a:ea typeface="Arial"/>
                <a:cs typeface="Arial"/>
                <a:sym typeface="Arial"/>
              </a:endParaRPr>
            </a:p>
          </p:txBody>
        </p:sp>
        <p:sp>
          <p:nvSpPr>
            <p:cNvPr id="220" name="Google Shape;1399;p189">
              <a:extLst>
                <a:ext uri="{FF2B5EF4-FFF2-40B4-BE49-F238E27FC236}">
                  <a16:creationId xmlns:a16="http://schemas.microsoft.com/office/drawing/2014/main" id="{D4D3E630-66F3-BD4F-BF59-FA8311F10167}"/>
                </a:ext>
              </a:extLst>
            </p:cNvPr>
            <p:cNvSpPr/>
            <p:nvPr/>
          </p:nvSpPr>
          <p:spPr>
            <a:xfrm>
              <a:off x="985748" y="3189189"/>
              <a:ext cx="810614" cy="700147"/>
            </a:xfrm>
            <a:custGeom>
              <a:avLst/>
              <a:gdLst/>
              <a:ahLst/>
              <a:cxnLst/>
              <a:rect l="l" t="t" r="r" b="b"/>
              <a:pathLst>
                <a:path w="5287" h="5284" extrusionOk="0">
                  <a:moveTo>
                    <a:pt x="202" y="5284"/>
                  </a:moveTo>
                  <a:lnTo>
                    <a:pt x="1846" y="3641"/>
                  </a:lnTo>
                  <a:lnTo>
                    <a:pt x="1846" y="3641"/>
                  </a:lnTo>
                  <a:lnTo>
                    <a:pt x="1918" y="3701"/>
                  </a:lnTo>
                  <a:lnTo>
                    <a:pt x="1992" y="3757"/>
                  </a:lnTo>
                  <a:lnTo>
                    <a:pt x="2068" y="3811"/>
                  </a:lnTo>
                  <a:lnTo>
                    <a:pt x="2148" y="3859"/>
                  </a:lnTo>
                  <a:lnTo>
                    <a:pt x="2228" y="3905"/>
                  </a:lnTo>
                  <a:lnTo>
                    <a:pt x="2310" y="3947"/>
                  </a:lnTo>
                  <a:lnTo>
                    <a:pt x="2394" y="3985"/>
                  </a:lnTo>
                  <a:lnTo>
                    <a:pt x="2480" y="4019"/>
                  </a:lnTo>
                  <a:lnTo>
                    <a:pt x="2566" y="4051"/>
                  </a:lnTo>
                  <a:lnTo>
                    <a:pt x="2657" y="4077"/>
                  </a:lnTo>
                  <a:lnTo>
                    <a:pt x="2745" y="4099"/>
                  </a:lnTo>
                  <a:lnTo>
                    <a:pt x="2837" y="4119"/>
                  </a:lnTo>
                  <a:lnTo>
                    <a:pt x="2929" y="4133"/>
                  </a:lnTo>
                  <a:lnTo>
                    <a:pt x="3021" y="4143"/>
                  </a:lnTo>
                  <a:lnTo>
                    <a:pt x="3115" y="4149"/>
                  </a:lnTo>
                  <a:lnTo>
                    <a:pt x="3211" y="4151"/>
                  </a:lnTo>
                  <a:lnTo>
                    <a:pt x="3211" y="4151"/>
                  </a:lnTo>
                  <a:lnTo>
                    <a:pt x="3263" y="4151"/>
                  </a:lnTo>
                  <a:lnTo>
                    <a:pt x="3315" y="4149"/>
                  </a:lnTo>
                  <a:lnTo>
                    <a:pt x="3365" y="4145"/>
                  </a:lnTo>
                  <a:lnTo>
                    <a:pt x="3417" y="4141"/>
                  </a:lnTo>
                  <a:lnTo>
                    <a:pt x="3467" y="4135"/>
                  </a:lnTo>
                  <a:lnTo>
                    <a:pt x="3519" y="4129"/>
                  </a:lnTo>
                  <a:lnTo>
                    <a:pt x="3569" y="4121"/>
                  </a:lnTo>
                  <a:lnTo>
                    <a:pt x="3619" y="4111"/>
                  </a:lnTo>
                  <a:lnTo>
                    <a:pt x="3669" y="4101"/>
                  </a:lnTo>
                  <a:lnTo>
                    <a:pt x="3717" y="4089"/>
                  </a:lnTo>
                  <a:lnTo>
                    <a:pt x="3767" y="4077"/>
                  </a:lnTo>
                  <a:lnTo>
                    <a:pt x="3815" y="4063"/>
                  </a:lnTo>
                  <a:lnTo>
                    <a:pt x="3863" y="4047"/>
                  </a:lnTo>
                  <a:lnTo>
                    <a:pt x="3911" y="4031"/>
                  </a:lnTo>
                  <a:lnTo>
                    <a:pt x="3959" y="4013"/>
                  </a:lnTo>
                  <a:lnTo>
                    <a:pt x="4005" y="3995"/>
                  </a:lnTo>
                  <a:lnTo>
                    <a:pt x="4053" y="3975"/>
                  </a:lnTo>
                  <a:lnTo>
                    <a:pt x="4099" y="3953"/>
                  </a:lnTo>
                  <a:lnTo>
                    <a:pt x="4143" y="3931"/>
                  </a:lnTo>
                  <a:lnTo>
                    <a:pt x="4189" y="3909"/>
                  </a:lnTo>
                  <a:lnTo>
                    <a:pt x="4233" y="3883"/>
                  </a:lnTo>
                  <a:lnTo>
                    <a:pt x="4277" y="3859"/>
                  </a:lnTo>
                  <a:lnTo>
                    <a:pt x="4319" y="3831"/>
                  </a:lnTo>
                  <a:lnTo>
                    <a:pt x="4363" y="3803"/>
                  </a:lnTo>
                  <a:lnTo>
                    <a:pt x="4405" y="3775"/>
                  </a:lnTo>
                  <a:lnTo>
                    <a:pt x="4445" y="3745"/>
                  </a:lnTo>
                  <a:lnTo>
                    <a:pt x="4487" y="3715"/>
                  </a:lnTo>
                  <a:lnTo>
                    <a:pt x="4527" y="3683"/>
                  </a:lnTo>
                  <a:lnTo>
                    <a:pt x="4565" y="3649"/>
                  </a:lnTo>
                  <a:lnTo>
                    <a:pt x="4603" y="3615"/>
                  </a:lnTo>
                  <a:lnTo>
                    <a:pt x="4641" y="3579"/>
                  </a:lnTo>
                  <a:lnTo>
                    <a:pt x="4679" y="3543"/>
                  </a:lnTo>
                  <a:lnTo>
                    <a:pt x="4679" y="3543"/>
                  </a:lnTo>
                  <a:lnTo>
                    <a:pt x="4717" y="3505"/>
                  </a:lnTo>
                  <a:lnTo>
                    <a:pt x="4753" y="3465"/>
                  </a:lnTo>
                  <a:lnTo>
                    <a:pt x="4787" y="3427"/>
                  </a:lnTo>
                  <a:lnTo>
                    <a:pt x="4821" y="3385"/>
                  </a:lnTo>
                  <a:lnTo>
                    <a:pt x="4853" y="3345"/>
                  </a:lnTo>
                  <a:lnTo>
                    <a:pt x="4885" y="3303"/>
                  </a:lnTo>
                  <a:lnTo>
                    <a:pt x="4915" y="3261"/>
                  </a:lnTo>
                  <a:lnTo>
                    <a:pt x="4945" y="3217"/>
                  </a:lnTo>
                  <a:lnTo>
                    <a:pt x="4973" y="3175"/>
                  </a:lnTo>
                  <a:lnTo>
                    <a:pt x="4999" y="3131"/>
                  </a:lnTo>
                  <a:lnTo>
                    <a:pt x="5025" y="3085"/>
                  </a:lnTo>
                  <a:lnTo>
                    <a:pt x="5049" y="3041"/>
                  </a:lnTo>
                  <a:lnTo>
                    <a:pt x="5073" y="2995"/>
                  </a:lnTo>
                  <a:lnTo>
                    <a:pt x="5095" y="2949"/>
                  </a:lnTo>
                  <a:lnTo>
                    <a:pt x="5115" y="2903"/>
                  </a:lnTo>
                  <a:lnTo>
                    <a:pt x="5135" y="2857"/>
                  </a:lnTo>
                  <a:lnTo>
                    <a:pt x="5153" y="2809"/>
                  </a:lnTo>
                  <a:lnTo>
                    <a:pt x="5169" y="2763"/>
                  </a:lnTo>
                  <a:lnTo>
                    <a:pt x="5185" y="2715"/>
                  </a:lnTo>
                  <a:lnTo>
                    <a:pt x="5201" y="2667"/>
                  </a:lnTo>
                  <a:lnTo>
                    <a:pt x="5215" y="2619"/>
                  </a:lnTo>
                  <a:lnTo>
                    <a:pt x="5227" y="2569"/>
                  </a:lnTo>
                  <a:lnTo>
                    <a:pt x="5239" y="2521"/>
                  </a:lnTo>
                  <a:lnTo>
                    <a:pt x="5249" y="2471"/>
                  </a:lnTo>
                  <a:lnTo>
                    <a:pt x="5265" y="2373"/>
                  </a:lnTo>
                  <a:lnTo>
                    <a:pt x="5277" y="2275"/>
                  </a:lnTo>
                  <a:lnTo>
                    <a:pt x="5283" y="2175"/>
                  </a:lnTo>
                  <a:lnTo>
                    <a:pt x="5287" y="2075"/>
                  </a:lnTo>
                  <a:lnTo>
                    <a:pt x="5283" y="1975"/>
                  </a:lnTo>
                  <a:lnTo>
                    <a:pt x="5277" y="1875"/>
                  </a:lnTo>
                  <a:lnTo>
                    <a:pt x="5265" y="1777"/>
                  </a:lnTo>
                  <a:lnTo>
                    <a:pt x="5249" y="1679"/>
                  </a:lnTo>
                  <a:lnTo>
                    <a:pt x="5239" y="1629"/>
                  </a:lnTo>
                  <a:lnTo>
                    <a:pt x="5227" y="1581"/>
                  </a:lnTo>
                  <a:lnTo>
                    <a:pt x="5215" y="1531"/>
                  </a:lnTo>
                  <a:lnTo>
                    <a:pt x="5201" y="1483"/>
                  </a:lnTo>
                  <a:lnTo>
                    <a:pt x="5185" y="1435"/>
                  </a:lnTo>
                  <a:lnTo>
                    <a:pt x="5169" y="1387"/>
                  </a:lnTo>
                  <a:lnTo>
                    <a:pt x="5153" y="1341"/>
                  </a:lnTo>
                  <a:lnTo>
                    <a:pt x="5135" y="1293"/>
                  </a:lnTo>
                  <a:lnTo>
                    <a:pt x="5115" y="1247"/>
                  </a:lnTo>
                  <a:lnTo>
                    <a:pt x="5095" y="1201"/>
                  </a:lnTo>
                  <a:lnTo>
                    <a:pt x="5073" y="1155"/>
                  </a:lnTo>
                  <a:lnTo>
                    <a:pt x="5049" y="1109"/>
                  </a:lnTo>
                  <a:lnTo>
                    <a:pt x="5025" y="1063"/>
                  </a:lnTo>
                  <a:lnTo>
                    <a:pt x="4999" y="1019"/>
                  </a:lnTo>
                  <a:lnTo>
                    <a:pt x="4973" y="976"/>
                  </a:lnTo>
                  <a:lnTo>
                    <a:pt x="4945" y="934"/>
                  </a:lnTo>
                  <a:lnTo>
                    <a:pt x="4915" y="890"/>
                  </a:lnTo>
                  <a:lnTo>
                    <a:pt x="4885" y="848"/>
                  </a:lnTo>
                  <a:lnTo>
                    <a:pt x="4853" y="806"/>
                  </a:lnTo>
                  <a:lnTo>
                    <a:pt x="4821" y="766"/>
                  </a:lnTo>
                  <a:lnTo>
                    <a:pt x="4787" y="724"/>
                  </a:lnTo>
                  <a:lnTo>
                    <a:pt x="4753" y="684"/>
                  </a:lnTo>
                  <a:lnTo>
                    <a:pt x="4717" y="646"/>
                  </a:lnTo>
                  <a:lnTo>
                    <a:pt x="4679" y="608"/>
                  </a:lnTo>
                  <a:lnTo>
                    <a:pt x="4679" y="608"/>
                  </a:lnTo>
                  <a:lnTo>
                    <a:pt x="4641" y="572"/>
                  </a:lnTo>
                  <a:lnTo>
                    <a:pt x="4603" y="536"/>
                  </a:lnTo>
                  <a:lnTo>
                    <a:pt x="4565" y="502"/>
                  </a:lnTo>
                  <a:lnTo>
                    <a:pt x="4527" y="468"/>
                  </a:lnTo>
                  <a:lnTo>
                    <a:pt x="4487" y="436"/>
                  </a:lnTo>
                  <a:lnTo>
                    <a:pt x="4445" y="406"/>
                  </a:lnTo>
                  <a:lnTo>
                    <a:pt x="4405" y="376"/>
                  </a:lnTo>
                  <a:lnTo>
                    <a:pt x="4363" y="348"/>
                  </a:lnTo>
                  <a:lnTo>
                    <a:pt x="4319" y="320"/>
                  </a:lnTo>
                  <a:lnTo>
                    <a:pt x="4277" y="292"/>
                  </a:lnTo>
                  <a:lnTo>
                    <a:pt x="4233" y="268"/>
                  </a:lnTo>
                  <a:lnTo>
                    <a:pt x="4189" y="242"/>
                  </a:lnTo>
                  <a:lnTo>
                    <a:pt x="4143" y="220"/>
                  </a:lnTo>
                  <a:lnTo>
                    <a:pt x="4099" y="198"/>
                  </a:lnTo>
                  <a:lnTo>
                    <a:pt x="4053" y="176"/>
                  </a:lnTo>
                  <a:lnTo>
                    <a:pt x="4005" y="156"/>
                  </a:lnTo>
                  <a:lnTo>
                    <a:pt x="3959" y="138"/>
                  </a:lnTo>
                  <a:lnTo>
                    <a:pt x="3911" y="120"/>
                  </a:lnTo>
                  <a:lnTo>
                    <a:pt x="3863" y="104"/>
                  </a:lnTo>
                  <a:lnTo>
                    <a:pt x="3815" y="88"/>
                  </a:lnTo>
                  <a:lnTo>
                    <a:pt x="3767" y="74"/>
                  </a:lnTo>
                  <a:lnTo>
                    <a:pt x="3717" y="62"/>
                  </a:lnTo>
                  <a:lnTo>
                    <a:pt x="3669" y="50"/>
                  </a:lnTo>
                  <a:lnTo>
                    <a:pt x="3619" y="40"/>
                  </a:lnTo>
                  <a:lnTo>
                    <a:pt x="3569" y="30"/>
                  </a:lnTo>
                  <a:lnTo>
                    <a:pt x="3519" y="22"/>
                  </a:lnTo>
                  <a:lnTo>
                    <a:pt x="3467" y="16"/>
                  </a:lnTo>
                  <a:lnTo>
                    <a:pt x="3417" y="10"/>
                  </a:lnTo>
                  <a:lnTo>
                    <a:pt x="3365" y="6"/>
                  </a:lnTo>
                  <a:lnTo>
                    <a:pt x="3315" y="2"/>
                  </a:lnTo>
                  <a:lnTo>
                    <a:pt x="3263" y="0"/>
                  </a:lnTo>
                  <a:lnTo>
                    <a:pt x="3211" y="0"/>
                  </a:lnTo>
                  <a:lnTo>
                    <a:pt x="3211" y="0"/>
                  </a:lnTo>
                  <a:lnTo>
                    <a:pt x="3159" y="0"/>
                  </a:lnTo>
                  <a:lnTo>
                    <a:pt x="3107" y="2"/>
                  </a:lnTo>
                  <a:lnTo>
                    <a:pt x="3055" y="6"/>
                  </a:lnTo>
                  <a:lnTo>
                    <a:pt x="3005" y="10"/>
                  </a:lnTo>
                  <a:lnTo>
                    <a:pt x="2953" y="16"/>
                  </a:lnTo>
                  <a:lnTo>
                    <a:pt x="2903" y="22"/>
                  </a:lnTo>
                  <a:lnTo>
                    <a:pt x="2853" y="30"/>
                  </a:lnTo>
                  <a:lnTo>
                    <a:pt x="2803" y="40"/>
                  </a:lnTo>
                  <a:lnTo>
                    <a:pt x="2753" y="50"/>
                  </a:lnTo>
                  <a:lnTo>
                    <a:pt x="2703" y="62"/>
                  </a:lnTo>
                  <a:lnTo>
                    <a:pt x="2655" y="74"/>
                  </a:lnTo>
                  <a:lnTo>
                    <a:pt x="2604" y="88"/>
                  </a:lnTo>
                  <a:lnTo>
                    <a:pt x="2556" y="104"/>
                  </a:lnTo>
                  <a:lnTo>
                    <a:pt x="2508" y="120"/>
                  </a:lnTo>
                  <a:lnTo>
                    <a:pt x="2462" y="138"/>
                  </a:lnTo>
                  <a:lnTo>
                    <a:pt x="2414" y="156"/>
                  </a:lnTo>
                  <a:lnTo>
                    <a:pt x="2368" y="176"/>
                  </a:lnTo>
                  <a:lnTo>
                    <a:pt x="2322" y="198"/>
                  </a:lnTo>
                  <a:lnTo>
                    <a:pt x="2276" y="220"/>
                  </a:lnTo>
                  <a:lnTo>
                    <a:pt x="2232" y="242"/>
                  </a:lnTo>
                  <a:lnTo>
                    <a:pt x="2188" y="268"/>
                  </a:lnTo>
                  <a:lnTo>
                    <a:pt x="2144" y="292"/>
                  </a:lnTo>
                  <a:lnTo>
                    <a:pt x="2100" y="320"/>
                  </a:lnTo>
                  <a:lnTo>
                    <a:pt x="2058" y="348"/>
                  </a:lnTo>
                  <a:lnTo>
                    <a:pt x="2016" y="376"/>
                  </a:lnTo>
                  <a:lnTo>
                    <a:pt x="1974" y="406"/>
                  </a:lnTo>
                  <a:lnTo>
                    <a:pt x="1934" y="436"/>
                  </a:lnTo>
                  <a:lnTo>
                    <a:pt x="1894" y="468"/>
                  </a:lnTo>
                  <a:lnTo>
                    <a:pt x="1854" y="502"/>
                  </a:lnTo>
                  <a:lnTo>
                    <a:pt x="1816" y="536"/>
                  </a:lnTo>
                  <a:lnTo>
                    <a:pt x="1778" y="572"/>
                  </a:lnTo>
                  <a:lnTo>
                    <a:pt x="1742" y="608"/>
                  </a:lnTo>
                  <a:lnTo>
                    <a:pt x="1742" y="608"/>
                  </a:lnTo>
                  <a:lnTo>
                    <a:pt x="1706" y="644"/>
                  </a:lnTo>
                  <a:lnTo>
                    <a:pt x="1670" y="682"/>
                  </a:lnTo>
                  <a:lnTo>
                    <a:pt x="1638" y="720"/>
                  </a:lnTo>
                  <a:lnTo>
                    <a:pt x="1604" y="758"/>
                  </a:lnTo>
                  <a:lnTo>
                    <a:pt x="1574" y="798"/>
                  </a:lnTo>
                  <a:lnTo>
                    <a:pt x="1542" y="838"/>
                  </a:lnTo>
                  <a:lnTo>
                    <a:pt x="1514" y="878"/>
                  </a:lnTo>
                  <a:lnTo>
                    <a:pt x="1486" y="918"/>
                  </a:lnTo>
                  <a:lnTo>
                    <a:pt x="1432" y="1001"/>
                  </a:lnTo>
                  <a:lnTo>
                    <a:pt x="1384" y="1087"/>
                  </a:lnTo>
                  <a:lnTo>
                    <a:pt x="1338" y="1173"/>
                  </a:lnTo>
                  <a:lnTo>
                    <a:pt x="1298" y="1261"/>
                  </a:lnTo>
                  <a:lnTo>
                    <a:pt x="1264" y="1351"/>
                  </a:lnTo>
                  <a:lnTo>
                    <a:pt x="1232" y="1443"/>
                  </a:lnTo>
                  <a:lnTo>
                    <a:pt x="1204" y="1535"/>
                  </a:lnTo>
                  <a:lnTo>
                    <a:pt x="1182" y="1629"/>
                  </a:lnTo>
                  <a:lnTo>
                    <a:pt x="1164" y="1723"/>
                  </a:lnTo>
                  <a:lnTo>
                    <a:pt x="1150" y="1817"/>
                  </a:lnTo>
                  <a:lnTo>
                    <a:pt x="1140" y="1913"/>
                  </a:lnTo>
                  <a:lnTo>
                    <a:pt x="1136" y="2009"/>
                  </a:lnTo>
                  <a:lnTo>
                    <a:pt x="1134" y="2103"/>
                  </a:lnTo>
                  <a:lnTo>
                    <a:pt x="1138" y="2199"/>
                  </a:lnTo>
                  <a:lnTo>
                    <a:pt x="1146" y="2295"/>
                  </a:lnTo>
                  <a:lnTo>
                    <a:pt x="1158" y="2389"/>
                  </a:lnTo>
                  <a:lnTo>
                    <a:pt x="1174" y="2483"/>
                  </a:lnTo>
                  <a:lnTo>
                    <a:pt x="1196" y="2577"/>
                  </a:lnTo>
                  <a:lnTo>
                    <a:pt x="1220" y="2669"/>
                  </a:lnTo>
                  <a:lnTo>
                    <a:pt x="1250" y="2761"/>
                  </a:lnTo>
                  <a:lnTo>
                    <a:pt x="1284" y="2853"/>
                  </a:lnTo>
                  <a:lnTo>
                    <a:pt x="1322" y="2941"/>
                  </a:lnTo>
                  <a:lnTo>
                    <a:pt x="1366" y="3029"/>
                  </a:lnTo>
                  <a:lnTo>
                    <a:pt x="1412" y="3115"/>
                  </a:lnTo>
                  <a:lnTo>
                    <a:pt x="1464" y="3199"/>
                  </a:lnTo>
                  <a:lnTo>
                    <a:pt x="1520" y="3281"/>
                  </a:lnTo>
                  <a:lnTo>
                    <a:pt x="1550" y="3321"/>
                  </a:lnTo>
                  <a:lnTo>
                    <a:pt x="1580" y="3361"/>
                  </a:lnTo>
                  <a:lnTo>
                    <a:pt x="1612" y="3401"/>
                  </a:lnTo>
                  <a:lnTo>
                    <a:pt x="1644" y="3439"/>
                  </a:lnTo>
                  <a:lnTo>
                    <a:pt x="0" y="5082"/>
                  </a:lnTo>
                  <a:lnTo>
                    <a:pt x="202" y="5284"/>
                  </a:lnTo>
                  <a:close/>
                  <a:moveTo>
                    <a:pt x="4477" y="3343"/>
                  </a:moveTo>
                  <a:lnTo>
                    <a:pt x="4477" y="3343"/>
                  </a:lnTo>
                  <a:lnTo>
                    <a:pt x="4413" y="3403"/>
                  </a:lnTo>
                  <a:lnTo>
                    <a:pt x="4345" y="3461"/>
                  </a:lnTo>
                  <a:lnTo>
                    <a:pt x="4277" y="3517"/>
                  </a:lnTo>
                  <a:lnTo>
                    <a:pt x="4205" y="3567"/>
                  </a:lnTo>
                  <a:lnTo>
                    <a:pt x="4131" y="3613"/>
                  </a:lnTo>
                  <a:lnTo>
                    <a:pt x="4055" y="3657"/>
                  </a:lnTo>
                  <a:lnTo>
                    <a:pt x="3977" y="3697"/>
                  </a:lnTo>
                  <a:lnTo>
                    <a:pt x="3897" y="3731"/>
                  </a:lnTo>
                  <a:lnTo>
                    <a:pt x="3815" y="3763"/>
                  </a:lnTo>
                  <a:lnTo>
                    <a:pt x="3733" y="3791"/>
                  </a:lnTo>
                  <a:lnTo>
                    <a:pt x="3649" y="3813"/>
                  </a:lnTo>
                  <a:lnTo>
                    <a:pt x="3563" y="3833"/>
                  </a:lnTo>
                  <a:lnTo>
                    <a:pt x="3477" y="3847"/>
                  </a:lnTo>
                  <a:lnTo>
                    <a:pt x="3389" y="3859"/>
                  </a:lnTo>
                  <a:lnTo>
                    <a:pt x="3301" y="3865"/>
                  </a:lnTo>
                  <a:lnTo>
                    <a:pt x="3211" y="3867"/>
                  </a:lnTo>
                  <a:lnTo>
                    <a:pt x="3211" y="3867"/>
                  </a:lnTo>
                  <a:lnTo>
                    <a:pt x="3121" y="3865"/>
                  </a:lnTo>
                  <a:lnTo>
                    <a:pt x="3033" y="3859"/>
                  </a:lnTo>
                  <a:lnTo>
                    <a:pt x="2945" y="3847"/>
                  </a:lnTo>
                  <a:lnTo>
                    <a:pt x="2859" y="3833"/>
                  </a:lnTo>
                  <a:lnTo>
                    <a:pt x="2773" y="3813"/>
                  </a:lnTo>
                  <a:lnTo>
                    <a:pt x="2689" y="3791"/>
                  </a:lnTo>
                  <a:lnTo>
                    <a:pt x="2604" y="3763"/>
                  </a:lnTo>
                  <a:lnTo>
                    <a:pt x="2524" y="3731"/>
                  </a:lnTo>
                  <a:lnTo>
                    <a:pt x="2444" y="3697"/>
                  </a:lnTo>
                  <a:lnTo>
                    <a:pt x="2366" y="3657"/>
                  </a:lnTo>
                  <a:lnTo>
                    <a:pt x="2290" y="3613"/>
                  </a:lnTo>
                  <a:lnTo>
                    <a:pt x="2216" y="3567"/>
                  </a:lnTo>
                  <a:lnTo>
                    <a:pt x="2144" y="3517"/>
                  </a:lnTo>
                  <a:lnTo>
                    <a:pt x="2074" y="3461"/>
                  </a:lnTo>
                  <a:lnTo>
                    <a:pt x="2008" y="3403"/>
                  </a:lnTo>
                  <a:lnTo>
                    <a:pt x="1942" y="3343"/>
                  </a:lnTo>
                  <a:lnTo>
                    <a:pt x="1942" y="3343"/>
                  </a:lnTo>
                  <a:lnTo>
                    <a:pt x="1910" y="3307"/>
                  </a:lnTo>
                  <a:lnTo>
                    <a:pt x="1876" y="3273"/>
                  </a:lnTo>
                  <a:lnTo>
                    <a:pt x="1846" y="3237"/>
                  </a:lnTo>
                  <a:lnTo>
                    <a:pt x="1816" y="3201"/>
                  </a:lnTo>
                  <a:lnTo>
                    <a:pt x="1788" y="3165"/>
                  </a:lnTo>
                  <a:lnTo>
                    <a:pt x="1760" y="3127"/>
                  </a:lnTo>
                  <a:lnTo>
                    <a:pt x="1706" y="3051"/>
                  </a:lnTo>
                  <a:lnTo>
                    <a:pt x="1962" y="3051"/>
                  </a:lnTo>
                  <a:lnTo>
                    <a:pt x="2707" y="3051"/>
                  </a:lnTo>
                  <a:lnTo>
                    <a:pt x="2993" y="3051"/>
                  </a:lnTo>
                  <a:lnTo>
                    <a:pt x="3453" y="3051"/>
                  </a:lnTo>
                  <a:lnTo>
                    <a:pt x="3737" y="3051"/>
                  </a:lnTo>
                  <a:lnTo>
                    <a:pt x="4483" y="3051"/>
                  </a:lnTo>
                  <a:lnTo>
                    <a:pt x="4713" y="3051"/>
                  </a:lnTo>
                  <a:lnTo>
                    <a:pt x="4713" y="3051"/>
                  </a:lnTo>
                  <a:lnTo>
                    <a:pt x="4661" y="3127"/>
                  </a:lnTo>
                  <a:lnTo>
                    <a:pt x="4633" y="3165"/>
                  </a:lnTo>
                  <a:lnTo>
                    <a:pt x="4605" y="3201"/>
                  </a:lnTo>
                  <a:lnTo>
                    <a:pt x="4575" y="3237"/>
                  </a:lnTo>
                  <a:lnTo>
                    <a:pt x="4543" y="3273"/>
                  </a:lnTo>
                  <a:lnTo>
                    <a:pt x="4511" y="3307"/>
                  </a:lnTo>
                  <a:lnTo>
                    <a:pt x="4477" y="3343"/>
                  </a:lnTo>
                  <a:lnTo>
                    <a:pt x="4477" y="3343"/>
                  </a:lnTo>
                  <a:close/>
                  <a:moveTo>
                    <a:pt x="2993" y="1481"/>
                  </a:moveTo>
                  <a:lnTo>
                    <a:pt x="2993" y="1201"/>
                  </a:lnTo>
                  <a:lnTo>
                    <a:pt x="3453" y="1201"/>
                  </a:lnTo>
                  <a:lnTo>
                    <a:pt x="3453" y="1867"/>
                  </a:lnTo>
                  <a:lnTo>
                    <a:pt x="3453" y="2765"/>
                  </a:lnTo>
                  <a:lnTo>
                    <a:pt x="2993" y="2765"/>
                  </a:lnTo>
                  <a:lnTo>
                    <a:pt x="2993" y="1481"/>
                  </a:lnTo>
                  <a:close/>
                  <a:moveTo>
                    <a:pt x="4197" y="2765"/>
                  </a:moveTo>
                  <a:lnTo>
                    <a:pt x="3737" y="2765"/>
                  </a:lnTo>
                  <a:lnTo>
                    <a:pt x="3737" y="2151"/>
                  </a:lnTo>
                  <a:lnTo>
                    <a:pt x="4197" y="2151"/>
                  </a:lnTo>
                  <a:lnTo>
                    <a:pt x="4197" y="2765"/>
                  </a:lnTo>
                  <a:close/>
                  <a:moveTo>
                    <a:pt x="2707" y="2765"/>
                  </a:moveTo>
                  <a:lnTo>
                    <a:pt x="2246" y="2765"/>
                  </a:lnTo>
                  <a:lnTo>
                    <a:pt x="2246" y="1765"/>
                  </a:lnTo>
                  <a:lnTo>
                    <a:pt x="2707" y="1765"/>
                  </a:lnTo>
                  <a:lnTo>
                    <a:pt x="2707" y="2765"/>
                  </a:lnTo>
                  <a:close/>
                  <a:moveTo>
                    <a:pt x="1942" y="808"/>
                  </a:moveTo>
                  <a:lnTo>
                    <a:pt x="1942" y="808"/>
                  </a:lnTo>
                  <a:lnTo>
                    <a:pt x="2008" y="748"/>
                  </a:lnTo>
                  <a:lnTo>
                    <a:pt x="2074" y="690"/>
                  </a:lnTo>
                  <a:lnTo>
                    <a:pt x="2144" y="634"/>
                  </a:lnTo>
                  <a:lnTo>
                    <a:pt x="2216" y="584"/>
                  </a:lnTo>
                  <a:lnTo>
                    <a:pt x="2290" y="538"/>
                  </a:lnTo>
                  <a:lnTo>
                    <a:pt x="2366" y="494"/>
                  </a:lnTo>
                  <a:lnTo>
                    <a:pt x="2444" y="454"/>
                  </a:lnTo>
                  <a:lnTo>
                    <a:pt x="2524" y="420"/>
                  </a:lnTo>
                  <a:lnTo>
                    <a:pt x="2604" y="388"/>
                  </a:lnTo>
                  <a:lnTo>
                    <a:pt x="2689" y="360"/>
                  </a:lnTo>
                  <a:lnTo>
                    <a:pt x="2773" y="338"/>
                  </a:lnTo>
                  <a:lnTo>
                    <a:pt x="2859" y="318"/>
                  </a:lnTo>
                  <a:lnTo>
                    <a:pt x="2945" y="304"/>
                  </a:lnTo>
                  <a:lnTo>
                    <a:pt x="3033" y="292"/>
                  </a:lnTo>
                  <a:lnTo>
                    <a:pt x="3121" y="286"/>
                  </a:lnTo>
                  <a:lnTo>
                    <a:pt x="3211" y="284"/>
                  </a:lnTo>
                  <a:lnTo>
                    <a:pt x="3211" y="284"/>
                  </a:lnTo>
                  <a:lnTo>
                    <a:pt x="3301" y="286"/>
                  </a:lnTo>
                  <a:lnTo>
                    <a:pt x="3389" y="292"/>
                  </a:lnTo>
                  <a:lnTo>
                    <a:pt x="3477" y="304"/>
                  </a:lnTo>
                  <a:lnTo>
                    <a:pt x="3563" y="318"/>
                  </a:lnTo>
                  <a:lnTo>
                    <a:pt x="3649" y="338"/>
                  </a:lnTo>
                  <a:lnTo>
                    <a:pt x="3733" y="360"/>
                  </a:lnTo>
                  <a:lnTo>
                    <a:pt x="3815" y="388"/>
                  </a:lnTo>
                  <a:lnTo>
                    <a:pt x="3897" y="420"/>
                  </a:lnTo>
                  <a:lnTo>
                    <a:pt x="3977" y="454"/>
                  </a:lnTo>
                  <a:lnTo>
                    <a:pt x="4055" y="494"/>
                  </a:lnTo>
                  <a:lnTo>
                    <a:pt x="4131" y="538"/>
                  </a:lnTo>
                  <a:lnTo>
                    <a:pt x="4205" y="584"/>
                  </a:lnTo>
                  <a:lnTo>
                    <a:pt x="4277" y="634"/>
                  </a:lnTo>
                  <a:lnTo>
                    <a:pt x="4345" y="690"/>
                  </a:lnTo>
                  <a:lnTo>
                    <a:pt x="4413" y="748"/>
                  </a:lnTo>
                  <a:lnTo>
                    <a:pt x="4477" y="808"/>
                  </a:lnTo>
                  <a:lnTo>
                    <a:pt x="4477" y="808"/>
                  </a:lnTo>
                  <a:lnTo>
                    <a:pt x="4527" y="860"/>
                  </a:lnTo>
                  <a:lnTo>
                    <a:pt x="4573" y="910"/>
                  </a:lnTo>
                  <a:lnTo>
                    <a:pt x="4615" y="964"/>
                  </a:lnTo>
                  <a:lnTo>
                    <a:pt x="4657" y="1017"/>
                  </a:lnTo>
                  <a:lnTo>
                    <a:pt x="4697" y="1073"/>
                  </a:lnTo>
                  <a:lnTo>
                    <a:pt x="4733" y="1129"/>
                  </a:lnTo>
                  <a:lnTo>
                    <a:pt x="4767" y="1187"/>
                  </a:lnTo>
                  <a:lnTo>
                    <a:pt x="4799" y="1245"/>
                  </a:lnTo>
                  <a:lnTo>
                    <a:pt x="4829" y="1305"/>
                  </a:lnTo>
                  <a:lnTo>
                    <a:pt x="4855" y="1365"/>
                  </a:lnTo>
                  <a:lnTo>
                    <a:pt x="4881" y="1427"/>
                  </a:lnTo>
                  <a:lnTo>
                    <a:pt x="4903" y="1489"/>
                  </a:lnTo>
                  <a:lnTo>
                    <a:pt x="4923" y="1551"/>
                  </a:lnTo>
                  <a:lnTo>
                    <a:pt x="4941" y="1613"/>
                  </a:lnTo>
                  <a:lnTo>
                    <a:pt x="4957" y="1677"/>
                  </a:lnTo>
                  <a:lnTo>
                    <a:pt x="4971" y="1741"/>
                  </a:lnTo>
                  <a:lnTo>
                    <a:pt x="4981" y="1805"/>
                  </a:lnTo>
                  <a:lnTo>
                    <a:pt x="4989" y="1869"/>
                  </a:lnTo>
                  <a:lnTo>
                    <a:pt x="4995" y="1935"/>
                  </a:lnTo>
                  <a:lnTo>
                    <a:pt x="4999" y="1999"/>
                  </a:lnTo>
                  <a:lnTo>
                    <a:pt x="5001" y="2065"/>
                  </a:lnTo>
                  <a:lnTo>
                    <a:pt x="5001" y="2129"/>
                  </a:lnTo>
                  <a:lnTo>
                    <a:pt x="4997" y="2195"/>
                  </a:lnTo>
                  <a:lnTo>
                    <a:pt x="4991" y="2259"/>
                  </a:lnTo>
                  <a:lnTo>
                    <a:pt x="4983" y="2325"/>
                  </a:lnTo>
                  <a:lnTo>
                    <a:pt x="4973" y="2389"/>
                  </a:lnTo>
                  <a:lnTo>
                    <a:pt x="4961" y="2453"/>
                  </a:lnTo>
                  <a:lnTo>
                    <a:pt x="4947" y="2517"/>
                  </a:lnTo>
                  <a:lnTo>
                    <a:pt x="4929" y="2579"/>
                  </a:lnTo>
                  <a:lnTo>
                    <a:pt x="4909" y="2643"/>
                  </a:lnTo>
                  <a:lnTo>
                    <a:pt x="4887" y="2705"/>
                  </a:lnTo>
                  <a:lnTo>
                    <a:pt x="4863" y="2765"/>
                  </a:lnTo>
                  <a:lnTo>
                    <a:pt x="4483" y="2765"/>
                  </a:lnTo>
                  <a:lnTo>
                    <a:pt x="4483" y="1867"/>
                  </a:lnTo>
                  <a:lnTo>
                    <a:pt x="3737" y="1867"/>
                  </a:lnTo>
                  <a:lnTo>
                    <a:pt x="3737" y="916"/>
                  </a:lnTo>
                  <a:lnTo>
                    <a:pt x="2707" y="916"/>
                  </a:lnTo>
                  <a:lnTo>
                    <a:pt x="2707" y="1481"/>
                  </a:lnTo>
                  <a:lnTo>
                    <a:pt x="1962" y="1481"/>
                  </a:lnTo>
                  <a:lnTo>
                    <a:pt x="1962" y="2765"/>
                  </a:lnTo>
                  <a:lnTo>
                    <a:pt x="1558" y="2765"/>
                  </a:lnTo>
                  <a:lnTo>
                    <a:pt x="1558" y="2765"/>
                  </a:lnTo>
                  <a:lnTo>
                    <a:pt x="1532" y="2705"/>
                  </a:lnTo>
                  <a:lnTo>
                    <a:pt x="1510" y="2643"/>
                  </a:lnTo>
                  <a:lnTo>
                    <a:pt x="1492" y="2579"/>
                  </a:lnTo>
                  <a:lnTo>
                    <a:pt x="1474" y="2517"/>
                  </a:lnTo>
                  <a:lnTo>
                    <a:pt x="1460" y="2453"/>
                  </a:lnTo>
                  <a:lnTo>
                    <a:pt x="1446" y="2389"/>
                  </a:lnTo>
                  <a:lnTo>
                    <a:pt x="1436" y="2325"/>
                  </a:lnTo>
                  <a:lnTo>
                    <a:pt x="1428" y="2259"/>
                  </a:lnTo>
                  <a:lnTo>
                    <a:pt x="1424" y="2195"/>
                  </a:lnTo>
                  <a:lnTo>
                    <a:pt x="1420" y="2129"/>
                  </a:lnTo>
                  <a:lnTo>
                    <a:pt x="1420" y="2065"/>
                  </a:lnTo>
                  <a:lnTo>
                    <a:pt x="1420" y="1999"/>
                  </a:lnTo>
                  <a:lnTo>
                    <a:pt x="1424" y="1935"/>
                  </a:lnTo>
                  <a:lnTo>
                    <a:pt x="1430" y="1869"/>
                  </a:lnTo>
                  <a:lnTo>
                    <a:pt x="1440" y="1805"/>
                  </a:lnTo>
                  <a:lnTo>
                    <a:pt x="1450" y="1741"/>
                  </a:lnTo>
                  <a:lnTo>
                    <a:pt x="1464" y="1677"/>
                  </a:lnTo>
                  <a:lnTo>
                    <a:pt x="1478" y="1613"/>
                  </a:lnTo>
                  <a:lnTo>
                    <a:pt x="1496" y="1551"/>
                  </a:lnTo>
                  <a:lnTo>
                    <a:pt x="1516" y="1489"/>
                  </a:lnTo>
                  <a:lnTo>
                    <a:pt x="1540" y="1427"/>
                  </a:lnTo>
                  <a:lnTo>
                    <a:pt x="1564" y="1365"/>
                  </a:lnTo>
                  <a:lnTo>
                    <a:pt x="1592" y="1305"/>
                  </a:lnTo>
                  <a:lnTo>
                    <a:pt x="1622" y="1245"/>
                  </a:lnTo>
                  <a:lnTo>
                    <a:pt x="1654" y="1187"/>
                  </a:lnTo>
                  <a:lnTo>
                    <a:pt x="1688" y="1129"/>
                  </a:lnTo>
                  <a:lnTo>
                    <a:pt x="1724" y="1073"/>
                  </a:lnTo>
                  <a:lnTo>
                    <a:pt x="1764" y="1017"/>
                  </a:lnTo>
                  <a:lnTo>
                    <a:pt x="1804" y="964"/>
                  </a:lnTo>
                  <a:lnTo>
                    <a:pt x="1848" y="910"/>
                  </a:lnTo>
                  <a:lnTo>
                    <a:pt x="1894" y="860"/>
                  </a:lnTo>
                  <a:lnTo>
                    <a:pt x="1942" y="808"/>
                  </a:lnTo>
                  <a:lnTo>
                    <a:pt x="1942" y="808"/>
                  </a:lnTo>
                  <a:close/>
                </a:path>
              </a:pathLst>
            </a:custGeom>
            <a:solidFill>
              <a:srgbClr val="208E9B"/>
            </a:solidFill>
            <a:ln>
              <a:noFill/>
            </a:ln>
          </p:spPr>
          <p:txBody>
            <a:bodyPr spcFirstLastPara="1" wrap="square" lIns="208867" tIns="104400" rIns="208867" bIns="104400" anchor="t" anchorCtr="0">
              <a:noAutofit/>
            </a:bodyPr>
            <a:lstStyle/>
            <a:p>
              <a:pPr defTabSz="1219170">
                <a:buClr>
                  <a:srgbClr val="000000"/>
                </a:buClr>
              </a:pPr>
              <a:endParaRPr sz="2133" kern="0">
                <a:solidFill>
                  <a:srgbClr val="000000"/>
                </a:solidFill>
                <a:latin typeface="Julius Sans One"/>
                <a:ea typeface="Arial"/>
                <a:cs typeface="Arial"/>
                <a:sym typeface="Arial"/>
              </a:endParaRPr>
            </a:p>
          </p:txBody>
        </p:sp>
      </p:grpSp>
      <p:sp>
        <p:nvSpPr>
          <p:cNvPr id="222" name="Google Shape;1368;p189">
            <a:extLst>
              <a:ext uri="{FF2B5EF4-FFF2-40B4-BE49-F238E27FC236}">
                <a16:creationId xmlns:a16="http://schemas.microsoft.com/office/drawing/2014/main" id="{711566B9-1239-CAE3-6815-979E5F80F5DC}"/>
              </a:ext>
            </a:extLst>
          </p:cNvPr>
          <p:cNvSpPr/>
          <p:nvPr/>
        </p:nvSpPr>
        <p:spPr>
          <a:xfrm>
            <a:off x="2299900" y="3558044"/>
            <a:ext cx="1303763" cy="1244705"/>
          </a:xfrm>
          <a:prstGeom prst="rect">
            <a:avLst/>
          </a:prstGeom>
          <a:solidFill>
            <a:srgbClr val="1A7B73"/>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grpSp>
        <p:nvGrpSpPr>
          <p:cNvPr id="223" name="Group 222">
            <a:extLst>
              <a:ext uri="{FF2B5EF4-FFF2-40B4-BE49-F238E27FC236}">
                <a16:creationId xmlns:a16="http://schemas.microsoft.com/office/drawing/2014/main" id="{787BAFED-E33A-0A08-079B-DB409DA0566D}"/>
              </a:ext>
            </a:extLst>
          </p:cNvPr>
          <p:cNvGrpSpPr/>
          <p:nvPr/>
        </p:nvGrpSpPr>
        <p:grpSpPr>
          <a:xfrm>
            <a:off x="2452730" y="3733080"/>
            <a:ext cx="1035784" cy="894632"/>
            <a:chOff x="2430489" y="3091946"/>
            <a:chExt cx="1035784" cy="894632"/>
          </a:xfrm>
        </p:grpSpPr>
        <p:sp>
          <p:nvSpPr>
            <p:cNvPr id="224" name="Google Shape;1387;p189">
              <a:extLst>
                <a:ext uri="{FF2B5EF4-FFF2-40B4-BE49-F238E27FC236}">
                  <a16:creationId xmlns:a16="http://schemas.microsoft.com/office/drawing/2014/main" id="{508C3D0B-4218-485E-37D9-6267CA78B9B8}"/>
                </a:ext>
              </a:extLst>
            </p:cNvPr>
            <p:cNvSpPr/>
            <p:nvPr/>
          </p:nvSpPr>
          <p:spPr>
            <a:xfrm>
              <a:off x="2430489" y="3091946"/>
              <a:ext cx="1035784" cy="894632"/>
            </a:xfrm>
            <a:custGeom>
              <a:avLst/>
              <a:gdLst/>
              <a:ahLst/>
              <a:cxnLst/>
              <a:rect l="l" t="t" r="r" b="b"/>
              <a:pathLst>
                <a:path w="6696" h="6695" extrusionOk="0">
                  <a:moveTo>
                    <a:pt x="0" y="0"/>
                  </a:moveTo>
                  <a:lnTo>
                    <a:pt x="0" y="6695"/>
                  </a:lnTo>
                  <a:lnTo>
                    <a:pt x="6696" y="6695"/>
                  </a:lnTo>
                  <a:lnTo>
                    <a:pt x="6696" y="0"/>
                  </a:lnTo>
                  <a:lnTo>
                    <a:pt x="0" y="0"/>
                  </a:lnTo>
                  <a:close/>
                  <a:moveTo>
                    <a:pt x="6410" y="6411"/>
                  </a:moveTo>
                  <a:lnTo>
                    <a:pt x="284" y="6411"/>
                  </a:lnTo>
                  <a:lnTo>
                    <a:pt x="284" y="286"/>
                  </a:lnTo>
                  <a:lnTo>
                    <a:pt x="6410" y="286"/>
                  </a:lnTo>
                  <a:lnTo>
                    <a:pt x="6410" y="6411"/>
                  </a:lnTo>
                  <a:close/>
                </a:path>
              </a:pathLst>
            </a:custGeom>
            <a:solidFill>
              <a:srgbClr val="FFFFFF"/>
            </a:solidFill>
            <a:ln>
              <a:noFill/>
            </a:ln>
          </p:spPr>
          <p:txBody>
            <a:bodyPr spcFirstLastPara="1" wrap="square" lIns="208867" tIns="104400" rIns="208867" bIns="104400" anchor="t" anchorCtr="0">
              <a:noAutofit/>
            </a:bodyPr>
            <a:lstStyle/>
            <a:p>
              <a:pPr defTabSz="1219170">
                <a:buClr>
                  <a:srgbClr val="000000"/>
                </a:buClr>
              </a:pPr>
              <a:endParaRPr sz="2133" kern="0">
                <a:solidFill>
                  <a:srgbClr val="FFFFFF"/>
                </a:solidFill>
                <a:latin typeface="Julius Sans One"/>
                <a:ea typeface="Arial"/>
                <a:cs typeface="Arial"/>
                <a:sym typeface="Arial"/>
              </a:endParaRPr>
            </a:p>
          </p:txBody>
        </p:sp>
        <p:pic>
          <p:nvPicPr>
            <p:cNvPr id="225" name="Graphic 224" descr="Blueprint with solid fill">
              <a:extLst>
                <a:ext uri="{FF2B5EF4-FFF2-40B4-BE49-F238E27FC236}">
                  <a16:creationId xmlns:a16="http://schemas.microsoft.com/office/drawing/2014/main" id="{44B08F44-0414-2842-B6BD-50F7A018F8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0456" y="3195022"/>
              <a:ext cx="815851" cy="688481"/>
            </a:xfrm>
            <a:prstGeom prst="rect">
              <a:avLst/>
            </a:prstGeom>
          </p:spPr>
        </p:pic>
      </p:grpSp>
      <p:grpSp>
        <p:nvGrpSpPr>
          <p:cNvPr id="226" name="Group 225">
            <a:extLst>
              <a:ext uri="{FF2B5EF4-FFF2-40B4-BE49-F238E27FC236}">
                <a16:creationId xmlns:a16="http://schemas.microsoft.com/office/drawing/2014/main" id="{0DEE9879-6DB6-C771-424F-9DD6261C9489}"/>
              </a:ext>
            </a:extLst>
          </p:cNvPr>
          <p:cNvGrpSpPr/>
          <p:nvPr/>
        </p:nvGrpSpPr>
        <p:grpSpPr>
          <a:xfrm>
            <a:off x="4161641" y="3732232"/>
            <a:ext cx="1035784" cy="894632"/>
            <a:chOff x="4044233" y="3091946"/>
            <a:chExt cx="1035784" cy="894632"/>
          </a:xfrm>
        </p:grpSpPr>
        <p:sp>
          <p:nvSpPr>
            <p:cNvPr id="227" name="Google Shape;1392;p189">
              <a:extLst>
                <a:ext uri="{FF2B5EF4-FFF2-40B4-BE49-F238E27FC236}">
                  <a16:creationId xmlns:a16="http://schemas.microsoft.com/office/drawing/2014/main" id="{F6BD8074-E52A-6AE3-1651-4338770A8DA4}"/>
                </a:ext>
              </a:extLst>
            </p:cNvPr>
            <p:cNvSpPr/>
            <p:nvPr/>
          </p:nvSpPr>
          <p:spPr>
            <a:xfrm>
              <a:off x="4296742" y="3600937"/>
              <a:ext cx="186754" cy="147701"/>
            </a:xfrm>
            <a:custGeom>
              <a:avLst/>
              <a:gdLst/>
              <a:ahLst/>
              <a:cxnLst/>
              <a:rect l="l" t="t" r="r" b="b"/>
              <a:pathLst>
                <a:path w="106" h="106" extrusionOk="0">
                  <a:moveTo>
                    <a:pt x="42" y="1"/>
                  </a:moveTo>
                  <a:lnTo>
                    <a:pt x="42" y="1"/>
                  </a:lnTo>
                  <a:lnTo>
                    <a:pt x="32" y="5"/>
                  </a:lnTo>
                  <a:lnTo>
                    <a:pt x="22" y="10"/>
                  </a:lnTo>
                  <a:lnTo>
                    <a:pt x="14" y="17"/>
                  </a:lnTo>
                  <a:lnTo>
                    <a:pt x="9" y="24"/>
                  </a:lnTo>
                  <a:lnTo>
                    <a:pt x="3" y="34"/>
                  </a:lnTo>
                  <a:lnTo>
                    <a:pt x="1" y="44"/>
                  </a:lnTo>
                  <a:lnTo>
                    <a:pt x="0" y="54"/>
                  </a:lnTo>
                  <a:lnTo>
                    <a:pt x="1" y="65"/>
                  </a:lnTo>
                  <a:lnTo>
                    <a:pt x="1" y="65"/>
                  </a:lnTo>
                  <a:lnTo>
                    <a:pt x="4" y="75"/>
                  </a:lnTo>
                  <a:lnTo>
                    <a:pt x="10" y="84"/>
                  </a:lnTo>
                  <a:lnTo>
                    <a:pt x="17" y="92"/>
                  </a:lnTo>
                  <a:lnTo>
                    <a:pt x="24" y="98"/>
                  </a:lnTo>
                  <a:lnTo>
                    <a:pt x="24" y="98"/>
                  </a:lnTo>
                  <a:lnTo>
                    <a:pt x="31" y="102"/>
                  </a:lnTo>
                  <a:lnTo>
                    <a:pt x="39" y="104"/>
                  </a:lnTo>
                  <a:lnTo>
                    <a:pt x="45" y="106"/>
                  </a:lnTo>
                  <a:lnTo>
                    <a:pt x="53" y="106"/>
                  </a:lnTo>
                  <a:lnTo>
                    <a:pt x="53" y="106"/>
                  </a:lnTo>
                  <a:lnTo>
                    <a:pt x="64" y="105"/>
                  </a:lnTo>
                  <a:lnTo>
                    <a:pt x="64" y="105"/>
                  </a:lnTo>
                  <a:lnTo>
                    <a:pt x="75" y="102"/>
                  </a:lnTo>
                  <a:lnTo>
                    <a:pt x="84" y="97"/>
                  </a:lnTo>
                  <a:lnTo>
                    <a:pt x="92" y="89"/>
                  </a:lnTo>
                  <a:lnTo>
                    <a:pt x="98" y="82"/>
                  </a:lnTo>
                  <a:lnTo>
                    <a:pt x="103" y="73"/>
                  </a:lnTo>
                  <a:lnTo>
                    <a:pt x="105" y="63"/>
                  </a:lnTo>
                  <a:lnTo>
                    <a:pt x="106" y="53"/>
                  </a:lnTo>
                  <a:lnTo>
                    <a:pt x="105" y="42"/>
                  </a:lnTo>
                  <a:lnTo>
                    <a:pt x="105" y="42"/>
                  </a:lnTo>
                  <a:lnTo>
                    <a:pt x="101" y="32"/>
                  </a:lnTo>
                  <a:lnTo>
                    <a:pt x="96" y="23"/>
                  </a:lnTo>
                  <a:lnTo>
                    <a:pt x="89" y="15"/>
                  </a:lnTo>
                  <a:lnTo>
                    <a:pt x="82" y="9"/>
                  </a:lnTo>
                  <a:lnTo>
                    <a:pt x="73" y="5"/>
                  </a:lnTo>
                  <a:lnTo>
                    <a:pt x="63" y="1"/>
                  </a:lnTo>
                  <a:lnTo>
                    <a:pt x="52" y="0"/>
                  </a:lnTo>
                  <a:lnTo>
                    <a:pt x="42" y="1"/>
                  </a:lnTo>
                  <a:lnTo>
                    <a:pt x="42" y="1"/>
                  </a:lnTo>
                  <a:close/>
                  <a:moveTo>
                    <a:pt x="75" y="67"/>
                  </a:moveTo>
                  <a:lnTo>
                    <a:pt x="75" y="67"/>
                  </a:lnTo>
                  <a:lnTo>
                    <a:pt x="72" y="72"/>
                  </a:lnTo>
                  <a:lnTo>
                    <a:pt x="68" y="75"/>
                  </a:lnTo>
                  <a:lnTo>
                    <a:pt x="64" y="77"/>
                  </a:lnTo>
                  <a:lnTo>
                    <a:pt x="58" y="80"/>
                  </a:lnTo>
                  <a:lnTo>
                    <a:pt x="58" y="80"/>
                  </a:lnTo>
                  <a:lnTo>
                    <a:pt x="54" y="80"/>
                  </a:lnTo>
                  <a:lnTo>
                    <a:pt x="49" y="80"/>
                  </a:lnTo>
                  <a:lnTo>
                    <a:pt x="43" y="78"/>
                  </a:lnTo>
                  <a:lnTo>
                    <a:pt x="39" y="75"/>
                  </a:lnTo>
                  <a:lnTo>
                    <a:pt x="39" y="75"/>
                  </a:lnTo>
                  <a:lnTo>
                    <a:pt x="35" y="72"/>
                  </a:lnTo>
                  <a:lnTo>
                    <a:pt x="32" y="69"/>
                  </a:lnTo>
                  <a:lnTo>
                    <a:pt x="29" y="64"/>
                  </a:lnTo>
                  <a:lnTo>
                    <a:pt x="28" y="59"/>
                  </a:lnTo>
                  <a:lnTo>
                    <a:pt x="28" y="59"/>
                  </a:lnTo>
                  <a:lnTo>
                    <a:pt x="27" y="54"/>
                  </a:lnTo>
                  <a:lnTo>
                    <a:pt x="28" y="49"/>
                  </a:lnTo>
                  <a:lnTo>
                    <a:pt x="29" y="43"/>
                  </a:lnTo>
                  <a:lnTo>
                    <a:pt x="31" y="39"/>
                  </a:lnTo>
                  <a:lnTo>
                    <a:pt x="34" y="35"/>
                  </a:lnTo>
                  <a:lnTo>
                    <a:pt x="38" y="32"/>
                  </a:lnTo>
                  <a:lnTo>
                    <a:pt x="42" y="29"/>
                  </a:lnTo>
                  <a:lnTo>
                    <a:pt x="47" y="28"/>
                  </a:lnTo>
                  <a:lnTo>
                    <a:pt x="47" y="28"/>
                  </a:lnTo>
                  <a:lnTo>
                    <a:pt x="53" y="27"/>
                  </a:lnTo>
                  <a:lnTo>
                    <a:pt x="57" y="28"/>
                  </a:lnTo>
                  <a:lnTo>
                    <a:pt x="63" y="29"/>
                  </a:lnTo>
                  <a:lnTo>
                    <a:pt x="67" y="31"/>
                  </a:lnTo>
                  <a:lnTo>
                    <a:pt x="67" y="31"/>
                  </a:lnTo>
                  <a:lnTo>
                    <a:pt x="72" y="34"/>
                  </a:lnTo>
                  <a:lnTo>
                    <a:pt x="75" y="39"/>
                  </a:lnTo>
                  <a:lnTo>
                    <a:pt x="77" y="43"/>
                  </a:lnTo>
                  <a:lnTo>
                    <a:pt x="78" y="48"/>
                  </a:lnTo>
                  <a:lnTo>
                    <a:pt x="78" y="48"/>
                  </a:lnTo>
                  <a:lnTo>
                    <a:pt x="79" y="53"/>
                  </a:lnTo>
                  <a:lnTo>
                    <a:pt x="79" y="58"/>
                  </a:lnTo>
                  <a:lnTo>
                    <a:pt x="77" y="63"/>
                  </a:lnTo>
                  <a:lnTo>
                    <a:pt x="75" y="67"/>
                  </a:lnTo>
                  <a:lnTo>
                    <a:pt x="75" y="67"/>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228" name="Google Shape;1393;p189">
              <a:extLst>
                <a:ext uri="{FF2B5EF4-FFF2-40B4-BE49-F238E27FC236}">
                  <a16:creationId xmlns:a16="http://schemas.microsoft.com/office/drawing/2014/main" id="{6A841CA2-62A1-1927-FDC3-DFCD3A569D60}"/>
                </a:ext>
              </a:extLst>
            </p:cNvPr>
            <p:cNvSpPr/>
            <p:nvPr/>
          </p:nvSpPr>
          <p:spPr>
            <a:xfrm>
              <a:off x="4103252" y="3438469"/>
              <a:ext cx="597608" cy="472638"/>
            </a:xfrm>
            <a:custGeom>
              <a:avLst/>
              <a:gdLst/>
              <a:ahLst/>
              <a:cxnLst/>
              <a:rect l="l" t="t" r="r" b="b"/>
              <a:pathLst>
                <a:path w="335" h="335" extrusionOk="0">
                  <a:moveTo>
                    <a:pt x="335" y="174"/>
                  </a:moveTo>
                  <a:lnTo>
                    <a:pt x="318" y="91"/>
                  </a:lnTo>
                  <a:lnTo>
                    <a:pt x="276" y="90"/>
                  </a:lnTo>
                  <a:lnTo>
                    <a:pt x="276" y="90"/>
                  </a:lnTo>
                  <a:lnTo>
                    <a:pt x="266" y="79"/>
                  </a:lnTo>
                  <a:lnTo>
                    <a:pt x="255" y="68"/>
                  </a:lnTo>
                  <a:lnTo>
                    <a:pt x="257" y="26"/>
                  </a:lnTo>
                  <a:lnTo>
                    <a:pt x="177" y="0"/>
                  </a:lnTo>
                  <a:lnTo>
                    <a:pt x="155" y="36"/>
                  </a:lnTo>
                  <a:lnTo>
                    <a:pt x="155" y="36"/>
                  </a:lnTo>
                  <a:lnTo>
                    <a:pt x="139" y="38"/>
                  </a:lnTo>
                  <a:lnTo>
                    <a:pt x="139" y="38"/>
                  </a:lnTo>
                  <a:lnTo>
                    <a:pt x="125" y="43"/>
                  </a:lnTo>
                  <a:lnTo>
                    <a:pt x="90" y="19"/>
                  </a:lnTo>
                  <a:lnTo>
                    <a:pt x="28" y="77"/>
                  </a:lnTo>
                  <a:lnTo>
                    <a:pt x="48" y="113"/>
                  </a:lnTo>
                  <a:lnTo>
                    <a:pt x="48" y="113"/>
                  </a:lnTo>
                  <a:lnTo>
                    <a:pt x="42" y="127"/>
                  </a:lnTo>
                  <a:lnTo>
                    <a:pt x="38" y="142"/>
                  </a:lnTo>
                  <a:lnTo>
                    <a:pt x="0" y="160"/>
                  </a:lnTo>
                  <a:lnTo>
                    <a:pt x="19" y="243"/>
                  </a:lnTo>
                  <a:lnTo>
                    <a:pt x="61" y="244"/>
                  </a:lnTo>
                  <a:lnTo>
                    <a:pt x="61" y="244"/>
                  </a:lnTo>
                  <a:lnTo>
                    <a:pt x="70" y="256"/>
                  </a:lnTo>
                  <a:lnTo>
                    <a:pt x="81" y="267"/>
                  </a:lnTo>
                  <a:lnTo>
                    <a:pt x="79" y="309"/>
                  </a:lnTo>
                  <a:lnTo>
                    <a:pt x="159" y="335"/>
                  </a:lnTo>
                  <a:lnTo>
                    <a:pt x="181" y="299"/>
                  </a:lnTo>
                  <a:lnTo>
                    <a:pt x="181" y="299"/>
                  </a:lnTo>
                  <a:lnTo>
                    <a:pt x="197" y="297"/>
                  </a:lnTo>
                  <a:lnTo>
                    <a:pt x="197" y="297"/>
                  </a:lnTo>
                  <a:lnTo>
                    <a:pt x="211" y="293"/>
                  </a:lnTo>
                  <a:lnTo>
                    <a:pt x="246" y="316"/>
                  </a:lnTo>
                  <a:lnTo>
                    <a:pt x="309" y="259"/>
                  </a:lnTo>
                  <a:lnTo>
                    <a:pt x="289" y="221"/>
                  </a:lnTo>
                  <a:lnTo>
                    <a:pt x="289" y="221"/>
                  </a:lnTo>
                  <a:lnTo>
                    <a:pt x="295" y="207"/>
                  </a:lnTo>
                  <a:lnTo>
                    <a:pt x="298" y="192"/>
                  </a:lnTo>
                  <a:lnTo>
                    <a:pt x="335" y="174"/>
                  </a:lnTo>
                  <a:close/>
                  <a:moveTo>
                    <a:pt x="274" y="175"/>
                  </a:moveTo>
                  <a:lnTo>
                    <a:pt x="272" y="186"/>
                  </a:lnTo>
                  <a:lnTo>
                    <a:pt x="272" y="186"/>
                  </a:lnTo>
                  <a:lnTo>
                    <a:pt x="269" y="199"/>
                  </a:lnTo>
                  <a:lnTo>
                    <a:pt x="264" y="212"/>
                  </a:lnTo>
                  <a:lnTo>
                    <a:pt x="258" y="222"/>
                  </a:lnTo>
                  <a:lnTo>
                    <a:pt x="275" y="253"/>
                  </a:lnTo>
                  <a:lnTo>
                    <a:pt x="244" y="282"/>
                  </a:lnTo>
                  <a:lnTo>
                    <a:pt x="214" y="263"/>
                  </a:lnTo>
                  <a:lnTo>
                    <a:pt x="203" y="266"/>
                  </a:lnTo>
                  <a:lnTo>
                    <a:pt x="203" y="266"/>
                  </a:lnTo>
                  <a:lnTo>
                    <a:pt x="191" y="271"/>
                  </a:lnTo>
                  <a:lnTo>
                    <a:pt x="191" y="271"/>
                  </a:lnTo>
                  <a:lnTo>
                    <a:pt x="178" y="273"/>
                  </a:lnTo>
                  <a:lnTo>
                    <a:pt x="166" y="274"/>
                  </a:lnTo>
                  <a:lnTo>
                    <a:pt x="148" y="303"/>
                  </a:lnTo>
                  <a:lnTo>
                    <a:pt x="106" y="291"/>
                  </a:lnTo>
                  <a:lnTo>
                    <a:pt x="108" y="255"/>
                  </a:lnTo>
                  <a:lnTo>
                    <a:pt x="100" y="248"/>
                  </a:lnTo>
                  <a:lnTo>
                    <a:pt x="100" y="248"/>
                  </a:lnTo>
                  <a:lnTo>
                    <a:pt x="90" y="239"/>
                  </a:lnTo>
                  <a:lnTo>
                    <a:pt x="82" y="228"/>
                  </a:lnTo>
                  <a:lnTo>
                    <a:pt x="75" y="219"/>
                  </a:lnTo>
                  <a:lnTo>
                    <a:pt x="40" y="218"/>
                  </a:lnTo>
                  <a:lnTo>
                    <a:pt x="31" y="176"/>
                  </a:lnTo>
                  <a:lnTo>
                    <a:pt x="62" y="160"/>
                  </a:lnTo>
                  <a:lnTo>
                    <a:pt x="64" y="148"/>
                  </a:lnTo>
                  <a:lnTo>
                    <a:pt x="64" y="148"/>
                  </a:lnTo>
                  <a:lnTo>
                    <a:pt x="68" y="136"/>
                  </a:lnTo>
                  <a:lnTo>
                    <a:pt x="72" y="123"/>
                  </a:lnTo>
                  <a:lnTo>
                    <a:pt x="78" y="112"/>
                  </a:lnTo>
                  <a:lnTo>
                    <a:pt x="61" y="82"/>
                  </a:lnTo>
                  <a:lnTo>
                    <a:pt x="93" y="53"/>
                  </a:lnTo>
                  <a:lnTo>
                    <a:pt x="122" y="72"/>
                  </a:lnTo>
                  <a:lnTo>
                    <a:pt x="133" y="68"/>
                  </a:lnTo>
                  <a:lnTo>
                    <a:pt x="133" y="68"/>
                  </a:lnTo>
                  <a:lnTo>
                    <a:pt x="146" y="65"/>
                  </a:lnTo>
                  <a:lnTo>
                    <a:pt x="146" y="65"/>
                  </a:lnTo>
                  <a:lnTo>
                    <a:pt x="159" y="62"/>
                  </a:lnTo>
                  <a:lnTo>
                    <a:pt x="170" y="61"/>
                  </a:lnTo>
                  <a:lnTo>
                    <a:pt x="189" y="32"/>
                  </a:lnTo>
                  <a:lnTo>
                    <a:pt x="230" y="45"/>
                  </a:lnTo>
                  <a:lnTo>
                    <a:pt x="227" y="79"/>
                  </a:lnTo>
                  <a:lnTo>
                    <a:pt x="236" y="87"/>
                  </a:lnTo>
                  <a:lnTo>
                    <a:pt x="236" y="87"/>
                  </a:lnTo>
                  <a:lnTo>
                    <a:pt x="246" y="97"/>
                  </a:lnTo>
                  <a:lnTo>
                    <a:pt x="255" y="107"/>
                  </a:lnTo>
                  <a:lnTo>
                    <a:pt x="262" y="116"/>
                  </a:lnTo>
                  <a:lnTo>
                    <a:pt x="296" y="118"/>
                  </a:lnTo>
                  <a:lnTo>
                    <a:pt x="305" y="159"/>
                  </a:lnTo>
                  <a:lnTo>
                    <a:pt x="274" y="175"/>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229" name="Google Shape;1394;p189">
              <a:extLst>
                <a:ext uri="{FF2B5EF4-FFF2-40B4-BE49-F238E27FC236}">
                  <a16:creationId xmlns:a16="http://schemas.microsoft.com/office/drawing/2014/main" id="{443B2A12-85A4-013D-0578-B77570CC3545}"/>
                </a:ext>
              </a:extLst>
            </p:cNvPr>
            <p:cNvSpPr/>
            <p:nvPr/>
          </p:nvSpPr>
          <p:spPr>
            <a:xfrm>
              <a:off x="4569975" y="3174519"/>
              <a:ext cx="437531" cy="346037"/>
            </a:xfrm>
            <a:custGeom>
              <a:avLst/>
              <a:gdLst/>
              <a:ahLst/>
              <a:cxnLst/>
              <a:rect l="l" t="t" r="r" b="b"/>
              <a:pathLst>
                <a:path w="247" h="246" extrusionOk="0">
                  <a:moveTo>
                    <a:pt x="220" y="111"/>
                  </a:moveTo>
                  <a:lnTo>
                    <a:pt x="220" y="111"/>
                  </a:lnTo>
                  <a:lnTo>
                    <a:pt x="219" y="101"/>
                  </a:lnTo>
                  <a:lnTo>
                    <a:pt x="219" y="101"/>
                  </a:lnTo>
                  <a:lnTo>
                    <a:pt x="216" y="93"/>
                  </a:lnTo>
                  <a:lnTo>
                    <a:pt x="234" y="67"/>
                  </a:lnTo>
                  <a:lnTo>
                    <a:pt x="188" y="18"/>
                  </a:lnTo>
                  <a:lnTo>
                    <a:pt x="162" y="33"/>
                  </a:lnTo>
                  <a:lnTo>
                    <a:pt x="162" y="33"/>
                  </a:lnTo>
                  <a:lnTo>
                    <a:pt x="153" y="30"/>
                  </a:lnTo>
                  <a:lnTo>
                    <a:pt x="144" y="28"/>
                  </a:lnTo>
                  <a:lnTo>
                    <a:pt x="131" y="0"/>
                  </a:lnTo>
                  <a:lnTo>
                    <a:pt x="65" y="14"/>
                  </a:lnTo>
                  <a:lnTo>
                    <a:pt x="65" y="45"/>
                  </a:lnTo>
                  <a:lnTo>
                    <a:pt x="65" y="45"/>
                  </a:lnTo>
                  <a:lnTo>
                    <a:pt x="57" y="51"/>
                  </a:lnTo>
                  <a:lnTo>
                    <a:pt x="51" y="57"/>
                  </a:lnTo>
                  <a:lnTo>
                    <a:pt x="20" y="55"/>
                  </a:lnTo>
                  <a:lnTo>
                    <a:pt x="0" y="119"/>
                  </a:lnTo>
                  <a:lnTo>
                    <a:pt x="26" y="134"/>
                  </a:lnTo>
                  <a:lnTo>
                    <a:pt x="26" y="134"/>
                  </a:lnTo>
                  <a:lnTo>
                    <a:pt x="28" y="143"/>
                  </a:lnTo>
                  <a:lnTo>
                    <a:pt x="28" y="143"/>
                  </a:lnTo>
                  <a:lnTo>
                    <a:pt x="31" y="153"/>
                  </a:lnTo>
                  <a:lnTo>
                    <a:pt x="13" y="179"/>
                  </a:lnTo>
                  <a:lnTo>
                    <a:pt x="58" y="227"/>
                  </a:lnTo>
                  <a:lnTo>
                    <a:pt x="85" y="213"/>
                  </a:lnTo>
                  <a:lnTo>
                    <a:pt x="85" y="213"/>
                  </a:lnTo>
                  <a:lnTo>
                    <a:pt x="94" y="216"/>
                  </a:lnTo>
                  <a:lnTo>
                    <a:pt x="102" y="218"/>
                  </a:lnTo>
                  <a:lnTo>
                    <a:pt x="117" y="246"/>
                  </a:lnTo>
                  <a:lnTo>
                    <a:pt x="182" y="231"/>
                  </a:lnTo>
                  <a:lnTo>
                    <a:pt x="182" y="201"/>
                  </a:lnTo>
                  <a:lnTo>
                    <a:pt x="182" y="201"/>
                  </a:lnTo>
                  <a:lnTo>
                    <a:pt x="190" y="195"/>
                  </a:lnTo>
                  <a:lnTo>
                    <a:pt x="196" y="188"/>
                  </a:lnTo>
                  <a:lnTo>
                    <a:pt x="227" y="191"/>
                  </a:lnTo>
                  <a:lnTo>
                    <a:pt x="247" y="127"/>
                  </a:lnTo>
                  <a:lnTo>
                    <a:pt x="220" y="111"/>
                  </a:lnTo>
                  <a:close/>
                  <a:moveTo>
                    <a:pt x="61" y="157"/>
                  </a:moveTo>
                  <a:lnTo>
                    <a:pt x="57" y="147"/>
                  </a:lnTo>
                  <a:lnTo>
                    <a:pt x="57" y="147"/>
                  </a:lnTo>
                  <a:lnTo>
                    <a:pt x="54" y="138"/>
                  </a:lnTo>
                  <a:lnTo>
                    <a:pt x="54" y="138"/>
                  </a:lnTo>
                  <a:lnTo>
                    <a:pt x="53" y="129"/>
                  </a:lnTo>
                  <a:lnTo>
                    <a:pt x="52" y="119"/>
                  </a:lnTo>
                  <a:lnTo>
                    <a:pt x="32" y="107"/>
                  </a:lnTo>
                  <a:lnTo>
                    <a:pt x="40" y="84"/>
                  </a:lnTo>
                  <a:lnTo>
                    <a:pt x="63" y="85"/>
                  </a:lnTo>
                  <a:lnTo>
                    <a:pt x="69" y="77"/>
                  </a:lnTo>
                  <a:lnTo>
                    <a:pt x="69" y="77"/>
                  </a:lnTo>
                  <a:lnTo>
                    <a:pt x="76" y="71"/>
                  </a:lnTo>
                  <a:lnTo>
                    <a:pt x="83" y="65"/>
                  </a:lnTo>
                  <a:lnTo>
                    <a:pt x="91" y="60"/>
                  </a:lnTo>
                  <a:lnTo>
                    <a:pt x="93" y="36"/>
                  </a:lnTo>
                  <a:lnTo>
                    <a:pt x="116" y="31"/>
                  </a:lnTo>
                  <a:lnTo>
                    <a:pt x="126" y="52"/>
                  </a:lnTo>
                  <a:lnTo>
                    <a:pt x="136" y="53"/>
                  </a:lnTo>
                  <a:lnTo>
                    <a:pt x="136" y="53"/>
                  </a:lnTo>
                  <a:lnTo>
                    <a:pt x="144" y="55"/>
                  </a:lnTo>
                  <a:lnTo>
                    <a:pt x="153" y="60"/>
                  </a:lnTo>
                  <a:lnTo>
                    <a:pt x="162" y="63"/>
                  </a:lnTo>
                  <a:lnTo>
                    <a:pt x="183" y="52"/>
                  </a:lnTo>
                  <a:lnTo>
                    <a:pt x="199" y="69"/>
                  </a:lnTo>
                  <a:lnTo>
                    <a:pt x="186" y="89"/>
                  </a:lnTo>
                  <a:lnTo>
                    <a:pt x="190" y="99"/>
                  </a:lnTo>
                  <a:lnTo>
                    <a:pt x="190" y="99"/>
                  </a:lnTo>
                  <a:lnTo>
                    <a:pt x="193" y="108"/>
                  </a:lnTo>
                  <a:lnTo>
                    <a:pt x="193" y="108"/>
                  </a:lnTo>
                  <a:lnTo>
                    <a:pt x="194" y="117"/>
                  </a:lnTo>
                  <a:lnTo>
                    <a:pt x="195" y="127"/>
                  </a:lnTo>
                  <a:lnTo>
                    <a:pt x="215" y="139"/>
                  </a:lnTo>
                  <a:lnTo>
                    <a:pt x="207" y="162"/>
                  </a:lnTo>
                  <a:lnTo>
                    <a:pt x="184" y="161"/>
                  </a:lnTo>
                  <a:lnTo>
                    <a:pt x="177" y="169"/>
                  </a:lnTo>
                  <a:lnTo>
                    <a:pt x="177" y="169"/>
                  </a:lnTo>
                  <a:lnTo>
                    <a:pt x="171" y="175"/>
                  </a:lnTo>
                  <a:lnTo>
                    <a:pt x="164" y="181"/>
                  </a:lnTo>
                  <a:lnTo>
                    <a:pt x="155" y="186"/>
                  </a:lnTo>
                  <a:lnTo>
                    <a:pt x="154" y="209"/>
                  </a:lnTo>
                  <a:lnTo>
                    <a:pt x="131" y="215"/>
                  </a:lnTo>
                  <a:lnTo>
                    <a:pt x="121" y="194"/>
                  </a:lnTo>
                  <a:lnTo>
                    <a:pt x="111" y="192"/>
                  </a:lnTo>
                  <a:lnTo>
                    <a:pt x="111" y="192"/>
                  </a:lnTo>
                  <a:lnTo>
                    <a:pt x="102" y="190"/>
                  </a:lnTo>
                  <a:lnTo>
                    <a:pt x="94" y="186"/>
                  </a:lnTo>
                  <a:lnTo>
                    <a:pt x="85" y="182"/>
                  </a:lnTo>
                  <a:lnTo>
                    <a:pt x="64" y="194"/>
                  </a:lnTo>
                  <a:lnTo>
                    <a:pt x="47" y="176"/>
                  </a:lnTo>
                  <a:lnTo>
                    <a:pt x="61" y="157"/>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230" name="Google Shape;1395;p189">
              <a:extLst>
                <a:ext uri="{FF2B5EF4-FFF2-40B4-BE49-F238E27FC236}">
                  <a16:creationId xmlns:a16="http://schemas.microsoft.com/office/drawing/2014/main" id="{10373EC0-A586-39CB-A382-16F66BD3EEC1}"/>
                </a:ext>
              </a:extLst>
            </p:cNvPr>
            <p:cNvSpPr/>
            <p:nvPr/>
          </p:nvSpPr>
          <p:spPr>
            <a:xfrm>
              <a:off x="4711668" y="3286588"/>
              <a:ext cx="149402" cy="113940"/>
            </a:xfrm>
            <a:custGeom>
              <a:avLst/>
              <a:gdLst/>
              <a:ahLst/>
              <a:cxnLst/>
              <a:rect l="l" t="t" r="r" b="b"/>
              <a:pathLst>
                <a:path w="83" h="82" extrusionOk="0">
                  <a:moveTo>
                    <a:pt x="19" y="76"/>
                  </a:moveTo>
                  <a:lnTo>
                    <a:pt x="19" y="76"/>
                  </a:lnTo>
                  <a:lnTo>
                    <a:pt x="24" y="79"/>
                  </a:lnTo>
                  <a:lnTo>
                    <a:pt x="29" y="81"/>
                  </a:lnTo>
                  <a:lnTo>
                    <a:pt x="36" y="82"/>
                  </a:lnTo>
                  <a:lnTo>
                    <a:pt x="41" y="82"/>
                  </a:lnTo>
                  <a:lnTo>
                    <a:pt x="41" y="82"/>
                  </a:lnTo>
                  <a:lnTo>
                    <a:pt x="50" y="81"/>
                  </a:lnTo>
                  <a:lnTo>
                    <a:pt x="50" y="81"/>
                  </a:lnTo>
                  <a:lnTo>
                    <a:pt x="58" y="79"/>
                  </a:lnTo>
                  <a:lnTo>
                    <a:pt x="66" y="75"/>
                  </a:lnTo>
                  <a:lnTo>
                    <a:pt x="71" y="70"/>
                  </a:lnTo>
                  <a:lnTo>
                    <a:pt x="77" y="63"/>
                  </a:lnTo>
                  <a:lnTo>
                    <a:pt x="80" y="56"/>
                  </a:lnTo>
                  <a:lnTo>
                    <a:pt x="82" y="48"/>
                  </a:lnTo>
                  <a:lnTo>
                    <a:pt x="83" y="40"/>
                  </a:lnTo>
                  <a:lnTo>
                    <a:pt x="82" y="32"/>
                  </a:lnTo>
                  <a:lnTo>
                    <a:pt x="82" y="32"/>
                  </a:lnTo>
                  <a:lnTo>
                    <a:pt x="82" y="32"/>
                  </a:lnTo>
                  <a:lnTo>
                    <a:pt x="80" y="24"/>
                  </a:lnTo>
                  <a:lnTo>
                    <a:pt x="76" y="17"/>
                  </a:lnTo>
                  <a:lnTo>
                    <a:pt x="70" y="11"/>
                  </a:lnTo>
                  <a:lnTo>
                    <a:pt x="63" y="6"/>
                  </a:lnTo>
                  <a:lnTo>
                    <a:pt x="57" y="2"/>
                  </a:lnTo>
                  <a:lnTo>
                    <a:pt x="49" y="0"/>
                  </a:lnTo>
                  <a:lnTo>
                    <a:pt x="40" y="0"/>
                  </a:lnTo>
                  <a:lnTo>
                    <a:pt x="33" y="1"/>
                  </a:lnTo>
                  <a:lnTo>
                    <a:pt x="33" y="1"/>
                  </a:lnTo>
                  <a:lnTo>
                    <a:pt x="25" y="3"/>
                  </a:lnTo>
                  <a:lnTo>
                    <a:pt x="17" y="6"/>
                  </a:lnTo>
                  <a:lnTo>
                    <a:pt x="12" y="12"/>
                  </a:lnTo>
                  <a:lnTo>
                    <a:pt x="6" y="18"/>
                  </a:lnTo>
                  <a:lnTo>
                    <a:pt x="6" y="18"/>
                  </a:lnTo>
                  <a:lnTo>
                    <a:pt x="3" y="26"/>
                  </a:lnTo>
                  <a:lnTo>
                    <a:pt x="1" y="34"/>
                  </a:lnTo>
                  <a:lnTo>
                    <a:pt x="0" y="41"/>
                  </a:lnTo>
                  <a:lnTo>
                    <a:pt x="1" y="50"/>
                  </a:lnTo>
                  <a:lnTo>
                    <a:pt x="1" y="50"/>
                  </a:lnTo>
                  <a:lnTo>
                    <a:pt x="3" y="58"/>
                  </a:lnTo>
                  <a:lnTo>
                    <a:pt x="7" y="65"/>
                  </a:lnTo>
                  <a:lnTo>
                    <a:pt x="13" y="71"/>
                  </a:lnTo>
                  <a:lnTo>
                    <a:pt x="19" y="76"/>
                  </a:lnTo>
                  <a:lnTo>
                    <a:pt x="19" y="76"/>
                  </a:lnTo>
                  <a:close/>
                  <a:moveTo>
                    <a:pt x="29" y="33"/>
                  </a:moveTo>
                  <a:lnTo>
                    <a:pt x="29" y="33"/>
                  </a:lnTo>
                  <a:lnTo>
                    <a:pt x="34" y="29"/>
                  </a:lnTo>
                  <a:lnTo>
                    <a:pt x="38" y="27"/>
                  </a:lnTo>
                  <a:lnTo>
                    <a:pt x="38" y="27"/>
                  </a:lnTo>
                  <a:lnTo>
                    <a:pt x="41" y="26"/>
                  </a:lnTo>
                  <a:lnTo>
                    <a:pt x="41" y="26"/>
                  </a:lnTo>
                  <a:lnTo>
                    <a:pt x="46" y="27"/>
                  </a:lnTo>
                  <a:lnTo>
                    <a:pt x="50" y="29"/>
                  </a:lnTo>
                  <a:lnTo>
                    <a:pt x="54" y="33"/>
                  </a:lnTo>
                  <a:lnTo>
                    <a:pt x="56" y="38"/>
                  </a:lnTo>
                  <a:lnTo>
                    <a:pt x="56" y="38"/>
                  </a:lnTo>
                  <a:lnTo>
                    <a:pt x="56" y="44"/>
                  </a:lnTo>
                  <a:lnTo>
                    <a:pt x="54" y="49"/>
                  </a:lnTo>
                  <a:lnTo>
                    <a:pt x="54" y="49"/>
                  </a:lnTo>
                  <a:lnTo>
                    <a:pt x="49" y="52"/>
                  </a:lnTo>
                  <a:lnTo>
                    <a:pt x="45" y="55"/>
                  </a:lnTo>
                  <a:lnTo>
                    <a:pt x="45" y="55"/>
                  </a:lnTo>
                  <a:lnTo>
                    <a:pt x="39" y="55"/>
                  </a:lnTo>
                  <a:lnTo>
                    <a:pt x="34" y="54"/>
                  </a:lnTo>
                  <a:lnTo>
                    <a:pt x="29" y="49"/>
                  </a:lnTo>
                  <a:lnTo>
                    <a:pt x="27" y="44"/>
                  </a:lnTo>
                  <a:lnTo>
                    <a:pt x="27" y="44"/>
                  </a:lnTo>
                  <a:lnTo>
                    <a:pt x="27" y="38"/>
                  </a:lnTo>
                  <a:lnTo>
                    <a:pt x="29" y="33"/>
                  </a:lnTo>
                  <a:lnTo>
                    <a:pt x="29" y="33"/>
                  </a:lnTo>
                  <a:close/>
                </a:path>
              </a:pathLst>
            </a:custGeom>
            <a:solidFill>
              <a:schemeClr val="bg1"/>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sp>
          <p:nvSpPr>
            <p:cNvPr id="231" name="Google Shape;1401;p189">
              <a:extLst>
                <a:ext uri="{FF2B5EF4-FFF2-40B4-BE49-F238E27FC236}">
                  <a16:creationId xmlns:a16="http://schemas.microsoft.com/office/drawing/2014/main" id="{8B349EEB-4286-23FA-95D7-4E179B8FE7C3}"/>
                </a:ext>
              </a:extLst>
            </p:cNvPr>
            <p:cNvSpPr/>
            <p:nvPr/>
          </p:nvSpPr>
          <p:spPr>
            <a:xfrm>
              <a:off x="4044233"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grpSp>
      <p:sp>
        <p:nvSpPr>
          <p:cNvPr id="232" name="Elipse 136">
            <a:extLst>
              <a:ext uri="{FF2B5EF4-FFF2-40B4-BE49-F238E27FC236}">
                <a16:creationId xmlns:a16="http://schemas.microsoft.com/office/drawing/2014/main" id="{E99BB5C1-BCFD-E11A-B8B9-2086884A054B}"/>
              </a:ext>
            </a:extLst>
          </p:cNvPr>
          <p:cNvSpPr/>
          <p:nvPr/>
        </p:nvSpPr>
        <p:spPr>
          <a:xfrm>
            <a:off x="9700991" y="3157889"/>
            <a:ext cx="152013" cy="155588"/>
          </a:xfrm>
          <a:prstGeom prst="ellipse">
            <a:avLst/>
          </a:prstGeom>
          <a:solidFill>
            <a:srgbClr val="1A7B73"/>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33" name="Elipse 137">
            <a:extLst>
              <a:ext uri="{FF2B5EF4-FFF2-40B4-BE49-F238E27FC236}">
                <a16:creationId xmlns:a16="http://schemas.microsoft.com/office/drawing/2014/main" id="{0C2DBDC0-ED1F-BCA2-9081-87559F9756DD}"/>
              </a:ext>
            </a:extLst>
          </p:cNvPr>
          <p:cNvSpPr/>
          <p:nvPr/>
        </p:nvSpPr>
        <p:spPr>
          <a:xfrm>
            <a:off x="9738994" y="3195786"/>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cxnSp>
        <p:nvCxnSpPr>
          <p:cNvPr id="234" name="Conector recto 138">
            <a:extLst>
              <a:ext uri="{FF2B5EF4-FFF2-40B4-BE49-F238E27FC236}">
                <a16:creationId xmlns:a16="http://schemas.microsoft.com/office/drawing/2014/main" id="{F2F10A52-3BEA-89F9-1B8E-8ADFC613F02A}"/>
              </a:ext>
            </a:extLst>
          </p:cNvPr>
          <p:cNvCxnSpPr>
            <a:cxnSpLocks/>
            <a:endCxn id="249" idx="0"/>
          </p:cNvCxnSpPr>
          <p:nvPr/>
        </p:nvCxnSpPr>
        <p:spPr>
          <a:xfrm flipH="1">
            <a:off x="9776998" y="3289818"/>
            <a:ext cx="4964" cy="268226"/>
          </a:xfrm>
          <a:prstGeom prst="line">
            <a:avLst/>
          </a:prstGeom>
          <a:ln w="12700" cap="sq">
            <a:solidFill>
              <a:srgbClr val="1A7B73"/>
            </a:solidFill>
            <a:prstDash val="sysDot"/>
          </a:ln>
        </p:spPr>
        <p:style>
          <a:lnRef idx="1">
            <a:schemeClr val="accent1"/>
          </a:lnRef>
          <a:fillRef idx="0">
            <a:schemeClr val="accent1"/>
          </a:fillRef>
          <a:effectRef idx="0">
            <a:schemeClr val="dk1"/>
          </a:effectRef>
          <a:fontRef idx="minor">
            <a:schemeClr val="lt1"/>
          </a:fontRef>
        </p:style>
      </p:cxnSp>
      <p:cxnSp>
        <p:nvCxnSpPr>
          <p:cNvPr id="235" name="Conector recto 131">
            <a:extLst>
              <a:ext uri="{FF2B5EF4-FFF2-40B4-BE49-F238E27FC236}">
                <a16:creationId xmlns:a16="http://schemas.microsoft.com/office/drawing/2014/main" id="{51F91AA8-D297-6B54-1985-D8378A739DE4}"/>
              </a:ext>
            </a:extLst>
          </p:cNvPr>
          <p:cNvCxnSpPr>
            <a:cxnSpLocks/>
            <a:endCxn id="253" idx="2"/>
          </p:cNvCxnSpPr>
          <p:nvPr/>
        </p:nvCxnSpPr>
        <p:spPr>
          <a:xfrm flipV="1">
            <a:off x="8067359" y="4802749"/>
            <a:ext cx="3335" cy="550473"/>
          </a:xfrm>
          <a:prstGeom prst="line">
            <a:avLst/>
          </a:prstGeom>
          <a:ln w="12700" cap="sq">
            <a:solidFill>
              <a:srgbClr val="04606F"/>
            </a:solidFill>
            <a:prstDash val="sysDot"/>
          </a:ln>
        </p:spPr>
        <p:style>
          <a:lnRef idx="1">
            <a:schemeClr val="accent1"/>
          </a:lnRef>
          <a:fillRef idx="0">
            <a:schemeClr val="accent1"/>
          </a:fillRef>
          <a:effectRef idx="0">
            <a:schemeClr val="dk1"/>
          </a:effectRef>
          <a:fontRef idx="minor">
            <a:schemeClr val="lt1"/>
          </a:fontRef>
        </p:style>
      </p:cxnSp>
      <p:sp>
        <p:nvSpPr>
          <p:cNvPr id="236" name="Elipse 132">
            <a:extLst>
              <a:ext uri="{FF2B5EF4-FFF2-40B4-BE49-F238E27FC236}">
                <a16:creationId xmlns:a16="http://schemas.microsoft.com/office/drawing/2014/main" id="{83914D8E-5347-BD54-B35C-906F94625371}"/>
              </a:ext>
            </a:extLst>
          </p:cNvPr>
          <p:cNvSpPr/>
          <p:nvPr/>
        </p:nvSpPr>
        <p:spPr>
          <a:xfrm>
            <a:off x="7991352" y="5342016"/>
            <a:ext cx="152013" cy="155588"/>
          </a:xfrm>
          <a:prstGeom prst="ellipse">
            <a:avLst/>
          </a:prstGeom>
          <a:solidFill>
            <a:srgbClr val="208E9B"/>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37" name="Elipse 133">
            <a:extLst>
              <a:ext uri="{FF2B5EF4-FFF2-40B4-BE49-F238E27FC236}">
                <a16:creationId xmlns:a16="http://schemas.microsoft.com/office/drawing/2014/main" id="{625F971D-A66A-4038-DECA-39060097537C}"/>
              </a:ext>
            </a:extLst>
          </p:cNvPr>
          <p:cNvSpPr/>
          <p:nvPr/>
        </p:nvSpPr>
        <p:spPr>
          <a:xfrm>
            <a:off x="8029354" y="5381003"/>
            <a:ext cx="76007" cy="77794"/>
          </a:xfrm>
          <a:prstGeom prst="ellips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s-ES" sz="1600">
              <a:latin typeface="Julius Sans One"/>
            </a:endParaRPr>
          </a:p>
        </p:txBody>
      </p:sp>
      <p:sp>
        <p:nvSpPr>
          <p:cNvPr id="238" name="Google Shape;1385;p189">
            <a:extLst>
              <a:ext uri="{FF2B5EF4-FFF2-40B4-BE49-F238E27FC236}">
                <a16:creationId xmlns:a16="http://schemas.microsoft.com/office/drawing/2014/main" id="{1698442F-330E-3785-0749-B5A058BE1A8F}"/>
              </a:ext>
            </a:extLst>
          </p:cNvPr>
          <p:cNvSpPr/>
          <p:nvPr/>
        </p:nvSpPr>
        <p:spPr>
          <a:xfrm>
            <a:off x="593596" y="5488235"/>
            <a:ext cx="2180229" cy="1063918"/>
          </a:xfrm>
          <a:prstGeom prst="rect">
            <a:avLst/>
          </a:prstGeom>
          <a:noFill/>
          <a:ln>
            <a:noFill/>
          </a:ln>
        </p:spPr>
        <p:txBody>
          <a:bodyPr spcFirstLastPara="1" wrap="square" lIns="0" tIns="0" rIns="0" bIns="0" anchor="t" anchorCtr="0">
            <a:noAutofit/>
          </a:bodyPr>
          <a:lstStyle/>
          <a:p>
            <a:pPr algn="just" defTabSz="1219170">
              <a:spcAft>
                <a:spcPts val="300"/>
              </a:spcAft>
              <a:buClr>
                <a:srgbClr val="000000"/>
              </a:buClr>
            </a:pPr>
            <a:r>
              <a:rPr lang="en-US" sz="1300" b="1" dirty="0">
                <a:solidFill>
                  <a:schemeClr val="accent6">
                    <a:lumMod val="40000"/>
                    <a:lumOff val="60000"/>
                  </a:schemeClr>
                </a:solidFill>
                <a:latin typeface="+mj-lt"/>
                <a:sym typeface="Arial"/>
              </a:rPr>
              <a:t>1. POWERBI ARCHITECTURE TECHNICAL SET UP</a:t>
            </a:r>
          </a:p>
          <a:p>
            <a:pPr algn="just" defTabSz="1219170">
              <a:spcAft>
                <a:spcPts val="300"/>
              </a:spcAft>
              <a:buClr>
                <a:srgbClr val="000000"/>
              </a:buClr>
            </a:pPr>
            <a:r>
              <a:rPr lang="en-US" sz="1300" dirty="0">
                <a:latin typeface="+mj-lt"/>
                <a:cs typeface="Segoe UI Light" panose="020B0502040204020203" pitchFamily="34" charset="0"/>
                <a:sym typeface="Arial"/>
              </a:rPr>
              <a:t>This phase focuses on ensuring that the existing environment is ready to be used.</a:t>
            </a:r>
            <a:endParaRPr lang="en-US" sz="1300" dirty="0">
              <a:latin typeface="+mj-lt"/>
              <a:cs typeface="Segoe UI Light" panose="020B0502040204020203" pitchFamily="34" charset="0"/>
            </a:endParaRPr>
          </a:p>
        </p:txBody>
      </p:sp>
      <p:sp>
        <p:nvSpPr>
          <p:cNvPr id="239" name="TextBox 238">
            <a:extLst>
              <a:ext uri="{FF2B5EF4-FFF2-40B4-BE49-F238E27FC236}">
                <a16:creationId xmlns:a16="http://schemas.microsoft.com/office/drawing/2014/main" id="{C4A360CF-BAA7-7F66-0039-2F7F278DF29C}"/>
              </a:ext>
            </a:extLst>
          </p:cNvPr>
          <p:cNvSpPr txBox="1"/>
          <p:nvPr/>
        </p:nvSpPr>
        <p:spPr>
          <a:xfrm>
            <a:off x="1102685" y="2126609"/>
            <a:ext cx="2920024" cy="1092607"/>
          </a:xfrm>
          <a:prstGeom prst="rect">
            <a:avLst/>
          </a:prstGeom>
          <a:noFill/>
        </p:spPr>
        <p:txBody>
          <a:bodyPr wrap="square">
            <a:spAutoFit/>
          </a:bodyPr>
          <a:lstStyle/>
          <a:p>
            <a:pPr marR="0" lvl="0" algn="just">
              <a:buClr>
                <a:srgbClr val="2F5496"/>
              </a:buClr>
            </a:pPr>
            <a:r>
              <a:rPr lang="en-US" sz="1300" b="1" dirty="0">
                <a:solidFill>
                  <a:srgbClr val="1A7B73"/>
                </a:solidFill>
                <a:latin typeface="+mj-lt"/>
              </a:rPr>
              <a:t>2. PLANNING PHASE</a:t>
            </a:r>
          </a:p>
          <a:p>
            <a:pPr algn="just">
              <a:buClr>
                <a:srgbClr val="2F5496"/>
              </a:buClr>
            </a:pPr>
            <a:r>
              <a:rPr lang="en-US" sz="1300" dirty="0">
                <a:latin typeface="+mj-lt"/>
                <a:cs typeface="Segoe UI Light" panose="020B0502040204020203" pitchFamily="34" charset="0"/>
              </a:rPr>
              <a:t>The main goal of this phase defining the business requirements and engaging stakeholders to understand dashboard needs.</a:t>
            </a:r>
            <a:endParaRPr lang="bg-BG" sz="1300" dirty="0">
              <a:latin typeface="+mj-lt"/>
              <a:cs typeface="Segoe UI Light" panose="020B0502040204020203" pitchFamily="34" charset="0"/>
            </a:endParaRPr>
          </a:p>
        </p:txBody>
      </p:sp>
      <p:sp>
        <p:nvSpPr>
          <p:cNvPr id="240" name="TextBox 239">
            <a:extLst>
              <a:ext uri="{FF2B5EF4-FFF2-40B4-BE49-F238E27FC236}">
                <a16:creationId xmlns:a16="http://schemas.microsoft.com/office/drawing/2014/main" id="{B9D3A67A-1147-FDAF-3741-61C58BEA0ADC}"/>
              </a:ext>
            </a:extLst>
          </p:cNvPr>
          <p:cNvSpPr txBox="1"/>
          <p:nvPr/>
        </p:nvSpPr>
        <p:spPr>
          <a:xfrm>
            <a:off x="3350862" y="5488235"/>
            <a:ext cx="3325563" cy="1290931"/>
          </a:xfrm>
          <a:prstGeom prst="rect">
            <a:avLst/>
          </a:prstGeom>
          <a:noFill/>
        </p:spPr>
        <p:txBody>
          <a:bodyPr wrap="square">
            <a:spAutoFit/>
          </a:bodyPr>
          <a:lstStyle/>
          <a:p>
            <a:pPr>
              <a:buClr>
                <a:srgbClr val="2F5496"/>
              </a:buClr>
            </a:pPr>
            <a:r>
              <a:rPr lang="en-US" sz="1300" b="1" dirty="0">
                <a:solidFill>
                  <a:srgbClr val="208E9B"/>
                </a:solidFill>
                <a:latin typeface="+mj-lt"/>
              </a:rPr>
              <a:t>3. DASHBOARD DESIGN AND PROTOTYPING</a:t>
            </a:r>
          </a:p>
          <a:p>
            <a:pPr algn="just">
              <a:buClr>
                <a:srgbClr val="2F5496"/>
              </a:buClr>
            </a:pPr>
            <a:r>
              <a:rPr lang="en-US" sz="1300" dirty="0">
                <a:latin typeface="+mj-lt"/>
                <a:cs typeface="Segoe UI Light" panose="020B0502040204020203" pitchFamily="34" charset="0"/>
              </a:rPr>
              <a:t>This phase focuses of creating an initial mock-up leveraging the existing PIPE data model and conducting stakeholder review and gather feedback.</a:t>
            </a:r>
            <a:endParaRPr lang="bg-BG" sz="1300" dirty="0">
              <a:latin typeface="+mj-lt"/>
              <a:cs typeface="Segoe UI Light" panose="020B0502040204020203" pitchFamily="34" charset="0"/>
            </a:endParaRPr>
          </a:p>
          <a:p>
            <a:pPr marL="0" marR="0" algn="just">
              <a:lnSpc>
                <a:spcPct val="107000"/>
              </a:lnSpc>
              <a:spcAft>
                <a:spcPts val="800"/>
              </a:spcAft>
            </a:pPr>
            <a:endParaRPr lang="bg-BG" sz="1300" dirty="0">
              <a:latin typeface="Segoe UI Light" panose="020B0502040204020203" pitchFamily="34" charset="0"/>
              <a:cs typeface="Segoe UI Light" panose="020B0502040204020203" pitchFamily="34" charset="0"/>
            </a:endParaRPr>
          </a:p>
        </p:txBody>
      </p:sp>
      <p:sp>
        <p:nvSpPr>
          <p:cNvPr id="241" name="TextBox 240">
            <a:extLst>
              <a:ext uri="{FF2B5EF4-FFF2-40B4-BE49-F238E27FC236}">
                <a16:creationId xmlns:a16="http://schemas.microsoft.com/office/drawing/2014/main" id="{F68EA27D-A9ED-4C93-2A08-A4EF22E2EC98}"/>
              </a:ext>
            </a:extLst>
          </p:cNvPr>
          <p:cNvSpPr txBox="1"/>
          <p:nvPr/>
        </p:nvSpPr>
        <p:spPr>
          <a:xfrm>
            <a:off x="4464321" y="2126609"/>
            <a:ext cx="3488011" cy="1092607"/>
          </a:xfrm>
          <a:prstGeom prst="rect">
            <a:avLst/>
          </a:prstGeom>
          <a:noFill/>
        </p:spPr>
        <p:txBody>
          <a:bodyPr wrap="square">
            <a:spAutoFit/>
          </a:bodyPr>
          <a:lstStyle/>
          <a:p>
            <a:pPr marR="0" lvl="0">
              <a:buClr>
                <a:srgbClr val="2F5496"/>
              </a:buClr>
            </a:pPr>
            <a:r>
              <a:rPr lang="en-US" sz="1300" b="1" dirty="0">
                <a:solidFill>
                  <a:srgbClr val="112A48"/>
                </a:solidFill>
                <a:latin typeface="+mj-lt"/>
              </a:rPr>
              <a:t>4. DEVELOPMENT AND IMPLEMENTATION</a:t>
            </a:r>
            <a:endParaRPr lang="bg-BG" sz="1300" b="1" dirty="0">
              <a:solidFill>
                <a:srgbClr val="112A48"/>
              </a:solidFill>
              <a:latin typeface="+mj-lt"/>
            </a:endParaRPr>
          </a:p>
          <a:p>
            <a:pPr marL="0" marR="0" algn="just"/>
            <a:r>
              <a:rPr lang="en-US" sz="1300" dirty="0">
                <a:latin typeface="+mj-lt"/>
                <a:cs typeface="Segoe UI Light"/>
              </a:rPr>
              <a:t>This phase focus is on developing an interactive dashboard with real-time data integration, as well as conducting user testing and refining the dashboard based on feedback</a:t>
            </a:r>
            <a:r>
              <a:rPr lang="en-US" sz="1300" dirty="0">
                <a:latin typeface="Segoe UI Light"/>
                <a:cs typeface="Segoe UI Light"/>
              </a:rPr>
              <a:t>.</a:t>
            </a:r>
            <a:endParaRPr lang="bg-BG" sz="1300" dirty="0">
              <a:latin typeface="Segoe UI Light"/>
              <a:cs typeface="Segoe UI Light"/>
            </a:endParaRPr>
          </a:p>
        </p:txBody>
      </p:sp>
      <p:sp>
        <p:nvSpPr>
          <p:cNvPr id="242" name="TextBox 241">
            <a:extLst>
              <a:ext uri="{FF2B5EF4-FFF2-40B4-BE49-F238E27FC236}">
                <a16:creationId xmlns:a16="http://schemas.microsoft.com/office/drawing/2014/main" id="{F2CC1471-11C6-9DAF-B7BE-ED87625D1D8E}"/>
              </a:ext>
            </a:extLst>
          </p:cNvPr>
          <p:cNvSpPr txBox="1"/>
          <p:nvPr/>
        </p:nvSpPr>
        <p:spPr>
          <a:xfrm>
            <a:off x="6834265" y="5488235"/>
            <a:ext cx="3175887" cy="938975"/>
          </a:xfrm>
          <a:prstGeom prst="rect">
            <a:avLst/>
          </a:prstGeom>
          <a:noFill/>
        </p:spPr>
        <p:txBody>
          <a:bodyPr wrap="square">
            <a:spAutoFit/>
          </a:bodyPr>
          <a:lstStyle/>
          <a:p>
            <a:pPr marR="0" lvl="0">
              <a:lnSpc>
                <a:spcPct val="107000"/>
              </a:lnSpc>
              <a:spcBef>
                <a:spcPts val="1200"/>
              </a:spcBef>
            </a:pPr>
            <a:r>
              <a:rPr lang="en-US" sz="1300" b="1" dirty="0">
                <a:solidFill>
                  <a:srgbClr val="208E9B"/>
                </a:solidFill>
                <a:latin typeface="+mj-lt"/>
              </a:rPr>
              <a:t>5. DEPLOYMENT AND TRAINING</a:t>
            </a:r>
          </a:p>
          <a:p>
            <a:pPr marR="0" lvl="0">
              <a:lnSpc>
                <a:spcPct val="107000"/>
              </a:lnSpc>
              <a:spcAft>
                <a:spcPts val="800"/>
              </a:spcAft>
            </a:pPr>
            <a:r>
              <a:rPr lang="en-US" sz="1300" dirty="0">
                <a:latin typeface="+mj-lt"/>
                <a:cs typeface="Segoe UI Light" panose="020B0502040204020203" pitchFamily="34" charset="0"/>
              </a:rPr>
              <a:t>The phase aims to deploy dashboards to production environment and provide training sessions and user guides for business users.</a:t>
            </a:r>
            <a:endParaRPr lang="bg-BG" sz="1300" dirty="0">
              <a:latin typeface="+mj-lt"/>
              <a:cs typeface="Segoe UI Light" panose="020B0502040204020203" pitchFamily="34" charset="0"/>
            </a:endParaRPr>
          </a:p>
        </p:txBody>
      </p:sp>
      <p:sp>
        <p:nvSpPr>
          <p:cNvPr id="243" name="TextBox 242">
            <a:extLst>
              <a:ext uri="{FF2B5EF4-FFF2-40B4-BE49-F238E27FC236}">
                <a16:creationId xmlns:a16="http://schemas.microsoft.com/office/drawing/2014/main" id="{4D645C7E-C86F-FD67-82DD-D2F55847D89E}"/>
              </a:ext>
            </a:extLst>
          </p:cNvPr>
          <p:cNvSpPr txBox="1"/>
          <p:nvPr/>
        </p:nvSpPr>
        <p:spPr>
          <a:xfrm>
            <a:off x="8417609" y="2126609"/>
            <a:ext cx="3485938" cy="1092607"/>
          </a:xfrm>
          <a:prstGeom prst="rect">
            <a:avLst/>
          </a:prstGeom>
          <a:noFill/>
        </p:spPr>
        <p:txBody>
          <a:bodyPr wrap="square">
            <a:spAutoFit/>
          </a:bodyPr>
          <a:lstStyle/>
          <a:p>
            <a:pPr marR="0" lvl="0">
              <a:buClr>
                <a:srgbClr val="2F5496"/>
              </a:buClr>
            </a:pPr>
            <a:r>
              <a:rPr lang="en-US" sz="1300" b="1" dirty="0">
                <a:solidFill>
                  <a:srgbClr val="1A7B73"/>
                </a:solidFill>
                <a:latin typeface="+mj-lt"/>
              </a:rPr>
              <a:t>6. SUCCESS METRICS</a:t>
            </a:r>
            <a:endParaRPr lang="bg-BG" sz="1300" b="1" dirty="0">
              <a:solidFill>
                <a:srgbClr val="1A7B73"/>
              </a:solidFill>
              <a:latin typeface="+mj-lt"/>
            </a:endParaRPr>
          </a:p>
          <a:p>
            <a:pPr marL="0" marR="0"/>
            <a:r>
              <a:rPr lang="en-US" sz="1300" dirty="0">
                <a:latin typeface="+mj-lt"/>
                <a:cs typeface="Segoe UI Light" panose="020B0502040204020203" pitchFamily="34" charset="0"/>
              </a:rPr>
              <a:t>This phase ensures the success of the dashboard - reduction in manual data extraction efforts as well as increased user engagement with dashboards.</a:t>
            </a:r>
            <a:endParaRPr lang="bg-BG" sz="1300" dirty="0">
              <a:latin typeface="+mj-lt"/>
              <a:cs typeface="Segoe UI Light" panose="020B0502040204020203" pitchFamily="34" charset="0"/>
            </a:endParaRPr>
          </a:p>
        </p:txBody>
      </p:sp>
      <p:grpSp>
        <p:nvGrpSpPr>
          <p:cNvPr id="244" name="Group 243">
            <a:extLst>
              <a:ext uri="{FF2B5EF4-FFF2-40B4-BE49-F238E27FC236}">
                <a16:creationId xmlns:a16="http://schemas.microsoft.com/office/drawing/2014/main" id="{E7720626-9CD0-8CD4-0DC7-DA0E013D1D7E}"/>
              </a:ext>
            </a:extLst>
          </p:cNvPr>
          <p:cNvGrpSpPr/>
          <p:nvPr/>
        </p:nvGrpSpPr>
        <p:grpSpPr>
          <a:xfrm>
            <a:off x="5712508" y="3558044"/>
            <a:ext cx="1303763" cy="1244705"/>
            <a:chOff x="5420582" y="2916910"/>
            <a:chExt cx="1303763" cy="1244705"/>
          </a:xfrm>
        </p:grpSpPr>
        <p:sp>
          <p:nvSpPr>
            <p:cNvPr id="245" name="Google Shape;1371;p189">
              <a:extLst>
                <a:ext uri="{FF2B5EF4-FFF2-40B4-BE49-F238E27FC236}">
                  <a16:creationId xmlns:a16="http://schemas.microsoft.com/office/drawing/2014/main" id="{54400A32-A71E-2366-9A83-6C71606A2690}"/>
                </a:ext>
              </a:extLst>
            </p:cNvPr>
            <p:cNvSpPr/>
            <p:nvPr/>
          </p:nvSpPr>
          <p:spPr>
            <a:xfrm>
              <a:off x="5420582" y="2916910"/>
              <a:ext cx="1303763" cy="1244705"/>
            </a:xfrm>
            <a:prstGeom prst="rect">
              <a:avLst/>
            </a:prstGeom>
            <a:solidFill>
              <a:srgbClr val="112A48"/>
            </a:solidFill>
            <a:ln>
              <a:solidFill>
                <a:srgbClr val="112A48"/>
              </a:solid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46" name="Google Shape;1401;p189">
              <a:extLst>
                <a:ext uri="{FF2B5EF4-FFF2-40B4-BE49-F238E27FC236}">
                  <a16:creationId xmlns:a16="http://schemas.microsoft.com/office/drawing/2014/main" id="{53A9BAF0-6CB5-7D90-2442-A880E54BD040}"/>
                </a:ext>
              </a:extLst>
            </p:cNvPr>
            <p:cNvSpPr/>
            <p:nvPr/>
          </p:nvSpPr>
          <p:spPr>
            <a:xfrm>
              <a:off x="5554571"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pic>
          <p:nvPicPr>
            <p:cNvPr id="247" name="Graphic 246" descr="Clipboard Badge outline">
              <a:extLst>
                <a:ext uri="{FF2B5EF4-FFF2-40B4-BE49-F238E27FC236}">
                  <a16:creationId xmlns:a16="http://schemas.microsoft.com/office/drawing/2014/main" id="{17753BAD-F2F8-D03F-5168-5EA4A40EAF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3619" y="3197157"/>
              <a:ext cx="877688" cy="684211"/>
            </a:xfrm>
            <a:prstGeom prst="rect">
              <a:avLst/>
            </a:prstGeom>
          </p:spPr>
        </p:pic>
      </p:grpSp>
      <p:grpSp>
        <p:nvGrpSpPr>
          <p:cNvPr id="248" name="Group 247">
            <a:extLst>
              <a:ext uri="{FF2B5EF4-FFF2-40B4-BE49-F238E27FC236}">
                <a16:creationId xmlns:a16="http://schemas.microsoft.com/office/drawing/2014/main" id="{8456C617-F56A-1B07-1DD4-0674BE8E3A7F}"/>
              </a:ext>
            </a:extLst>
          </p:cNvPr>
          <p:cNvGrpSpPr/>
          <p:nvPr/>
        </p:nvGrpSpPr>
        <p:grpSpPr>
          <a:xfrm>
            <a:off x="9125116" y="3558044"/>
            <a:ext cx="1303763" cy="1244705"/>
            <a:chOff x="8535234" y="2916910"/>
            <a:chExt cx="1303763" cy="1244705"/>
          </a:xfrm>
        </p:grpSpPr>
        <p:sp>
          <p:nvSpPr>
            <p:cNvPr id="249" name="Google Shape;1368;p189">
              <a:extLst>
                <a:ext uri="{FF2B5EF4-FFF2-40B4-BE49-F238E27FC236}">
                  <a16:creationId xmlns:a16="http://schemas.microsoft.com/office/drawing/2014/main" id="{A1F5C689-E9D9-D52E-EC7B-65602DBD49A3}"/>
                </a:ext>
              </a:extLst>
            </p:cNvPr>
            <p:cNvSpPr/>
            <p:nvPr/>
          </p:nvSpPr>
          <p:spPr>
            <a:xfrm>
              <a:off x="8535234" y="2916910"/>
              <a:ext cx="1303763" cy="1244705"/>
            </a:xfrm>
            <a:prstGeom prst="rect">
              <a:avLst/>
            </a:prstGeom>
            <a:solidFill>
              <a:srgbClr val="1A7B73"/>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50" name="Google Shape;1401;p189">
              <a:extLst>
                <a:ext uri="{FF2B5EF4-FFF2-40B4-BE49-F238E27FC236}">
                  <a16:creationId xmlns:a16="http://schemas.microsoft.com/office/drawing/2014/main" id="{D16FD868-A4D7-50A5-7DE0-00475263BE3E}"/>
                </a:ext>
              </a:extLst>
            </p:cNvPr>
            <p:cNvSpPr/>
            <p:nvPr/>
          </p:nvSpPr>
          <p:spPr>
            <a:xfrm>
              <a:off x="8669223"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pic>
          <p:nvPicPr>
            <p:cNvPr id="251" name="Graphic 250" descr="Teacher with solid fill">
              <a:extLst>
                <a:ext uri="{FF2B5EF4-FFF2-40B4-BE49-F238E27FC236}">
                  <a16:creationId xmlns:a16="http://schemas.microsoft.com/office/drawing/2014/main" id="{10D3F234-998F-9EAD-468F-B3DBFF3D95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93199" y="3206844"/>
              <a:ext cx="787832" cy="664836"/>
            </a:xfrm>
            <a:prstGeom prst="rect">
              <a:avLst/>
            </a:prstGeom>
          </p:spPr>
        </p:pic>
      </p:grpSp>
      <p:grpSp>
        <p:nvGrpSpPr>
          <p:cNvPr id="252" name="Group 251">
            <a:extLst>
              <a:ext uri="{FF2B5EF4-FFF2-40B4-BE49-F238E27FC236}">
                <a16:creationId xmlns:a16="http://schemas.microsoft.com/office/drawing/2014/main" id="{D3465442-00E9-60D0-5A6C-EAACE563DF70}"/>
              </a:ext>
            </a:extLst>
          </p:cNvPr>
          <p:cNvGrpSpPr/>
          <p:nvPr/>
        </p:nvGrpSpPr>
        <p:grpSpPr>
          <a:xfrm>
            <a:off x="7418812" y="3558044"/>
            <a:ext cx="1303763" cy="1244705"/>
            <a:chOff x="6977908" y="2916910"/>
            <a:chExt cx="1303763" cy="1244705"/>
          </a:xfrm>
        </p:grpSpPr>
        <p:sp>
          <p:nvSpPr>
            <p:cNvPr id="253" name="Google Shape;1371;p189">
              <a:extLst>
                <a:ext uri="{FF2B5EF4-FFF2-40B4-BE49-F238E27FC236}">
                  <a16:creationId xmlns:a16="http://schemas.microsoft.com/office/drawing/2014/main" id="{22FD5A7D-A99B-6ADF-7FBB-C8B066FEFA55}"/>
                </a:ext>
              </a:extLst>
            </p:cNvPr>
            <p:cNvSpPr/>
            <p:nvPr/>
          </p:nvSpPr>
          <p:spPr>
            <a:xfrm>
              <a:off x="6977908" y="2916910"/>
              <a:ext cx="1303763" cy="1244705"/>
            </a:xfrm>
            <a:prstGeom prst="rect">
              <a:avLst/>
            </a:prstGeom>
            <a:solidFill>
              <a:srgbClr val="208E9B"/>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FFFFFF"/>
                </a:solidFill>
                <a:latin typeface="Julius Sans One"/>
                <a:ea typeface="Arial"/>
                <a:cs typeface="Arial"/>
                <a:sym typeface="Arial"/>
              </a:endParaRPr>
            </a:p>
          </p:txBody>
        </p:sp>
        <p:sp>
          <p:nvSpPr>
            <p:cNvPr id="254" name="Google Shape;1401;p189">
              <a:extLst>
                <a:ext uri="{FF2B5EF4-FFF2-40B4-BE49-F238E27FC236}">
                  <a16:creationId xmlns:a16="http://schemas.microsoft.com/office/drawing/2014/main" id="{6E3188AA-E698-C4D9-83A7-EA8FD4B8813B}"/>
                </a:ext>
              </a:extLst>
            </p:cNvPr>
            <p:cNvSpPr/>
            <p:nvPr/>
          </p:nvSpPr>
          <p:spPr>
            <a:xfrm>
              <a:off x="7111897" y="3091946"/>
              <a:ext cx="1035784" cy="894632"/>
            </a:xfrm>
            <a:custGeom>
              <a:avLst/>
              <a:gdLst/>
              <a:ahLst/>
              <a:cxnLst/>
              <a:rect l="l" t="t" r="r" b="b"/>
              <a:pathLst>
                <a:path w="634" h="635" extrusionOk="0">
                  <a:moveTo>
                    <a:pt x="0" y="0"/>
                  </a:moveTo>
                  <a:lnTo>
                    <a:pt x="0" y="635"/>
                  </a:lnTo>
                  <a:lnTo>
                    <a:pt x="634" y="635"/>
                  </a:lnTo>
                  <a:lnTo>
                    <a:pt x="634" y="0"/>
                  </a:lnTo>
                  <a:lnTo>
                    <a:pt x="0" y="0"/>
                  </a:lnTo>
                  <a:close/>
                  <a:moveTo>
                    <a:pt x="607" y="607"/>
                  </a:moveTo>
                  <a:lnTo>
                    <a:pt x="27" y="607"/>
                  </a:lnTo>
                  <a:lnTo>
                    <a:pt x="27" y="28"/>
                  </a:lnTo>
                  <a:lnTo>
                    <a:pt x="607" y="28"/>
                  </a:lnTo>
                  <a:lnTo>
                    <a:pt x="607" y="607"/>
                  </a:lnTo>
                  <a:close/>
                </a:path>
              </a:pathLst>
            </a:custGeom>
            <a:solidFill>
              <a:srgbClr val="FFFFFF"/>
            </a:solidFill>
            <a:ln>
              <a:noFill/>
            </a:ln>
          </p:spPr>
          <p:txBody>
            <a:bodyPr spcFirstLastPara="1" wrap="square" lIns="244267" tIns="122100" rIns="244267" bIns="122100" anchor="t" anchorCtr="0">
              <a:noAutofit/>
            </a:bodyPr>
            <a:lstStyle/>
            <a:p>
              <a:pPr defTabSz="1219170">
                <a:buClr>
                  <a:srgbClr val="000000"/>
                </a:buClr>
              </a:pPr>
              <a:endParaRPr sz="4800" kern="0">
                <a:solidFill>
                  <a:srgbClr val="000000"/>
                </a:solidFill>
                <a:latin typeface="Julius Sans One"/>
                <a:ea typeface="Arial"/>
                <a:cs typeface="Arial"/>
                <a:sym typeface="Arial"/>
              </a:endParaRPr>
            </a:p>
          </p:txBody>
        </p:sp>
        <p:pic>
          <p:nvPicPr>
            <p:cNvPr id="255" name="Graphic 254" descr="Open envelope outline">
              <a:extLst>
                <a:ext uri="{FF2B5EF4-FFF2-40B4-BE49-F238E27FC236}">
                  <a16:creationId xmlns:a16="http://schemas.microsoft.com/office/drawing/2014/main" id="{E6474EB5-E535-BA9C-10F6-0D6E1A602D1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05785" y="3159967"/>
              <a:ext cx="877688" cy="740664"/>
            </a:xfrm>
            <a:prstGeom prst="rect">
              <a:avLst/>
            </a:prstGeom>
          </p:spPr>
        </p:pic>
      </p:grpSp>
    </p:spTree>
    <p:extLst>
      <p:ext uri="{BB962C8B-B14F-4D97-AF65-F5344CB8AC3E}">
        <p14:creationId xmlns:p14="http://schemas.microsoft.com/office/powerpoint/2010/main" val="202239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A8E5-5B55-718B-989C-937EEB58EE61}"/>
            </a:ext>
          </a:extLst>
        </p:cNvPr>
        <p:cNvGrpSpPr/>
        <p:nvPr/>
      </p:nvGrpSpPr>
      <p:grpSpPr>
        <a:xfrm>
          <a:off x="0" y="0"/>
          <a:ext cx="0" cy="0"/>
          <a:chOff x="0" y="0"/>
          <a:chExt cx="0" cy="0"/>
        </a:xfrm>
      </p:grpSpPr>
      <p:sp>
        <p:nvSpPr>
          <p:cNvPr id="289" name="Snip Diagonal Corner Rectangle 7">
            <a:extLst>
              <a:ext uri="{FF2B5EF4-FFF2-40B4-BE49-F238E27FC236}">
                <a16:creationId xmlns:a16="http://schemas.microsoft.com/office/drawing/2014/main" id="{8D9DF87A-ACF0-0010-8DED-8E7EC1DDC02D}"/>
              </a:ext>
            </a:extLst>
          </p:cNvPr>
          <p:cNvSpPr/>
          <p:nvPr/>
        </p:nvSpPr>
        <p:spPr>
          <a:xfrm>
            <a:off x="170558" y="105635"/>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21" name="TextBox 220">
            <a:extLst>
              <a:ext uri="{FF2B5EF4-FFF2-40B4-BE49-F238E27FC236}">
                <a16:creationId xmlns:a16="http://schemas.microsoft.com/office/drawing/2014/main" id="{1681662D-AB33-2DD5-76D2-5A8E817C4CE1}"/>
              </a:ext>
            </a:extLst>
          </p:cNvPr>
          <p:cNvSpPr txBox="1"/>
          <p:nvPr/>
        </p:nvSpPr>
        <p:spPr>
          <a:xfrm>
            <a:off x="156601" y="378661"/>
            <a:ext cx="11932285" cy="430887"/>
          </a:xfrm>
          <a:prstGeom prst="rect">
            <a:avLst/>
          </a:prstGeom>
          <a:noFill/>
          <a:ln>
            <a:noFill/>
          </a:ln>
        </p:spPr>
        <p:txBody>
          <a:bodyPr wrap="square" lIns="0" tIns="0" rIns="0" bIns="0" rtlCol="0">
            <a:spAutoFit/>
          </a:bodyPr>
          <a:lstStyle/>
          <a:p>
            <a:pPr algn="ctr"/>
            <a:r>
              <a:rPr lang="en-US" sz="2800" cap="all" spc="600" dirty="0">
                <a:solidFill>
                  <a:schemeClr val="bg1"/>
                </a:solidFill>
                <a:latin typeface="Josefin Sans SemiBold" pitchFamily="2" charset="77"/>
              </a:rPr>
              <a:t>TIMELINES - PROOF OF CONCEPT (2)</a:t>
            </a:r>
          </a:p>
        </p:txBody>
      </p:sp>
      <p:sp>
        <p:nvSpPr>
          <p:cNvPr id="2" name="Slide Number Placeholder 5">
            <a:extLst>
              <a:ext uri="{FF2B5EF4-FFF2-40B4-BE49-F238E27FC236}">
                <a16:creationId xmlns:a16="http://schemas.microsoft.com/office/drawing/2014/main" id="{0412C963-3791-BA7B-D412-A0843C03433E}"/>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ES" sz="750" b="0" i="0" u="none" strike="noStrike" kern="1200" cap="none" spc="0" normalizeH="0" baseline="0">
              <a:ln>
                <a:noFill/>
              </a:ln>
              <a:solidFill>
                <a:srgbClr val="000000"/>
              </a:solidFill>
              <a:effectLst/>
              <a:uLnTx/>
              <a:uFillTx/>
              <a:ea typeface="+mn-ea"/>
              <a:cs typeface="+mn-cs"/>
            </a:endParaRPr>
          </a:p>
        </p:txBody>
      </p:sp>
      <p:graphicFrame>
        <p:nvGraphicFramePr>
          <p:cNvPr id="4" name="Tabla 18">
            <a:extLst>
              <a:ext uri="{FF2B5EF4-FFF2-40B4-BE49-F238E27FC236}">
                <a16:creationId xmlns:a16="http://schemas.microsoft.com/office/drawing/2014/main" id="{F0CB4489-84E5-C141-303B-A10D5FE34807}"/>
              </a:ext>
            </a:extLst>
          </p:cNvPr>
          <p:cNvGraphicFramePr>
            <a:graphicFrameLocks noGrp="1"/>
          </p:cNvGraphicFramePr>
          <p:nvPr>
            <p:extLst>
              <p:ext uri="{D42A27DB-BD31-4B8C-83A1-F6EECF244321}">
                <p14:modId xmlns:p14="http://schemas.microsoft.com/office/powerpoint/2010/main" val="1605758154"/>
              </p:ext>
            </p:extLst>
          </p:nvPr>
        </p:nvGraphicFramePr>
        <p:xfrm>
          <a:off x="627017" y="1276026"/>
          <a:ext cx="10702834" cy="3407433"/>
        </p:xfrm>
        <a:graphic>
          <a:graphicData uri="http://schemas.openxmlformats.org/drawingml/2006/table">
            <a:tbl>
              <a:tblPr>
                <a:tableStyleId>{5C22544A-7EE6-4342-B048-85BDC9FD1C3A}</a:tableStyleId>
              </a:tblPr>
              <a:tblGrid>
                <a:gridCol w="4628174">
                  <a:extLst>
                    <a:ext uri="{9D8B030D-6E8A-4147-A177-3AD203B41FA5}">
                      <a16:colId xmlns:a16="http://schemas.microsoft.com/office/drawing/2014/main" val="640640856"/>
                    </a:ext>
                  </a:extLst>
                </a:gridCol>
                <a:gridCol w="1214932">
                  <a:extLst>
                    <a:ext uri="{9D8B030D-6E8A-4147-A177-3AD203B41FA5}">
                      <a16:colId xmlns:a16="http://schemas.microsoft.com/office/drawing/2014/main" val="3530920236"/>
                    </a:ext>
                  </a:extLst>
                </a:gridCol>
                <a:gridCol w="1214932">
                  <a:extLst>
                    <a:ext uri="{9D8B030D-6E8A-4147-A177-3AD203B41FA5}">
                      <a16:colId xmlns:a16="http://schemas.microsoft.com/office/drawing/2014/main" val="2958556297"/>
                    </a:ext>
                  </a:extLst>
                </a:gridCol>
                <a:gridCol w="1214932">
                  <a:extLst>
                    <a:ext uri="{9D8B030D-6E8A-4147-A177-3AD203B41FA5}">
                      <a16:colId xmlns:a16="http://schemas.microsoft.com/office/drawing/2014/main" val="4140811939"/>
                    </a:ext>
                  </a:extLst>
                </a:gridCol>
                <a:gridCol w="1214932">
                  <a:extLst>
                    <a:ext uri="{9D8B030D-6E8A-4147-A177-3AD203B41FA5}">
                      <a16:colId xmlns:a16="http://schemas.microsoft.com/office/drawing/2014/main" val="1890942664"/>
                    </a:ext>
                  </a:extLst>
                </a:gridCol>
                <a:gridCol w="1214932">
                  <a:extLst>
                    <a:ext uri="{9D8B030D-6E8A-4147-A177-3AD203B41FA5}">
                      <a16:colId xmlns:a16="http://schemas.microsoft.com/office/drawing/2014/main" val="2007806403"/>
                    </a:ext>
                  </a:extLst>
                </a:gridCol>
              </a:tblGrid>
              <a:tr h="402344">
                <a:tc rowSpan="2">
                  <a:txBody>
                    <a:bodyPr/>
                    <a:lstStyle/>
                    <a:p>
                      <a:pPr marL="0" algn="ctr" defTabSz="914400" rtl="0" eaLnBrk="1" fontAlgn="ctr" latinLnBrk="0" hangingPunct="1"/>
                      <a:r>
                        <a:rPr lang="en-US" sz="1100" b="1" u="none" strike="noStrike" kern="1200" noProof="0" dirty="0">
                          <a:solidFill>
                            <a:schemeClr val="bg1"/>
                          </a:solidFill>
                          <a:effectLst/>
                          <a:latin typeface="+mn-lt"/>
                          <a:ea typeface="+mn-ea"/>
                          <a:cs typeface="Calibri"/>
                        </a:rPr>
                        <a:t>ACTIVITIES</a:t>
                      </a:r>
                      <a:endParaRPr lang="en-US" sz="1100" b="1" u="none" strike="noStrike" kern="1200" noProof="0" dirty="0">
                        <a:solidFill>
                          <a:schemeClr val="bg1"/>
                        </a:solidFill>
                        <a:effectLst/>
                        <a:latin typeface="Calibri"/>
                        <a:ea typeface="+mn-ea"/>
                        <a:cs typeface="Calibri"/>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gridSpan="5">
                  <a:txBody>
                    <a:bodyPr/>
                    <a:lstStyle/>
                    <a:p>
                      <a:pPr marL="0" algn="ctr" defTabSz="914400" rtl="0" eaLnBrk="1" fontAlgn="ctr" latinLnBrk="0" hangingPunct="1"/>
                      <a:r>
                        <a:rPr lang="en-US" sz="1100" b="1" u="none" strike="noStrike" kern="1200" noProof="0" dirty="0">
                          <a:solidFill>
                            <a:schemeClr val="bg1"/>
                          </a:solidFill>
                          <a:effectLst/>
                          <a:latin typeface="+mn-lt"/>
                          <a:ea typeface="+mn-ea"/>
                          <a:cs typeface="+mn-cs"/>
                        </a:rPr>
                        <a:t>WEEKS</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92936"/>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hMerge="1">
                  <a:txBody>
                    <a:bodyPr/>
                    <a:lstStyle/>
                    <a:p>
                      <a:pPr marL="0" algn="ctr" defTabSz="914400" rtl="0" eaLnBrk="1" fontAlgn="ctr" latinLnBrk="0" hangingPunct="1"/>
                      <a:endParaRPr lang="en-US" sz="1100" b="1" u="none" strike="noStrike" kern="1200" noProof="0">
                        <a:solidFill>
                          <a:schemeClr val="bg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598934994"/>
                  </a:ext>
                </a:extLst>
              </a:tr>
              <a:tr h="402344">
                <a:tc vMerge="1">
                  <a:txBody>
                    <a:bodyPr/>
                    <a:lstStyle/>
                    <a:p>
                      <a:pPr algn="ctr" fontAlgn="ctr"/>
                      <a:endParaRPr lang="es-ES" sz="1100" b="0" i="0" u="none" strike="noStrike">
                        <a:solidFill>
                          <a:srgbClr val="000000"/>
                        </a:solidFill>
                        <a:effectLst/>
                        <a:latin typeface="+mn-lt"/>
                      </a:endParaRPr>
                    </a:p>
                  </a:txBody>
                  <a:tcPr marL="6350" marR="6350" marT="6350" marB="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Calibri"/>
                          <a:cs typeface="Calibri"/>
                        </a:rPr>
                        <a:t>WEEK 1</a:t>
                      </a:r>
                    </a:p>
                  </a:txBody>
                  <a:tcPr marL="6350" marR="6350" marT="6350" marB="0" anchor="ctr">
                    <a:lnL w="12700" cap="flat" cmpd="sng" algn="ctr">
                      <a:solidFill>
                        <a:srgbClr val="CCCCCC"/>
                      </a:solidFill>
                      <a:prstDash val="solid"/>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2</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3</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4</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a:txBody>
                    <a:bodyPr/>
                    <a:lstStyle/>
                    <a:p>
                      <a:pPr algn="ctr" rtl="0" fontAlgn="ctr"/>
                      <a:r>
                        <a:rPr lang="en-US" sz="1100" b="1" i="0" u="none" strike="noStrike" noProof="0">
                          <a:solidFill>
                            <a:srgbClr val="292936"/>
                          </a:solidFill>
                          <a:effectLst/>
                          <a:latin typeface="+mn-lt"/>
                          <a:cs typeface="Calibri"/>
                        </a:rPr>
                        <a:t>WEEK 5</a:t>
                      </a:r>
                      <a:endParaRPr lang="en-US" sz="1100" b="1" i="0" u="none" strike="noStrike" noProof="0">
                        <a:solidFill>
                          <a:srgbClr val="292936"/>
                        </a:solidFill>
                        <a:effectLst/>
                        <a:latin typeface="Calibri"/>
                        <a:cs typeface="Calibri"/>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extLst>
                  <a:ext uri="{0D108BD9-81ED-4DB2-BD59-A6C34878D82A}">
                    <a16:rowId xmlns:a16="http://schemas.microsoft.com/office/drawing/2014/main" val="2586476887"/>
                  </a:ext>
                </a:extLst>
              </a:tr>
              <a:tr h="559506">
                <a:tc>
                  <a:txBody>
                    <a:bodyPr/>
                    <a:lstStyle/>
                    <a:p>
                      <a:pPr algn="l" rtl="0" fontAlgn="base">
                        <a:lnSpc>
                          <a:spcPts val="1350"/>
                        </a:lnSpc>
                      </a:pPr>
                      <a:r>
                        <a:rPr lang="en-US" sz="1100" b="0" i="0" dirty="0" err="1">
                          <a:effectLst/>
                          <a:latin typeface="Calibri Light" panose="020F0302020204030204" pitchFamily="34" charset="0"/>
                        </a:rPr>
                        <a:t>PowerBI</a:t>
                      </a:r>
                      <a:r>
                        <a:rPr lang="en-US" sz="1100" b="0" i="0" dirty="0">
                          <a:effectLst/>
                          <a:latin typeface="Calibri Light" panose="020F0302020204030204" pitchFamily="34" charset="0"/>
                        </a:rPr>
                        <a:t> Architecture Technical Setup* </a:t>
                      </a:r>
                      <a:endParaRPr lang="en-US" b="0" i="0" dirty="0">
                        <a:effectLst/>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5">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82319287"/>
                  </a:ext>
                </a:extLst>
              </a:tr>
              <a:tr h="433863">
                <a:tc>
                  <a:txBody>
                    <a:bodyPr/>
                    <a:lstStyle/>
                    <a:p>
                      <a:pPr algn="l" rtl="0" fontAlgn="base">
                        <a:lnSpc>
                          <a:spcPts val="1350"/>
                        </a:lnSpc>
                      </a:pPr>
                      <a:r>
                        <a:rPr lang="en-US" sz="1100" b="0" i="0" dirty="0">
                          <a:effectLst/>
                          <a:latin typeface="Calibri Light" panose="020F0302020204030204" pitchFamily="34" charset="0"/>
                        </a:rPr>
                        <a:t>Planning Phase </a:t>
                      </a:r>
                      <a:endParaRPr lang="en-US" b="0" i="0" dirty="0">
                        <a:effectLst/>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5">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38328225"/>
                  </a:ext>
                </a:extLst>
              </a:tr>
              <a:tr h="402344">
                <a:tc>
                  <a:txBody>
                    <a:bodyPr/>
                    <a:lstStyle/>
                    <a:p>
                      <a:pPr algn="l" rtl="0" fontAlgn="base">
                        <a:lnSpc>
                          <a:spcPts val="1350"/>
                        </a:lnSpc>
                      </a:pPr>
                      <a:r>
                        <a:rPr lang="en-US" sz="1100" b="0" i="0">
                          <a:effectLst/>
                          <a:latin typeface="Calibri Light" panose="020F0302020204030204" pitchFamily="34" charset="0"/>
                        </a:rPr>
                        <a:t>Dashboard Design and Prototyping  </a:t>
                      </a:r>
                      <a:endParaRPr lang="en-US" b="0" i="0">
                        <a:effectLst/>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5">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66069"/>
                  </a:ext>
                </a:extLst>
              </a:tr>
              <a:tr h="402344">
                <a:tc>
                  <a:txBody>
                    <a:bodyPr/>
                    <a:lstStyle/>
                    <a:p>
                      <a:pPr algn="l" rtl="0" fontAlgn="base">
                        <a:lnSpc>
                          <a:spcPts val="1350"/>
                        </a:lnSpc>
                      </a:pPr>
                      <a:r>
                        <a:rPr lang="en-US" sz="1100" b="0" i="0">
                          <a:effectLst/>
                          <a:latin typeface="Calibri Light" panose="020F0302020204030204" pitchFamily="34" charset="0"/>
                        </a:rPr>
                        <a:t>Development &amp; Implementation </a:t>
                      </a:r>
                      <a:endParaRPr lang="en-US" b="0" i="0">
                        <a:effectLst/>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5">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64644936"/>
                  </a:ext>
                </a:extLst>
              </a:tr>
              <a:tr h="402344">
                <a:tc>
                  <a:txBody>
                    <a:bodyPr/>
                    <a:lstStyle/>
                    <a:p>
                      <a:pPr algn="l" rtl="0" fontAlgn="base">
                        <a:lnSpc>
                          <a:spcPts val="1350"/>
                        </a:lnSpc>
                      </a:pPr>
                      <a:r>
                        <a:rPr lang="en-US" sz="1100" b="0" i="0">
                          <a:effectLst/>
                          <a:latin typeface="Calibri Light" panose="020F0302020204030204" pitchFamily="34" charset="0"/>
                        </a:rPr>
                        <a:t>Deployment &amp; Training </a:t>
                      </a:r>
                      <a:endParaRPr lang="en-US" b="0" i="0">
                        <a:effectLst/>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gridSpan="5">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40110163"/>
                  </a:ext>
                </a:extLst>
              </a:tr>
              <a:tr h="402344">
                <a:tc>
                  <a:txBody>
                    <a:bodyPr/>
                    <a:lstStyle/>
                    <a:p>
                      <a:pPr algn="l" rtl="0" fontAlgn="base">
                        <a:lnSpc>
                          <a:spcPts val="1350"/>
                        </a:lnSpc>
                      </a:pPr>
                      <a:r>
                        <a:rPr lang="en-US" sz="1100" b="0" i="0" dirty="0">
                          <a:effectLst/>
                          <a:latin typeface="Calibri Light" panose="020F0302020204030204" pitchFamily="34" charset="0"/>
                        </a:rPr>
                        <a:t>Success Metrics </a:t>
                      </a:r>
                      <a:endParaRPr lang="en-US" b="0" i="0" dirty="0">
                        <a:effectLst/>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gridSpan="5">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12700" cap="flat" cmpd="sng" algn="ctr">
                      <a:solidFill>
                        <a:schemeClr val="bg1">
                          <a:lumMod val="9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sz="1100" b="0" i="0" u="none" strike="noStrike" noProof="0" dirty="0">
                        <a:solidFill>
                          <a:srgbClr val="000000"/>
                        </a:solidFill>
                        <a:effectLst/>
                        <a:latin typeface="Calibri" panose="020F0502020204030204" pitchFamily="34" charset="0"/>
                        <a:cs typeface="Calibri" panose="020F0502020204030204" pitchFamily="34" charset="0"/>
                      </a:endParaRPr>
                    </a:p>
                  </a:txBody>
                  <a:tcPr marL="6350" marR="6350" marT="6350" marB="0" anchor="ctr">
                    <a:lnL w="3175" cap="flat" cmpd="sng" algn="ctr">
                      <a:solidFill>
                        <a:srgbClr val="112A48"/>
                      </a:solidFill>
                      <a:prstDash val="sysDot"/>
                      <a:round/>
                      <a:headEnd type="none" w="med" len="med"/>
                      <a:tailEnd type="none" w="med" len="med"/>
                    </a:lnL>
                    <a:lnR w="3175" cap="flat" cmpd="sng" algn="ctr">
                      <a:solidFill>
                        <a:srgbClr val="112A48"/>
                      </a:solidFill>
                      <a:prstDash val="sysDot"/>
                      <a:round/>
                      <a:headEnd type="none" w="med" len="med"/>
                      <a:tailEnd type="none" w="med" len="med"/>
                    </a:lnR>
                    <a:lnT w="3175" cap="flat" cmpd="sng" algn="ctr">
                      <a:solidFill>
                        <a:srgbClr val="112A48"/>
                      </a:solidFill>
                      <a:prstDash val="sysDot"/>
                      <a:round/>
                      <a:headEnd type="none" w="med" len="med"/>
                      <a:tailEnd type="none" w="med" len="med"/>
                    </a:lnT>
                    <a:lnB w="3175" cap="flat" cmpd="sng" algn="ctr">
                      <a:solidFill>
                        <a:srgbClr val="112A48"/>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2201204"/>
                  </a:ext>
                </a:extLst>
              </a:tr>
            </a:tbl>
          </a:graphicData>
        </a:graphic>
      </p:graphicFrame>
      <p:sp>
        <p:nvSpPr>
          <p:cNvPr id="5" name="Arrow: Pentagon 4">
            <a:extLst>
              <a:ext uri="{FF2B5EF4-FFF2-40B4-BE49-F238E27FC236}">
                <a16:creationId xmlns:a16="http://schemas.microsoft.com/office/drawing/2014/main" id="{40ADD785-1067-E327-B7E0-9D77EB4E3CB5}"/>
              </a:ext>
            </a:extLst>
          </p:cNvPr>
          <p:cNvSpPr/>
          <p:nvPr/>
        </p:nvSpPr>
        <p:spPr>
          <a:xfrm>
            <a:off x="5256058" y="2741998"/>
            <a:ext cx="722376"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6" name="Arrow: Pentagon 5">
            <a:extLst>
              <a:ext uri="{FF2B5EF4-FFF2-40B4-BE49-F238E27FC236}">
                <a16:creationId xmlns:a16="http://schemas.microsoft.com/office/drawing/2014/main" id="{C20F5E73-36DA-20DF-19B8-CE6D6C3F91A2}"/>
              </a:ext>
            </a:extLst>
          </p:cNvPr>
          <p:cNvSpPr/>
          <p:nvPr/>
        </p:nvSpPr>
        <p:spPr>
          <a:xfrm>
            <a:off x="5996938" y="3175249"/>
            <a:ext cx="1213760"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7" name="Arrow: Pentagon 6">
            <a:extLst>
              <a:ext uri="{FF2B5EF4-FFF2-40B4-BE49-F238E27FC236}">
                <a16:creationId xmlns:a16="http://schemas.microsoft.com/office/drawing/2014/main" id="{93814CDF-C5A4-3924-F8F2-0026495D4E91}"/>
              </a:ext>
            </a:extLst>
          </p:cNvPr>
          <p:cNvSpPr/>
          <p:nvPr/>
        </p:nvSpPr>
        <p:spPr>
          <a:xfrm>
            <a:off x="7210698" y="3557987"/>
            <a:ext cx="1213761"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8" name="Arrow: Pentagon 7">
            <a:extLst>
              <a:ext uri="{FF2B5EF4-FFF2-40B4-BE49-F238E27FC236}">
                <a16:creationId xmlns:a16="http://schemas.microsoft.com/office/drawing/2014/main" id="{C0584161-408C-9747-B6C5-94C7830C34F8}"/>
              </a:ext>
            </a:extLst>
          </p:cNvPr>
          <p:cNvSpPr/>
          <p:nvPr/>
        </p:nvSpPr>
        <p:spPr>
          <a:xfrm>
            <a:off x="8424460" y="3972534"/>
            <a:ext cx="1213762"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9" name="Arrow: Pentagon 8">
            <a:extLst>
              <a:ext uri="{FF2B5EF4-FFF2-40B4-BE49-F238E27FC236}">
                <a16:creationId xmlns:a16="http://schemas.microsoft.com/office/drawing/2014/main" id="{9A497472-BCC7-96F5-C634-C394F9B71653}"/>
              </a:ext>
            </a:extLst>
          </p:cNvPr>
          <p:cNvSpPr/>
          <p:nvPr/>
        </p:nvSpPr>
        <p:spPr>
          <a:xfrm>
            <a:off x="9638222" y="4373285"/>
            <a:ext cx="1357451" cy="237744"/>
          </a:xfrm>
          <a:prstGeom prst="homePlate">
            <a:avLst/>
          </a:prstGeom>
          <a:solidFill>
            <a:srgbClr val="208E9B"/>
          </a:solidFill>
          <a:ln>
            <a:solidFill>
              <a:srgbClr val="208E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sz="800" dirty="0"/>
          </a:p>
        </p:txBody>
      </p:sp>
      <p:sp>
        <p:nvSpPr>
          <p:cNvPr id="11" name="Isosceles Triangle 10">
            <a:extLst>
              <a:ext uri="{FF2B5EF4-FFF2-40B4-BE49-F238E27FC236}">
                <a16:creationId xmlns:a16="http://schemas.microsoft.com/office/drawing/2014/main" id="{F8BD2A15-E245-7923-0822-22FAB9C8ED09}"/>
              </a:ext>
            </a:extLst>
          </p:cNvPr>
          <p:cNvSpPr/>
          <p:nvPr/>
        </p:nvSpPr>
        <p:spPr>
          <a:xfrm>
            <a:off x="5256058" y="2275520"/>
            <a:ext cx="225987" cy="174171"/>
          </a:xfrm>
          <a:prstGeom prst="triangle">
            <a:avLst/>
          </a:prstGeom>
          <a:solidFill>
            <a:srgbClr val="112A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TextBox 12">
            <a:extLst>
              <a:ext uri="{FF2B5EF4-FFF2-40B4-BE49-F238E27FC236}">
                <a16:creationId xmlns:a16="http://schemas.microsoft.com/office/drawing/2014/main" id="{0D6E1058-AFF2-ABEB-9F9A-25A833A459E7}"/>
              </a:ext>
            </a:extLst>
          </p:cNvPr>
          <p:cNvSpPr txBox="1"/>
          <p:nvPr/>
        </p:nvSpPr>
        <p:spPr>
          <a:xfrm>
            <a:off x="627017" y="4721762"/>
            <a:ext cx="10918373" cy="261610"/>
          </a:xfrm>
          <a:prstGeom prst="rect">
            <a:avLst/>
          </a:prstGeom>
          <a:noFill/>
        </p:spPr>
        <p:txBody>
          <a:bodyPr wrap="square">
            <a:spAutoFit/>
          </a:bodyPr>
          <a:lstStyle/>
          <a:p>
            <a:r>
              <a:rPr lang="en-US" sz="1100" b="0" i="1" dirty="0">
                <a:solidFill>
                  <a:srgbClr val="000000"/>
                </a:solidFill>
                <a:effectLst/>
                <a:latin typeface="Calibri Light" panose="020F0302020204030204" pitchFamily="34" charset="0"/>
              </a:rPr>
              <a:t>* Dashboard Design and Prototyping is dependent on </a:t>
            </a:r>
            <a:r>
              <a:rPr lang="en-US" sz="1100" b="0" i="1" dirty="0" err="1">
                <a:solidFill>
                  <a:srgbClr val="000000"/>
                </a:solidFill>
                <a:effectLst/>
                <a:latin typeface="Calibri Light" panose="020F0302020204030204" pitchFamily="34" charset="0"/>
              </a:rPr>
              <a:t>PowerBI</a:t>
            </a:r>
            <a:r>
              <a:rPr lang="en-US" sz="1100" b="0" i="1" dirty="0">
                <a:solidFill>
                  <a:srgbClr val="000000"/>
                </a:solidFill>
                <a:effectLst/>
                <a:latin typeface="Calibri Light" panose="020F0302020204030204" pitchFamily="34" charset="0"/>
              </a:rPr>
              <a:t> Architecture Technical Set. Once the infrastructure is ready, the dashboard design can kick off.</a:t>
            </a:r>
            <a:endParaRPr lang="es-ES" sz="1100" i="1" dirty="0"/>
          </a:p>
        </p:txBody>
      </p:sp>
    </p:spTree>
    <p:extLst>
      <p:ext uri="{BB962C8B-B14F-4D97-AF65-F5344CB8AC3E}">
        <p14:creationId xmlns:p14="http://schemas.microsoft.com/office/powerpoint/2010/main" val="2699511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05C6-4106-4EF3-C3B6-48F0EA422A42}"/>
            </a:ext>
          </a:extLst>
        </p:cNvPr>
        <p:cNvGrpSpPr/>
        <p:nvPr/>
      </p:nvGrpSpPr>
      <p:grpSpPr>
        <a:xfrm>
          <a:off x="0" y="0"/>
          <a:ext cx="0" cy="0"/>
          <a:chOff x="0" y="0"/>
          <a:chExt cx="0" cy="0"/>
        </a:xfrm>
      </p:grpSpPr>
      <p:sp>
        <p:nvSpPr>
          <p:cNvPr id="289" name="Snip Diagonal Corner Rectangle 7">
            <a:extLst>
              <a:ext uri="{FF2B5EF4-FFF2-40B4-BE49-F238E27FC236}">
                <a16:creationId xmlns:a16="http://schemas.microsoft.com/office/drawing/2014/main" id="{E9BADDA9-A6C4-4A26-E563-3E80DD63DF4E}"/>
              </a:ext>
            </a:extLst>
          </p:cNvPr>
          <p:cNvSpPr/>
          <p:nvPr/>
        </p:nvSpPr>
        <p:spPr>
          <a:xfrm>
            <a:off x="170558" y="105635"/>
            <a:ext cx="11932285" cy="993588"/>
          </a:xfrm>
          <a:prstGeom prst="snip2DiagRect">
            <a:avLst>
              <a:gd name="adj1" fmla="val 0"/>
              <a:gd name="adj2" fmla="val 50000"/>
            </a:avLst>
          </a:prstGeom>
          <a:solidFill>
            <a:srgbClr val="29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21" name="TextBox 220">
            <a:extLst>
              <a:ext uri="{FF2B5EF4-FFF2-40B4-BE49-F238E27FC236}">
                <a16:creationId xmlns:a16="http://schemas.microsoft.com/office/drawing/2014/main" id="{BD0238F3-D6AA-3148-C544-ACA57D4E2E28}"/>
              </a:ext>
            </a:extLst>
          </p:cNvPr>
          <p:cNvSpPr txBox="1"/>
          <p:nvPr/>
        </p:nvSpPr>
        <p:spPr>
          <a:xfrm>
            <a:off x="156601" y="378661"/>
            <a:ext cx="11932285" cy="430887"/>
          </a:xfrm>
          <a:prstGeom prst="rect">
            <a:avLst/>
          </a:prstGeom>
          <a:noFill/>
          <a:ln>
            <a:noFill/>
          </a:ln>
        </p:spPr>
        <p:txBody>
          <a:bodyPr wrap="square" lIns="0" tIns="0" rIns="0" bIns="0" rtlCol="0">
            <a:spAutoFit/>
          </a:bodyPr>
          <a:lstStyle/>
          <a:p>
            <a:pPr algn="ctr"/>
            <a:r>
              <a:rPr lang="en-US" sz="2800" cap="all" spc="600" dirty="0">
                <a:solidFill>
                  <a:schemeClr val="bg1"/>
                </a:solidFill>
                <a:latin typeface="Josefin Sans SemiBold" pitchFamily="2" charset="77"/>
              </a:rPr>
              <a:t>PRICING – PROOF OF </a:t>
            </a:r>
            <a:r>
              <a:rPr lang="en-US" sz="2800" cap="all" spc="600" dirty="0" err="1">
                <a:solidFill>
                  <a:schemeClr val="bg1"/>
                </a:solidFill>
                <a:latin typeface="Josefin Sans SemiBold" pitchFamily="2" charset="77"/>
              </a:rPr>
              <a:t>COncept</a:t>
            </a:r>
            <a:r>
              <a:rPr lang="en-US" sz="2800" cap="all" spc="600" dirty="0">
                <a:solidFill>
                  <a:schemeClr val="bg1"/>
                </a:solidFill>
                <a:latin typeface="Josefin Sans SemiBold" pitchFamily="2" charset="77"/>
              </a:rPr>
              <a:t> (2)</a:t>
            </a:r>
          </a:p>
        </p:txBody>
      </p:sp>
      <p:sp>
        <p:nvSpPr>
          <p:cNvPr id="2" name="Slide Number Placeholder 5">
            <a:extLst>
              <a:ext uri="{FF2B5EF4-FFF2-40B4-BE49-F238E27FC236}">
                <a16:creationId xmlns:a16="http://schemas.microsoft.com/office/drawing/2014/main" id="{10B7319A-F7D4-C9C2-7C31-2256C4F76523}"/>
              </a:ext>
            </a:extLst>
          </p:cNvPr>
          <p:cNvSpPr txBox="1">
            <a:spLocks/>
          </p:cNvSpPr>
          <p:nvPr/>
        </p:nvSpPr>
        <p:spPr>
          <a:xfrm>
            <a:off x="9984296" y="6492240"/>
            <a:ext cx="1764792" cy="13716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s-ES" sz="750" b="0" i="0" u="none" strike="noStrike" kern="1200" cap="none" spc="0" normalizeH="0" baseline="0" smtClean="0">
                <a:ln>
                  <a:noFill/>
                </a:ln>
                <a:solidFill>
                  <a:srgbClr val="00000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ES" sz="750" b="0" i="0" u="none" strike="noStrike" kern="1200" cap="none" spc="0" normalizeH="0" baseline="0">
              <a:ln>
                <a:noFill/>
              </a:ln>
              <a:solidFill>
                <a:srgbClr val="000000"/>
              </a:solidFill>
              <a:effectLst/>
              <a:uLnTx/>
              <a:uFillTx/>
              <a:ea typeface="+mn-ea"/>
              <a:cs typeface="+mn-cs"/>
            </a:endParaRPr>
          </a:p>
        </p:txBody>
      </p:sp>
      <p:graphicFrame>
        <p:nvGraphicFramePr>
          <p:cNvPr id="3" name="Table 2">
            <a:extLst>
              <a:ext uri="{FF2B5EF4-FFF2-40B4-BE49-F238E27FC236}">
                <a16:creationId xmlns:a16="http://schemas.microsoft.com/office/drawing/2014/main" id="{0310D7CC-73EF-CCF5-EF3F-302F6081EF97}"/>
              </a:ext>
            </a:extLst>
          </p:cNvPr>
          <p:cNvGraphicFramePr>
            <a:graphicFrameLocks noGrp="1"/>
          </p:cNvGraphicFramePr>
          <p:nvPr>
            <p:extLst>
              <p:ext uri="{D42A27DB-BD31-4B8C-83A1-F6EECF244321}">
                <p14:modId xmlns:p14="http://schemas.microsoft.com/office/powerpoint/2010/main" val="3591023991"/>
              </p:ext>
            </p:extLst>
          </p:nvPr>
        </p:nvGraphicFramePr>
        <p:xfrm>
          <a:off x="1202252" y="1953674"/>
          <a:ext cx="6844468" cy="3717578"/>
        </p:xfrm>
        <a:graphic>
          <a:graphicData uri="http://schemas.openxmlformats.org/drawingml/2006/table">
            <a:tbl>
              <a:tblPr/>
              <a:tblGrid>
                <a:gridCol w="1498788">
                  <a:extLst>
                    <a:ext uri="{9D8B030D-6E8A-4147-A177-3AD203B41FA5}">
                      <a16:colId xmlns:a16="http://schemas.microsoft.com/office/drawing/2014/main" val="2311421499"/>
                    </a:ext>
                  </a:extLst>
                </a:gridCol>
                <a:gridCol w="1558738">
                  <a:extLst>
                    <a:ext uri="{9D8B030D-6E8A-4147-A177-3AD203B41FA5}">
                      <a16:colId xmlns:a16="http://schemas.microsoft.com/office/drawing/2014/main" val="3604491464"/>
                    </a:ext>
                  </a:extLst>
                </a:gridCol>
                <a:gridCol w="1149072">
                  <a:extLst>
                    <a:ext uri="{9D8B030D-6E8A-4147-A177-3AD203B41FA5}">
                      <a16:colId xmlns:a16="http://schemas.microsoft.com/office/drawing/2014/main" val="3085054896"/>
                    </a:ext>
                  </a:extLst>
                </a:gridCol>
                <a:gridCol w="1318935">
                  <a:extLst>
                    <a:ext uri="{9D8B030D-6E8A-4147-A177-3AD203B41FA5}">
                      <a16:colId xmlns:a16="http://schemas.microsoft.com/office/drawing/2014/main" val="2170595870"/>
                    </a:ext>
                  </a:extLst>
                </a:gridCol>
                <a:gridCol w="1318935">
                  <a:extLst>
                    <a:ext uri="{9D8B030D-6E8A-4147-A177-3AD203B41FA5}">
                      <a16:colId xmlns:a16="http://schemas.microsoft.com/office/drawing/2014/main" val="3913078584"/>
                    </a:ext>
                  </a:extLst>
                </a:gridCol>
              </a:tblGrid>
              <a:tr h="462465">
                <a:tc>
                  <a:txBody>
                    <a:bodyPr/>
                    <a:lstStyle/>
                    <a:p>
                      <a:pPr marL="0" algn="l" defTabSz="914400" rtl="0" eaLnBrk="1" fontAlgn="base" latinLnBrk="0" hangingPunct="1">
                        <a:lnSpc>
                          <a:spcPct val="107000"/>
                        </a:lnSpc>
                        <a:spcAft>
                          <a:spcPts val="800"/>
                        </a:spcAft>
                      </a:pPr>
                      <a:r>
                        <a:rPr lang="en-US" sz="1100" b="1" kern="0" dirty="0">
                          <a:solidFill>
                            <a:schemeClr val="bg1"/>
                          </a:solidFill>
                          <a:effectLst/>
                          <a:latin typeface="+mj-lt"/>
                          <a:ea typeface="+mn-ea"/>
                          <a:cs typeface="Arial" panose="020B0604020202020204" pitchFamily="34" charset="0"/>
                        </a:rPr>
                        <a:t>Phases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b="1" kern="0" dirty="0">
                          <a:solidFill>
                            <a:schemeClr val="bg1"/>
                          </a:solidFill>
                          <a:effectLst/>
                          <a:latin typeface="+mj-lt"/>
                          <a:ea typeface="+mn-ea"/>
                          <a:cs typeface="Arial" panose="020B0604020202020204" pitchFamily="34" charset="0"/>
                        </a:rPr>
                        <a:t>Markman Group Team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b="1" kern="0" dirty="0">
                          <a:solidFill>
                            <a:schemeClr val="bg1"/>
                          </a:solidFill>
                          <a:effectLst/>
                          <a:latin typeface="+mj-lt"/>
                          <a:ea typeface="+mn-ea"/>
                          <a:cs typeface="Arial" panose="020B0604020202020204" pitchFamily="34" charset="0"/>
                        </a:rPr>
                        <a:t>Estimated Hours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b="1" kern="0" dirty="0">
                          <a:solidFill>
                            <a:schemeClr val="bg1"/>
                          </a:solidFill>
                          <a:effectLst/>
                          <a:latin typeface="+mj-lt"/>
                          <a:ea typeface="+mn-ea"/>
                          <a:cs typeface="Arial" panose="020B0604020202020204" pitchFamily="34" charset="0"/>
                        </a:rPr>
                        <a:t>Pricing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b="1" kern="0" dirty="0">
                          <a:solidFill>
                            <a:schemeClr val="bg1"/>
                          </a:solidFill>
                          <a:effectLst/>
                          <a:latin typeface="+mj-lt"/>
                          <a:ea typeface="+mn-ea"/>
                          <a:cs typeface="Arial" panose="020B0604020202020204" pitchFamily="34" charset="0"/>
                        </a:rPr>
                        <a:t>TOTAL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extLst>
                  <a:ext uri="{0D108BD9-81ED-4DB2-BD59-A6C34878D82A}">
                    <a16:rowId xmlns:a16="http://schemas.microsoft.com/office/drawing/2014/main" val="1497771221"/>
                  </a:ext>
                </a:extLst>
              </a:tr>
              <a:tr h="663001">
                <a:tc>
                  <a:txBody>
                    <a:bodyPr/>
                    <a:lstStyle/>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Architecture Technical Setup *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Infrastructure Lead </a:t>
                      </a:r>
                    </a:p>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Developer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2,5 </a:t>
                      </a:r>
                    </a:p>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2,5 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$210/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$525 </a:t>
                      </a:r>
                    </a:p>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$450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592241674"/>
                  </a:ext>
                </a:extLst>
              </a:tr>
              <a:tr h="355667">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Planning Phase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Developer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42362325"/>
                  </a:ext>
                </a:extLst>
              </a:tr>
              <a:tr h="560556">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Dashboard Design and Prototyping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Developer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25 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$4,500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8691750"/>
                  </a:ext>
                </a:extLst>
              </a:tr>
              <a:tr h="458111">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Development &amp; Implementation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Developer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25 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$4,500</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63940143"/>
                  </a:ext>
                </a:extLst>
              </a:tr>
              <a:tr h="355667">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Deployment &amp; Training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Developer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03687993"/>
                  </a:ext>
                </a:extLst>
              </a:tr>
              <a:tr h="355667">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Success Metrics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err="1">
                          <a:solidFill>
                            <a:schemeClr val="dk1"/>
                          </a:solidFill>
                          <a:effectLst/>
                          <a:latin typeface="+mj-lt"/>
                          <a:cs typeface="Arial" panose="020B0604020202020204" pitchFamily="34" charset="0"/>
                        </a:rPr>
                        <a:t>PowerBI</a:t>
                      </a:r>
                      <a:r>
                        <a:rPr lang="en-US" sz="1100" kern="0" dirty="0">
                          <a:solidFill>
                            <a:schemeClr val="dk1"/>
                          </a:solidFill>
                          <a:effectLst/>
                          <a:latin typeface="+mj-lt"/>
                          <a:cs typeface="Arial" panose="020B0604020202020204" pitchFamily="34" charset="0"/>
                        </a:rPr>
                        <a:t> Developer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5 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$180/</a:t>
                      </a:r>
                      <a:r>
                        <a:rPr lang="en-US" sz="1100" kern="0" dirty="0" err="1">
                          <a:solidFill>
                            <a:schemeClr val="dk1"/>
                          </a:solidFill>
                          <a:effectLst/>
                          <a:latin typeface="+mj-lt"/>
                          <a:cs typeface="Arial" panose="020B0604020202020204" pitchFamily="34" charset="0"/>
                        </a:rPr>
                        <a:t>hr</a:t>
                      </a:r>
                      <a:r>
                        <a:rPr lang="en-US" sz="1100" kern="0" dirty="0">
                          <a:solidFill>
                            <a:schemeClr val="dk1"/>
                          </a:solidFill>
                          <a:effectLst/>
                          <a:latin typeface="+mj-lt"/>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$900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169116"/>
                  </a:ext>
                </a:extLst>
              </a:tr>
              <a:tr h="253222">
                <a:tc>
                  <a:txBody>
                    <a:bodyPr/>
                    <a:lstStyle/>
                    <a:p>
                      <a:pPr marL="0" algn="l" defTabSz="914400" rtl="0" eaLnBrk="1" fontAlgn="base" latinLnBrk="0" hangingPunct="1">
                        <a:lnSpc>
                          <a:spcPct val="107000"/>
                        </a:lnSpc>
                        <a:spcAft>
                          <a:spcPts val="800"/>
                        </a:spcAft>
                      </a:pPr>
                      <a:r>
                        <a:rPr lang="en-US" sz="1100" kern="0">
                          <a:solidFill>
                            <a:schemeClr val="dk1"/>
                          </a:solidFill>
                          <a:effectLst/>
                          <a:latin typeface="+mj-lt"/>
                          <a:cs typeface="Arial" panose="020B0604020202020204" pitchFamily="34" charset="0"/>
                        </a:rPr>
                        <a:t>Overall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a:solidFill>
                            <a:schemeClr val="dk1"/>
                          </a:solidFill>
                          <a:effectLst/>
                          <a:latin typeface="+mj-lt"/>
                          <a:cs typeface="Arial" panose="020B0604020202020204" pitchFamily="34" charset="0"/>
                        </a:rPr>
                        <a:t>Project Manager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10</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a:solidFill>
                            <a:schemeClr val="dk1"/>
                          </a:solidFill>
                          <a:effectLst/>
                          <a:latin typeface="+mj-lt"/>
                          <a:cs typeface="Arial" panose="020B0604020202020204" pitchFamily="34" charset="0"/>
                        </a:rPr>
                        <a:t>$200/hr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marL="0" algn="l" defTabSz="914400" rtl="0" eaLnBrk="1" fontAlgn="base" latinLnBrk="0" hangingPunct="1">
                        <a:lnSpc>
                          <a:spcPct val="107000"/>
                        </a:lnSpc>
                        <a:spcAft>
                          <a:spcPts val="800"/>
                        </a:spcAft>
                      </a:pPr>
                      <a:r>
                        <a:rPr lang="en-US" sz="1100" kern="0" dirty="0">
                          <a:solidFill>
                            <a:schemeClr val="dk1"/>
                          </a:solidFill>
                          <a:effectLst/>
                          <a:latin typeface="+mj-lt"/>
                          <a:cs typeface="Arial" panose="020B0604020202020204" pitchFamily="34" charset="0"/>
                        </a:rPr>
                        <a:t>$2,000</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36615434"/>
                  </a:ext>
                </a:extLst>
              </a:tr>
              <a:tr h="253222">
                <a:tc>
                  <a:txBody>
                    <a:bodyPr/>
                    <a:lstStyle/>
                    <a:p>
                      <a:pPr marL="0" algn="l" defTabSz="914400" rtl="0" eaLnBrk="1" fontAlgn="base" latinLnBrk="0" hangingPunct="1">
                        <a:lnSpc>
                          <a:spcPct val="107000"/>
                        </a:lnSpc>
                        <a:spcAft>
                          <a:spcPts val="800"/>
                        </a:spcAft>
                      </a:pPr>
                      <a:r>
                        <a:rPr lang="en-US" sz="1100" kern="0">
                          <a:solidFill>
                            <a:schemeClr val="bg1"/>
                          </a:solidFill>
                          <a:effectLst/>
                          <a:latin typeface="+mj-lt"/>
                          <a:ea typeface="+mn-ea"/>
                          <a:cs typeface="Arial" panose="020B0604020202020204" pitchFamily="34" charset="0"/>
                        </a:rPr>
                        <a:t>TOTAL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kern="0">
                          <a:solidFill>
                            <a:schemeClr val="bg1"/>
                          </a:solidFill>
                          <a:effectLst/>
                          <a:latin typeface="+mj-lt"/>
                          <a:ea typeface="+mn-ea"/>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kern="0">
                          <a:solidFill>
                            <a:schemeClr val="bg1"/>
                          </a:solidFill>
                          <a:effectLst/>
                          <a:latin typeface="+mj-lt"/>
                          <a:ea typeface="+mn-ea"/>
                          <a:cs typeface="Arial" panose="020B0604020202020204" pitchFamily="34" charset="0"/>
                        </a:rPr>
                        <a:t>90 </a:t>
                      </a:r>
                      <a:r>
                        <a:rPr lang="en-US" sz="1100" kern="0" dirty="0">
                          <a:solidFill>
                            <a:schemeClr val="bg1"/>
                          </a:solidFill>
                          <a:effectLst/>
                          <a:latin typeface="+mj-lt"/>
                          <a:ea typeface="+mn-ea"/>
                          <a:cs typeface="Arial" panose="020B0604020202020204" pitchFamily="34" charset="0"/>
                        </a:rPr>
                        <a:t>hours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kern="0">
                          <a:solidFill>
                            <a:schemeClr val="bg1"/>
                          </a:solidFill>
                          <a:effectLst/>
                          <a:latin typeface="+mj-lt"/>
                          <a:ea typeface="+mn-ea"/>
                          <a:cs typeface="Arial" panose="020B0604020202020204" pitchFamily="34" charset="0"/>
                        </a:rPr>
                        <a:t>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tc>
                  <a:txBody>
                    <a:bodyPr/>
                    <a:lstStyle/>
                    <a:p>
                      <a:pPr marL="0" algn="l" defTabSz="914400" rtl="0" eaLnBrk="1" fontAlgn="base" latinLnBrk="0" hangingPunct="1">
                        <a:lnSpc>
                          <a:spcPct val="107000"/>
                        </a:lnSpc>
                        <a:spcAft>
                          <a:spcPts val="800"/>
                        </a:spcAft>
                      </a:pPr>
                      <a:r>
                        <a:rPr lang="en-US" sz="1100" b="1" kern="0" dirty="0">
                          <a:solidFill>
                            <a:schemeClr val="bg1"/>
                          </a:solidFill>
                          <a:effectLst/>
                          <a:latin typeface="+mj-lt"/>
                          <a:ea typeface="+mn-ea"/>
                          <a:cs typeface="Arial" panose="020B0604020202020204" pitchFamily="34" charset="0"/>
                        </a:rPr>
                        <a:t>$16,475 </a:t>
                      </a:r>
                    </a:p>
                  </a:txBody>
                  <a:tcPr marL="61668" marR="61668" marT="30834" marB="30834"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solidFill>
                      <a:srgbClr val="208E9B"/>
                    </a:solidFill>
                  </a:tcPr>
                </a:tc>
                <a:extLst>
                  <a:ext uri="{0D108BD9-81ED-4DB2-BD59-A6C34878D82A}">
                    <a16:rowId xmlns:a16="http://schemas.microsoft.com/office/drawing/2014/main" val="3728253190"/>
                  </a:ext>
                </a:extLst>
              </a:tr>
            </a:tbl>
          </a:graphicData>
        </a:graphic>
      </p:graphicFrame>
      <p:sp>
        <p:nvSpPr>
          <p:cNvPr id="5" name="TextBox 4">
            <a:extLst>
              <a:ext uri="{FF2B5EF4-FFF2-40B4-BE49-F238E27FC236}">
                <a16:creationId xmlns:a16="http://schemas.microsoft.com/office/drawing/2014/main" id="{108400D0-D698-310D-3376-BE0757793748}"/>
              </a:ext>
            </a:extLst>
          </p:cNvPr>
          <p:cNvSpPr txBox="1"/>
          <p:nvPr/>
        </p:nvSpPr>
        <p:spPr>
          <a:xfrm>
            <a:off x="1108591" y="5678826"/>
            <a:ext cx="6938129" cy="400110"/>
          </a:xfrm>
          <a:prstGeom prst="rect">
            <a:avLst/>
          </a:prstGeom>
          <a:noFill/>
        </p:spPr>
        <p:txBody>
          <a:bodyPr wrap="square">
            <a:spAutoFit/>
          </a:bodyPr>
          <a:lstStyle/>
          <a:p>
            <a:r>
              <a:rPr lang="en-US" sz="1000" b="0" i="1" dirty="0">
                <a:solidFill>
                  <a:schemeClr val="bg1">
                    <a:lumMod val="50000"/>
                  </a:schemeClr>
                </a:solidFill>
                <a:effectLst/>
                <a:latin typeface="Calibri Light" panose="020F0302020204030204" pitchFamily="34" charset="0"/>
              </a:rPr>
              <a:t>* Estimations are based on assumption that Metropolitan has </a:t>
            </a:r>
            <a:r>
              <a:rPr lang="en-US" sz="1000" b="0" i="1" dirty="0" err="1">
                <a:solidFill>
                  <a:schemeClr val="bg1">
                    <a:lumMod val="50000"/>
                  </a:schemeClr>
                </a:solidFill>
                <a:effectLst/>
                <a:latin typeface="Calibri Light" panose="020F0302020204030204" pitchFamily="34" charset="0"/>
              </a:rPr>
              <a:t>PowerBI</a:t>
            </a:r>
            <a:r>
              <a:rPr lang="en-US" sz="1000" b="0" i="1" dirty="0">
                <a:solidFill>
                  <a:schemeClr val="bg1">
                    <a:lumMod val="50000"/>
                  </a:schemeClr>
                </a:solidFill>
                <a:effectLst/>
                <a:latin typeface="Calibri Light" panose="020F0302020204030204" pitchFamily="34" charset="0"/>
              </a:rPr>
              <a:t> already set up and the connection with PIPE is established. If that´s not the case, we´ll need to revisit estimations based on the situation.</a:t>
            </a:r>
            <a:endParaRPr lang="es-ES" sz="1000" i="1" dirty="0">
              <a:solidFill>
                <a:schemeClr val="bg1">
                  <a:lumMod val="50000"/>
                </a:schemeClr>
              </a:solidFill>
            </a:endParaRPr>
          </a:p>
        </p:txBody>
      </p:sp>
      <p:cxnSp>
        <p:nvCxnSpPr>
          <p:cNvPr id="6" name="Conector recto 18">
            <a:extLst>
              <a:ext uri="{FF2B5EF4-FFF2-40B4-BE49-F238E27FC236}">
                <a16:creationId xmlns:a16="http://schemas.microsoft.com/office/drawing/2014/main" id="{7C57A9A4-3E90-B5B5-CEE1-EA508137E8FC}"/>
              </a:ext>
            </a:extLst>
          </p:cNvPr>
          <p:cNvCxnSpPr>
            <a:cxnSpLocks/>
          </p:cNvCxnSpPr>
          <p:nvPr/>
        </p:nvCxnSpPr>
        <p:spPr>
          <a:xfrm>
            <a:off x="931372" y="1892090"/>
            <a:ext cx="19932" cy="3779162"/>
          </a:xfrm>
          <a:prstGeom prst="line">
            <a:avLst/>
          </a:prstGeom>
          <a:ln w="12700" cap="sq">
            <a:solidFill>
              <a:schemeClr val="bg1">
                <a:lumMod val="75000"/>
              </a:schemeClr>
            </a:solidFill>
            <a:prstDash val="dash"/>
          </a:ln>
        </p:spPr>
        <p:style>
          <a:lnRef idx="1">
            <a:schemeClr val="accent1"/>
          </a:lnRef>
          <a:fillRef idx="0">
            <a:schemeClr val="accent1"/>
          </a:fillRef>
          <a:effectRef idx="0">
            <a:schemeClr val="dk1"/>
          </a:effectRef>
          <a:fontRef idx="minor">
            <a:schemeClr val="lt1"/>
          </a:fontRef>
        </p:style>
      </p:cxnSp>
      <p:sp>
        <p:nvSpPr>
          <p:cNvPr id="7" name="Oval 10">
            <a:extLst>
              <a:ext uri="{FF2B5EF4-FFF2-40B4-BE49-F238E27FC236}">
                <a16:creationId xmlns:a16="http://schemas.microsoft.com/office/drawing/2014/main" id="{60EBA8AD-3B95-EC4F-62E1-2B6AC4FA9495}"/>
              </a:ext>
            </a:extLst>
          </p:cNvPr>
          <p:cNvSpPr/>
          <p:nvPr/>
        </p:nvSpPr>
        <p:spPr>
          <a:xfrm>
            <a:off x="740219" y="1551783"/>
            <a:ext cx="408938" cy="401891"/>
          </a:xfrm>
          <a:prstGeom prst="ellipse">
            <a:avLst/>
          </a:prstGeom>
          <a:solidFill>
            <a:srgbClr val="CFF0D5"/>
          </a:solidFill>
          <a:ln>
            <a:noFill/>
          </a:ln>
        </p:spPr>
        <p:txBody>
          <a:bodyPr lIns="62191" tIns="31087" rIns="62191" bIns="31087" anchor="ctr" anchorCtr="0">
            <a:noAutofit/>
          </a:bodyPr>
          <a:lstStyle/>
          <a:p>
            <a:pPr algn="ctr"/>
            <a:endParaRPr lang="en-US" sz="1156">
              <a:solidFill>
                <a:prstClr val="white"/>
              </a:solidFill>
              <a:latin typeface="Georgia"/>
              <a:ea typeface="Georgia"/>
              <a:cs typeface="Georgia"/>
            </a:endParaRPr>
          </a:p>
        </p:txBody>
      </p:sp>
      <p:pic>
        <p:nvPicPr>
          <p:cNvPr id="8" name="Graphic 7" descr="Tag with solid fill">
            <a:extLst>
              <a:ext uri="{FF2B5EF4-FFF2-40B4-BE49-F238E27FC236}">
                <a16:creationId xmlns:a16="http://schemas.microsoft.com/office/drawing/2014/main" id="{4D5B3495-DE50-21B4-6909-1942FBC590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4018" y="1603388"/>
            <a:ext cx="314573" cy="314573"/>
          </a:xfrm>
          <a:prstGeom prst="rect">
            <a:avLst/>
          </a:prstGeom>
        </p:spPr>
      </p:pic>
      <p:sp>
        <p:nvSpPr>
          <p:cNvPr id="9" name="TextBox 8">
            <a:extLst>
              <a:ext uri="{FF2B5EF4-FFF2-40B4-BE49-F238E27FC236}">
                <a16:creationId xmlns:a16="http://schemas.microsoft.com/office/drawing/2014/main" id="{5A37030C-9BB8-6F79-E401-5CC35C37FEFD}"/>
              </a:ext>
            </a:extLst>
          </p:cNvPr>
          <p:cNvSpPr txBox="1"/>
          <p:nvPr/>
        </p:nvSpPr>
        <p:spPr>
          <a:xfrm>
            <a:off x="1149157" y="1610184"/>
            <a:ext cx="4741345" cy="307777"/>
          </a:xfrm>
          <a:prstGeom prst="rect">
            <a:avLst/>
          </a:prstGeom>
          <a:noFill/>
        </p:spPr>
        <p:txBody>
          <a:bodyPr wrap="square" rtlCol="0">
            <a:spAutoFit/>
          </a:bodyPr>
          <a:lstStyle/>
          <a:p>
            <a:r>
              <a:rPr lang="en-US" sz="1400" b="1" dirty="0">
                <a:latin typeface="Josefin Sans SemiBold" pitchFamily="2" charset="0"/>
              </a:rPr>
              <a:t>PRICING</a:t>
            </a:r>
          </a:p>
        </p:txBody>
      </p:sp>
      <p:sp>
        <p:nvSpPr>
          <p:cNvPr id="10" name="Rectangle: Rounded Corners 9">
            <a:extLst>
              <a:ext uri="{FF2B5EF4-FFF2-40B4-BE49-F238E27FC236}">
                <a16:creationId xmlns:a16="http://schemas.microsoft.com/office/drawing/2014/main" id="{C0245BEB-3109-2330-72A6-659B05530C12}"/>
              </a:ext>
            </a:extLst>
          </p:cNvPr>
          <p:cNvSpPr/>
          <p:nvPr/>
        </p:nvSpPr>
        <p:spPr>
          <a:xfrm>
            <a:off x="8357464" y="1953674"/>
            <a:ext cx="3351760" cy="3725151"/>
          </a:xfrm>
          <a:prstGeom prst="roundRect">
            <a:avLst>
              <a:gd name="adj" fmla="val 7665"/>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lvl="0" indent="-342900" algn="just">
              <a:lnSpc>
                <a:spcPct val="107000"/>
              </a:lnSpc>
              <a:spcAft>
                <a:spcPts val="600"/>
              </a:spcAft>
              <a:buFont typeface="Symbol" panose="05050102010706020507" pitchFamily="18" charset="2"/>
              <a:buChar char=""/>
            </a:pPr>
            <a:r>
              <a:rPr lang="en-US" sz="1200" kern="0" dirty="0">
                <a:solidFill>
                  <a:schemeClr val="tx1"/>
                </a:solidFill>
                <a:effectLst/>
                <a:latin typeface="+mj-lt"/>
                <a:ea typeface="Times New Roman" panose="02020603050405020304" pitchFamily="18" charset="0"/>
                <a:cs typeface="Arial" panose="020B0604020202020204" pitchFamily="34" charset="0"/>
              </a:rPr>
              <a:t>Dashboard contains only PIPE data and does not include any modifications to the PIPE data model. </a:t>
            </a:r>
          </a:p>
          <a:p>
            <a:pPr marL="342900" lvl="0" indent="-342900" algn="just">
              <a:lnSpc>
                <a:spcPct val="107000"/>
              </a:lnSpc>
              <a:spcAft>
                <a:spcPts val="600"/>
              </a:spcAft>
              <a:buFont typeface="Symbol" panose="05050102010706020507" pitchFamily="18" charset="2"/>
              <a:buChar char=""/>
            </a:pPr>
            <a:r>
              <a:rPr lang="en-US" sz="1200" kern="0" dirty="0">
                <a:solidFill>
                  <a:schemeClr val="tx1"/>
                </a:solidFill>
                <a:effectLst/>
                <a:latin typeface="+mj-lt"/>
                <a:ea typeface="Times New Roman" panose="02020603050405020304" pitchFamily="18" charset="0"/>
                <a:cs typeface="Arial" panose="020B0604020202020204" pitchFamily="34" charset="0"/>
              </a:rPr>
              <a:t>All measures/KPIs that will be used are already incorporated into the PIPE data model. </a:t>
            </a:r>
          </a:p>
          <a:p>
            <a:pPr marL="342900" lvl="0" indent="-342900" algn="just">
              <a:lnSpc>
                <a:spcPct val="107000"/>
              </a:lnSpc>
              <a:spcAft>
                <a:spcPts val="600"/>
              </a:spcAft>
              <a:buFont typeface="Symbol" panose="05050102010706020507" pitchFamily="18" charset="2"/>
              <a:buChar char=""/>
            </a:pPr>
            <a:r>
              <a:rPr lang="en-US" sz="1200" kern="0" dirty="0">
                <a:solidFill>
                  <a:schemeClr val="tx1"/>
                </a:solidFill>
                <a:effectLst/>
                <a:latin typeface="+mj-lt"/>
                <a:ea typeface="Times New Roman" panose="02020603050405020304" pitchFamily="18" charset="0"/>
                <a:cs typeface="Arial" panose="020B0604020202020204" pitchFamily="34" charset="0"/>
              </a:rPr>
              <a:t>The dashboard will include a limited number of tabs (3-5) containing tables that will allow the end users to extract the data in excel. </a:t>
            </a:r>
          </a:p>
          <a:p>
            <a:pPr marL="342900" lvl="0" indent="-342900" algn="just">
              <a:lnSpc>
                <a:spcPct val="107000"/>
              </a:lnSpc>
              <a:spcAft>
                <a:spcPts val="600"/>
              </a:spcAft>
              <a:buFont typeface="Symbol" panose="05050102010706020507" pitchFamily="18" charset="2"/>
              <a:buChar char=""/>
            </a:pPr>
            <a:r>
              <a:rPr lang="en-US" sz="1200" kern="0" dirty="0">
                <a:solidFill>
                  <a:schemeClr val="tx1"/>
                </a:solidFill>
                <a:effectLst/>
                <a:latin typeface="+mj-lt"/>
                <a:ea typeface="Times New Roman" panose="02020603050405020304" pitchFamily="18" charset="0"/>
                <a:cs typeface="Arial" panose="020B0604020202020204" pitchFamily="34" charset="0"/>
              </a:rPr>
              <a:t>Each tab will also contain slicers, so that the end users can filter the data before extracting it. </a:t>
            </a:r>
          </a:p>
          <a:p>
            <a:pPr marL="342900" lvl="0" indent="-342900" algn="just">
              <a:lnSpc>
                <a:spcPct val="107000"/>
              </a:lnSpc>
              <a:spcAft>
                <a:spcPts val="600"/>
              </a:spcAft>
              <a:buFont typeface="Symbol" panose="05050102010706020507" pitchFamily="18" charset="2"/>
              <a:buChar char=""/>
            </a:pPr>
            <a:r>
              <a:rPr lang="en-US" sz="1200" kern="0" dirty="0">
                <a:solidFill>
                  <a:schemeClr val="tx1"/>
                </a:solidFill>
                <a:effectLst/>
                <a:latin typeface="+mj-lt"/>
                <a:ea typeface="Times New Roman" panose="02020603050405020304" pitchFamily="18" charset="0"/>
                <a:cs typeface="Arial" panose="020B0604020202020204" pitchFamily="34" charset="0"/>
              </a:rPr>
              <a:t>Security limitations (row or object level) currently are considered out of scope. </a:t>
            </a:r>
            <a:endParaRPr lang="es-ES" sz="1200" kern="100" dirty="0">
              <a:solidFill>
                <a:schemeClr val="tx1"/>
              </a:solidFill>
              <a:effectLst/>
              <a:latin typeface="+mj-lt"/>
              <a:ea typeface="Calibri" panose="020F050202020403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9C83AB0A-1D8D-E550-45C8-6FA75AC18E3A}"/>
              </a:ext>
            </a:extLst>
          </p:cNvPr>
          <p:cNvSpPr txBox="1"/>
          <p:nvPr/>
        </p:nvSpPr>
        <p:spPr>
          <a:xfrm>
            <a:off x="8357462" y="1610184"/>
            <a:ext cx="3490209" cy="307777"/>
          </a:xfrm>
          <a:prstGeom prst="rect">
            <a:avLst/>
          </a:prstGeom>
          <a:noFill/>
        </p:spPr>
        <p:txBody>
          <a:bodyPr wrap="square" rtlCol="0">
            <a:spAutoFit/>
          </a:bodyPr>
          <a:lstStyle/>
          <a:p>
            <a:r>
              <a:rPr lang="en-US" sz="1400" b="1" dirty="0">
                <a:latin typeface="Josefin Sans SemiBold" pitchFamily="2" charset="0"/>
              </a:rPr>
              <a:t>SCOPE ASSUMPTIONS</a:t>
            </a:r>
          </a:p>
        </p:txBody>
      </p:sp>
    </p:spTree>
    <p:extLst>
      <p:ext uri="{BB962C8B-B14F-4D97-AF65-F5344CB8AC3E}">
        <p14:creationId xmlns:p14="http://schemas.microsoft.com/office/powerpoint/2010/main" val="4342411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A7CCF074945C458E763B35EFF0EB17" ma:contentTypeVersion="14" ma:contentTypeDescription="Create a new document." ma:contentTypeScope="" ma:versionID="f133f15a887b737ad878511f950c548e">
  <xsd:schema xmlns:xsd="http://www.w3.org/2001/XMLSchema" xmlns:xs="http://www.w3.org/2001/XMLSchema" xmlns:p="http://schemas.microsoft.com/office/2006/metadata/properties" xmlns:ns2="21c6af6a-abea-4b00-b9ae-aa6e65a324bd" xmlns:ns3="77241cf9-356c-49cf-9268-0e2f2cb2b01a" targetNamespace="http://schemas.microsoft.com/office/2006/metadata/properties" ma:root="true" ma:fieldsID="30a5b72447c2c2deebca3803009c99a4" ns2:_="" ns3:_="">
    <xsd:import namespace="21c6af6a-abea-4b00-b9ae-aa6e65a324bd"/>
    <xsd:import namespace="77241cf9-356c-49cf-9268-0e2f2cb2b0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c6af6a-abea-4b00-b9ae-aa6e65a324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54de5635-6b60-4da0-9662-165b06f903a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241cf9-356c-49cf-9268-0e2f2cb2b01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ab5b83-e0ba-4340-bfc7-689fcb33e34c}" ma:internalName="TaxCatchAll" ma:showField="CatchAllData" ma:web="77241cf9-356c-49cf-9268-0e2f2cb2b0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7241cf9-356c-49cf-9268-0e2f2cb2b01a" xsi:nil="true"/>
    <lcf76f155ced4ddcb4097134ff3c332f xmlns="21c6af6a-abea-4b00-b9ae-aa6e65a324b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13AE9B6-AC04-404E-A1B3-889A943D1B07}"/>
</file>

<file path=customXml/itemProps2.xml><?xml version="1.0" encoding="utf-8"?>
<ds:datastoreItem xmlns:ds="http://schemas.openxmlformats.org/officeDocument/2006/customXml" ds:itemID="{D19FFD39-B349-4515-9FFF-952A5AF8E7B3}">
  <ds:schemaRefs>
    <ds:schemaRef ds:uri="http://schemas.microsoft.com/sharepoint/v3/contenttype/forms"/>
  </ds:schemaRefs>
</ds:datastoreItem>
</file>

<file path=customXml/itemProps3.xml><?xml version="1.0" encoding="utf-8"?>
<ds:datastoreItem xmlns:ds="http://schemas.openxmlformats.org/officeDocument/2006/customXml" ds:itemID="{D568F33B-8839-415A-87FE-9017BBF0BEB4}">
  <ds:schemaRefs>
    <ds:schemaRef ds:uri="http://schemas.microsoft.com/office/2006/metadata/properties"/>
    <ds:schemaRef ds:uri="http://www.w3.org/XML/1998/namespace"/>
    <ds:schemaRef ds:uri="http://schemas.microsoft.com/office/2006/documentManagement/types"/>
    <ds:schemaRef ds:uri="http://purl.org/dc/elements/1.1/"/>
    <ds:schemaRef ds:uri="http://purl.org/dc/dcmitype/"/>
    <ds:schemaRef ds:uri="http://schemas.microsoft.com/office/infopath/2007/PartnerControls"/>
    <ds:schemaRef ds:uri="77241cf9-356c-49cf-9268-0e2f2cb2b01a"/>
    <ds:schemaRef ds:uri="http://schemas.openxmlformats.org/package/2006/metadata/core-properties"/>
    <ds:schemaRef ds:uri="21c6af6a-abea-4b00-b9ae-aa6e65a324bd"/>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1122</TotalTime>
  <Words>3573</Words>
  <Application>Microsoft Office PowerPoint</Application>
  <PresentationFormat>Widescreen</PresentationFormat>
  <Paragraphs>522</Paragraphs>
  <Slides>17</Slides>
  <Notes>2</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17</vt:i4>
      </vt:variant>
    </vt:vector>
  </HeadingPairs>
  <TitlesOfParts>
    <vt:vector size="33" baseType="lpstr">
      <vt:lpstr>Aptos</vt:lpstr>
      <vt:lpstr>Arial</vt:lpstr>
      <vt:lpstr>Arial Narrow</vt:lpstr>
      <vt:lpstr>Britannic Bold</vt:lpstr>
      <vt:lpstr>Calibri</vt:lpstr>
      <vt:lpstr>Calibri Light</vt:lpstr>
      <vt:lpstr>Georgia</vt:lpstr>
      <vt:lpstr>Josefin Sans SemiBold</vt:lpstr>
      <vt:lpstr>Julius Sans One</vt:lpstr>
      <vt:lpstr>Segoe UI Light</vt:lpstr>
      <vt:lpstr>Symbol</vt:lpstr>
      <vt:lpstr>Times New Roman</vt:lpstr>
      <vt:lpstr>Wingdings</vt:lpstr>
      <vt:lpstr>1_Office Theme</vt:lpstr>
      <vt:lpstr>think-cell Slide</vt:lpstr>
      <vt:lpstr>Diapositiva de think-cell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Carmen Tejada Izko</dc:creator>
  <cp:lastModifiedBy>Carmen</cp:lastModifiedBy>
  <cp:revision>2</cp:revision>
  <dcterms:created xsi:type="dcterms:W3CDTF">2025-02-11T08:44:57Z</dcterms:created>
  <dcterms:modified xsi:type="dcterms:W3CDTF">2025-02-14T11:03:09Z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0x010100EAA7CCF074945C458E763B35EFF0EB17</vt:lpwstr>
  </property>
</Properties>
</file>